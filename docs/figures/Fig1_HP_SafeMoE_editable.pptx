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496800" cy="114204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30"/>
  </p:normalViewPr>
  <p:slideViewPr>
    <p:cSldViewPr snapToGrid="0">
      <p:cViewPr>
        <p:scale>
          <a:sx n="104" d="100"/>
          <a:sy n="104" d="100"/>
        </p:scale>
        <p:origin x="-336" y="-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user-approved HP-SafeMoE corrected figure, HP-SafeMoE_黄色锚点路径修正版.png.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1_textbox">
            <a:extLst>
              <a:ext uri="{FF2B5EF4-FFF2-40B4-BE49-F238E27FC236}">
                <a16:creationId xmlns:a16="http://schemas.microsoft.com/office/drawing/2014/main" id="{1555096E-35D8-4CC4-AB77-32826C4A06CB}"/>
              </a:ext>
            </a:extLst>
          </p:cNvPr>
          <p:cNvSpPr>
            <a:spLocks noGrp="1"/>
          </p:cNvSpPr>
          <p:nvPr/>
        </p:nvSpPr>
        <p:spPr>
          <a:xfrm>
            <a:off x="142875" y="1143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25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2" name="2_textbox">
            <a:extLst>
              <a:ext uri="{FF2B5EF4-FFF2-40B4-BE49-F238E27FC236}">
                <a16:creationId xmlns:a16="http://schemas.microsoft.com/office/drawing/2014/main" id="{9D325D89-BE70-44E7-AE76-9851835F636D}"/>
              </a:ext>
            </a:extLst>
          </p:cNvPr>
          <p:cNvSpPr>
            <a:spLocks noGrp="1"/>
          </p:cNvSpPr>
          <p:nvPr/>
        </p:nvSpPr>
        <p:spPr>
          <a:xfrm>
            <a:off x="438150" y="1333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HP-SafeMoE</a:t>
            </a:r>
          </a:p>
        </p:txBody>
      </p:sp>
      <p:sp>
        <p:nvSpPr>
          <p:cNvPr id="3" name="3_rect">
            <a:extLst>
              <a:ext uri="{FF2B5EF4-FFF2-40B4-BE49-F238E27FC236}">
                <a16:creationId xmlns:a16="http://schemas.microsoft.com/office/drawing/2014/main" id="{47EE4F68-59D3-47F9-ADBE-260852F5B134}"/>
              </a:ext>
            </a:extLst>
          </p:cNvPr>
          <p:cNvSpPr>
            <a:spLocks noGrp="1"/>
          </p:cNvSpPr>
          <p:nvPr/>
        </p:nvSpPr>
        <p:spPr>
          <a:xfrm>
            <a:off x="95250" y="542925"/>
            <a:ext cx="3810000" cy="3457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DF8FC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" name="4_rect">
            <a:extLst>
              <a:ext uri="{FF2B5EF4-FFF2-40B4-BE49-F238E27FC236}">
                <a16:creationId xmlns:a16="http://schemas.microsoft.com/office/drawing/2014/main" id="{B048FB99-4A83-476F-8E44-99C75A246402}"/>
              </a:ext>
            </a:extLst>
          </p:cNvPr>
          <p:cNvSpPr>
            <a:spLocks noGrp="1"/>
          </p:cNvSpPr>
          <p:nvPr/>
        </p:nvSpPr>
        <p:spPr>
          <a:xfrm>
            <a:off x="3990975" y="542925"/>
            <a:ext cx="5219700" cy="3457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AF4ED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5_rect">
            <a:extLst>
              <a:ext uri="{FF2B5EF4-FFF2-40B4-BE49-F238E27FC236}">
                <a16:creationId xmlns:a16="http://schemas.microsoft.com/office/drawing/2014/main" id="{312D48DA-3F9C-4837-882E-743370340B48}"/>
              </a:ext>
            </a:extLst>
          </p:cNvPr>
          <p:cNvSpPr>
            <a:spLocks noGrp="1"/>
          </p:cNvSpPr>
          <p:nvPr/>
        </p:nvSpPr>
        <p:spPr>
          <a:xfrm>
            <a:off x="9315450" y="542925"/>
            <a:ext cx="3086100" cy="3457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DF8FC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6_textbox">
            <a:extLst>
              <a:ext uri="{FF2B5EF4-FFF2-40B4-BE49-F238E27FC236}">
                <a16:creationId xmlns:a16="http://schemas.microsoft.com/office/drawing/2014/main" id="{B6A33399-6697-49A1-84FA-5A44A020D1B3}"/>
              </a:ext>
            </a:extLst>
          </p:cNvPr>
          <p:cNvSpPr>
            <a:spLocks noGrp="1"/>
          </p:cNvSpPr>
          <p:nvPr/>
        </p:nvSpPr>
        <p:spPr>
          <a:xfrm>
            <a:off x="228600" y="609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0063B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0063BB"/>
                </a:solidFill>
                <a:latin typeface="Nimbus Sans"/>
                <a:ea typeface="Nimbus Sans"/>
                <a:cs typeface="Nimbus Sans"/>
              </a:rPr>
              <a:t>Stage 1 · frozen experts</a:t>
            </a:r>
          </a:p>
        </p:txBody>
      </p:sp>
      <p:sp>
        <p:nvSpPr>
          <p:cNvPr id="7" name="7_textbox">
            <a:extLst>
              <a:ext uri="{FF2B5EF4-FFF2-40B4-BE49-F238E27FC236}">
                <a16:creationId xmlns:a16="http://schemas.microsoft.com/office/drawing/2014/main" id="{0AA30CBB-527F-44F1-864B-B6BFD6DF5E67}"/>
              </a:ext>
            </a:extLst>
          </p:cNvPr>
          <p:cNvSpPr>
            <a:spLocks noGrp="1"/>
          </p:cNvSpPr>
          <p:nvPr/>
        </p:nvSpPr>
        <p:spPr>
          <a:xfrm>
            <a:off x="4114800" y="6096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0">
                <a:solidFill>
                  <a:srgbClr val="CA3A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CA3A13"/>
                </a:solidFill>
                <a:latin typeface="Nimbus Sans"/>
                <a:ea typeface="Nimbus Sans"/>
                <a:cs typeface="Nimbus Sans"/>
              </a:rPr>
              <a:t>Stage 2 · residual proposal</a:t>
            </a:r>
          </a:p>
        </p:txBody>
      </p:sp>
      <p:sp>
        <p:nvSpPr>
          <p:cNvPr id="8" name="8_textbox">
            <a:extLst>
              <a:ext uri="{FF2B5EF4-FFF2-40B4-BE49-F238E27FC236}">
                <a16:creationId xmlns:a16="http://schemas.microsoft.com/office/drawing/2014/main" id="{65C878BF-CCF8-47A1-A436-19E62CB29C58}"/>
              </a:ext>
            </a:extLst>
          </p:cNvPr>
          <p:cNvSpPr>
            <a:spLocks noGrp="1"/>
          </p:cNvSpPr>
          <p:nvPr/>
        </p:nvSpPr>
        <p:spPr>
          <a:xfrm>
            <a:off x="9439275" y="609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0063B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0063BB"/>
                </a:solidFill>
                <a:latin typeface="Nimbus Sans"/>
                <a:ea typeface="Nimbus Sans"/>
                <a:cs typeface="Nimbus Sans"/>
              </a:rPr>
              <a:t>Safety control</a:t>
            </a:r>
          </a:p>
        </p:txBody>
      </p:sp>
      <p:sp>
        <p:nvSpPr>
          <p:cNvPr id="9" name="9_textbox">
            <a:extLst>
              <a:ext uri="{FF2B5EF4-FFF2-40B4-BE49-F238E27FC236}">
                <a16:creationId xmlns:a16="http://schemas.microsoft.com/office/drawing/2014/main" id="{C7452F85-58C0-4FB8-B45A-75D0D42D46D7}"/>
              </a:ext>
            </a:extLst>
          </p:cNvPr>
          <p:cNvSpPr>
            <a:spLocks noGrp="1"/>
          </p:cNvSpPr>
          <p:nvPr/>
        </p:nvSpPr>
        <p:spPr>
          <a:xfrm>
            <a:off x="228600" y="1657350"/>
            <a:ext cx="942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Composition /</a:t>
            </a:r>
          </a:p>
        </p:txBody>
      </p:sp>
      <p:sp>
        <p:nvSpPr>
          <p:cNvPr id="10" name="10_textbox">
            <a:extLst>
              <a:ext uri="{FF2B5EF4-FFF2-40B4-BE49-F238E27FC236}">
                <a16:creationId xmlns:a16="http://schemas.microsoft.com/office/drawing/2014/main" id="{048BA161-26C1-4C99-990B-1DBA02F9167F}"/>
              </a:ext>
            </a:extLst>
          </p:cNvPr>
          <p:cNvSpPr>
            <a:spLocks noGrp="1"/>
          </p:cNvSpPr>
          <p:nvPr/>
        </p:nvSpPr>
        <p:spPr>
          <a:xfrm>
            <a:off x="390525" y="18288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structure</a:t>
            </a:r>
          </a:p>
        </p:txBody>
      </p:sp>
      <p:sp>
        <p:nvSpPr>
          <p:cNvPr id="11" name="11_rect">
            <a:extLst>
              <a:ext uri="{FF2B5EF4-FFF2-40B4-BE49-F238E27FC236}">
                <a16:creationId xmlns:a16="http://schemas.microsoft.com/office/drawing/2014/main" id="{C1A57A16-64C3-492F-BCEA-BAF9C2F5AD03}"/>
              </a:ext>
            </a:extLst>
          </p:cNvPr>
          <p:cNvSpPr>
            <a:spLocks noGrp="1"/>
          </p:cNvSpPr>
          <p:nvPr/>
        </p:nvSpPr>
        <p:spPr>
          <a:xfrm>
            <a:off x="219075" y="2162175"/>
            <a:ext cx="228600" cy="228600"/>
          </a:xfrm>
          <a:prstGeom prst="rect">
            <a:avLst/>
          </a:prstGeom>
          <a:solidFill>
            <a:srgbClr val="ACD0E1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12_textbox">
            <a:extLst>
              <a:ext uri="{FF2B5EF4-FFF2-40B4-BE49-F238E27FC236}">
                <a16:creationId xmlns:a16="http://schemas.microsoft.com/office/drawing/2014/main" id="{7C6FF57C-8D33-4402-A53D-DE5B275A96F2}"/>
              </a:ext>
            </a:extLst>
          </p:cNvPr>
          <p:cNvSpPr>
            <a:spLocks noGrp="1"/>
          </p:cNvSpPr>
          <p:nvPr/>
        </p:nvSpPr>
        <p:spPr>
          <a:xfrm>
            <a:off x="247650" y="217170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Fe</a:t>
            </a:r>
          </a:p>
        </p:txBody>
      </p:sp>
      <p:sp>
        <p:nvSpPr>
          <p:cNvPr id="13" name="13_rect">
            <a:extLst>
              <a:ext uri="{FF2B5EF4-FFF2-40B4-BE49-F238E27FC236}">
                <a16:creationId xmlns:a16="http://schemas.microsoft.com/office/drawing/2014/main" id="{CF45E9DB-2040-46F5-B265-4169C57632EC}"/>
              </a:ext>
            </a:extLst>
          </p:cNvPr>
          <p:cNvSpPr>
            <a:spLocks noGrp="1"/>
          </p:cNvSpPr>
          <p:nvPr/>
        </p:nvSpPr>
        <p:spPr>
          <a:xfrm>
            <a:off x="476250" y="2162175"/>
            <a:ext cx="228600" cy="228600"/>
          </a:xfrm>
          <a:prstGeom prst="rect">
            <a:avLst/>
          </a:prstGeom>
          <a:solidFill>
            <a:srgbClr val="E7CA6D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14_textbox">
            <a:extLst>
              <a:ext uri="{FF2B5EF4-FFF2-40B4-BE49-F238E27FC236}">
                <a16:creationId xmlns:a16="http://schemas.microsoft.com/office/drawing/2014/main" id="{243B58F8-FEE4-467A-9A24-6CA4286CE320}"/>
              </a:ext>
            </a:extLst>
          </p:cNvPr>
          <p:cNvSpPr>
            <a:spLocks noGrp="1"/>
          </p:cNvSpPr>
          <p:nvPr/>
        </p:nvSpPr>
        <p:spPr>
          <a:xfrm>
            <a:off x="504825" y="217170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15" name="15_rect">
            <a:extLst>
              <a:ext uri="{FF2B5EF4-FFF2-40B4-BE49-F238E27FC236}">
                <a16:creationId xmlns:a16="http://schemas.microsoft.com/office/drawing/2014/main" id="{FCED484F-A19A-457C-87BE-B744584F3BF5}"/>
              </a:ext>
            </a:extLst>
          </p:cNvPr>
          <p:cNvSpPr>
            <a:spLocks noGrp="1"/>
          </p:cNvSpPr>
          <p:nvPr/>
        </p:nvSpPr>
        <p:spPr>
          <a:xfrm>
            <a:off x="733425" y="2162175"/>
            <a:ext cx="228600" cy="228600"/>
          </a:xfrm>
          <a:prstGeom prst="rect">
            <a:avLst/>
          </a:prstGeom>
          <a:solidFill>
            <a:srgbClr val="ACDACD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16_textbox">
            <a:extLst>
              <a:ext uri="{FF2B5EF4-FFF2-40B4-BE49-F238E27FC236}">
                <a16:creationId xmlns:a16="http://schemas.microsoft.com/office/drawing/2014/main" id="{F8C151E4-0053-4FBC-ACAC-B7C3E8376CAE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Cr</a:t>
            </a:r>
          </a:p>
        </p:txBody>
      </p:sp>
      <p:sp>
        <p:nvSpPr>
          <p:cNvPr id="17" name="crystal_structure::17_path">
            <a:extLst>
              <a:ext uri="{FF2B5EF4-FFF2-40B4-BE49-F238E27FC236}">
                <a16:creationId xmlns:a16="http://schemas.microsoft.com/office/drawing/2014/main" id="{7AA1BEFD-1747-4235-9EF4-59A3E32F332B}"/>
              </a:ext>
            </a:extLst>
          </p:cNvPr>
          <p:cNvSpPr>
            <a:spLocks noGrp="1"/>
          </p:cNvSpPr>
          <p:nvPr/>
        </p:nvSpPr>
        <p:spPr>
          <a:xfrm>
            <a:off x="323850" y="2657475"/>
            <a:ext cx="352425" cy="95"/>
          </a:xfrm>
          <a:custGeom>
            <a:avLst/>
            <a:gdLst/>
            <a:ahLst/>
            <a:cxnLst/>
            <a:rect l="0" t="0" r="0" b="0"/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crystal_structure::18_path">
            <a:extLst>
              <a:ext uri="{FF2B5EF4-FFF2-40B4-BE49-F238E27FC236}">
                <a16:creationId xmlns:a16="http://schemas.microsoft.com/office/drawing/2014/main" id="{5D8D1034-AB26-43D2-8DB5-5263035D010C}"/>
              </a:ext>
            </a:extLst>
          </p:cNvPr>
          <p:cNvSpPr>
            <a:spLocks noGrp="1"/>
          </p:cNvSpPr>
          <p:nvPr/>
        </p:nvSpPr>
        <p:spPr>
          <a:xfrm>
            <a:off x="495300" y="2514600"/>
            <a:ext cx="352425" cy="95"/>
          </a:xfrm>
          <a:custGeom>
            <a:avLst/>
            <a:gdLst/>
            <a:ahLst/>
            <a:cxnLst/>
            <a:rect l="0" t="0" r="0" b="0"/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crystal_structure::19_path">
            <a:extLst>
              <a:ext uri="{FF2B5EF4-FFF2-40B4-BE49-F238E27FC236}">
                <a16:creationId xmlns:a16="http://schemas.microsoft.com/office/drawing/2014/main" id="{A18AEB79-DE17-44E4-A32D-02E53452C300}"/>
              </a:ext>
            </a:extLst>
          </p:cNvPr>
          <p:cNvSpPr>
            <a:spLocks noGrp="1"/>
          </p:cNvSpPr>
          <p:nvPr/>
        </p:nvSpPr>
        <p:spPr>
          <a:xfrm>
            <a:off x="323850" y="2514600"/>
            <a:ext cx="171450" cy="142875"/>
          </a:xfrm>
          <a:custGeom>
            <a:avLst/>
            <a:gdLst/>
            <a:ahLst/>
            <a:cxnLst/>
            <a:rect l="0" t="0" r="0" b="0"/>
            <a:pathLst>
              <a:path w="171450" h="142875">
                <a:moveTo>
                  <a:pt x="0" y="142875"/>
                </a:moveTo>
                <a:lnTo>
                  <a:pt x="17145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crystal_structure::20_path">
            <a:extLst>
              <a:ext uri="{FF2B5EF4-FFF2-40B4-BE49-F238E27FC236}">
                <a16:creationId xmlns:a16="http://schemas.microsoft.com/office/drawing/2014/main" id="{FEE2C42B-63F9-417D-BF16-5D46BFA5F54B}"/>
              </a:ext>
            </a:extLst>
          </p:cNvPr>
          <p:cNvSpPr>
            <a:spLocks noGrp="1"/>
          </p:cNvSpPr>
          <p:nvPr/>
        </p:nvSpPr>
        <p:spPr>
          <a:xfrm>
            <a:off x="676275" y="2657475"/>
            <a:ext cx="95" cy="314325"/>
          </a:xfrm>
          <a:custGeom>
            <a:avLst/>
            <a:gdLst/>
            <a:ahLst/>
            <a:cxnLst/>
            <a:rect l="0" t="0" r="0" b="0"/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rystal_structure::21_path">
            <a:extLst>
              <a:ext uri="{FF2B5EF4-FFF2-40B4-BE49-F238E27FC236}">
                <a16:creationId xmlns:a16="http://schemas.microsoft.com/office/drawing/2014/main" id="{8366548E-DD54-4424-AA62-1209F5A84192}"/>
              </a:ext>
            </a:extLst>
          </p:cNvPr>
          <p:cNvSpPr>
            <a:spLocks noGrp="1"/>
          </p:cNvSpPr>
          <p:nvPr/>
        </p:nvSpPr>
        <p:spPr>
          <a:xfrm>
            <a:off x="847725" y="2514600"/>
            <a:ext cx="95" cy="314325"/>
          </a:xfrm>
          <a:custGeom>
            <a:avLst/>
            <a:gdLst/>
            <a:ahLst/>
            <a:cxnLst/>
            <a:rect l="0" t="0" r="0" b="0"/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crystal_structure::22_path">
            <a:extLst>
              <a:ext uri="{FF2B5EF4-FFF2-40B4-BE49-F238E27FC236}">
                <a16:creationId xmlns:a16="http://schemas.microsoft.com/office/drawing/2014/main" id="{16E15913-0BEE-49EE-8A3F-352DB108F06F}"/>
              </a:ext>
            </a:extLst>
          </p:cNvPr>
          <p:cNvSpPr>
            <a:spLocks noGrp="1"/>
          </p:cNvSpPr>
          <p:nvPr/>
        </p:nvSpPr>
        <p:spPr>
          <a:xfrm>
            <a:off x="676275" y="2514600"/>
            <a:ext cx="171450" cy="142875"/>
          </a:xfrm>
          <a:custGeom>
            <a:avLst/>
            <a:gdLst/>
            <a:ahLst/>
            <a:cxnLst/>
            <a:rect l="0" t="0" r="0" b="0"/>
            <a:pathLst>
              <a:path w="171450" h="142875">
                <a:moveTo>
                  <a:pt x="0" y="142875"/>
                </a:moveTo>
                <a:lnTo>
                  <a:pt x="17145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crystal_structure::23_path">
            <a:extLst>
              <a:ext uri="{FF2B5EF4-FFF2-40B4-BE49-F238E27FC236}">
                <a16:creationId xmlns:a16="http://schemas.microsoft.com/office/drawing/2014/main" id="{7B6FB903-6747-4F3C-8D06-986853B1FA3D}"/>
              </a:ext>
            </a:extLst>
          </p:cNvPr>
          <p:cNvSpPr>
            <a:spLocks noGrp="1"/>
          </p:cNvSpPr>
          <p:nvPr/>
        </p:nvSpPr>
        <p:spPr>
          <a:xfrm>
            <a:off x="323850" y="2971800"/>
            <a:ext cx="352425" cy="95"/>
          </a:xfrm>
          <a:custGeom>
            <a:avLst/>
            <a:gdLst/>
            <a:ahLst/>
            <a:cxnLst/>
            <a:rect l="0" t="0" r="0" b="0"/>
            <a:pathLst>
              <a:path w="352425" h="95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crystal_structure::24_path">
            <a:extLst>
              <a:ext uri="{FF2B5EF4-FFF2-40B4-BE49-F238E27FC236}">
                <a16:creationId xmlns:a16="http://schemas.microsoft.com/office/drawing/2014/main" id="{6557A3AF-EC8E-449F-983E-0186BFFBF09F}"/>
              </a:ext>
            </a:extLst>
          </p:cNvPr>
          <p:cNvSpPr>
            <a:spLocks noGrp="1"/>
          </p:cNvSpPr>
          <p:nvPr/>
        </p:nvSpPr>
        <p:spPr>
          <a:xfrm>
            <a:off x="495300" y="2828925"/>
            <a:ext cx="352425" cy="95"/>
          </a:xfrm>
          <a:custGeom>
            <a:avLst/>
            <a:gdLst/>
            <a:ahLst/>
            <a:cxnLst/>
            <a:rect l="0" t="0" r="0" b="0"/>
            <a:pathLst>
              <a:path w="352425" h="95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crystal_structure::25_path">
            <a:extLst>
              <a:ext uri="{FF2B5EF4-FFF2-40B4-BE49-F238E27FC236}">
                <a16:creationId xmlns:a16="http://schemas.microsoft.com/office/drawing/2014/main" id="{9E08979C-8267-462B-8B46-265D37DCAFFC}"/>
              </a:ext>
            </a:extLst>
          </p:cNvPr>
          <p:cNvSpPr>
            <a:spLocks noGrp="1"/>
          </p:cNvSpPr>
          <p:nvPr/>
        </p:nvSpPr>
        <p:spPr>
          <a:xfrm>
            <a:off x="676275" y="2828925"/>
            <a:ext cx="171450" cy="142875"/>
          </a:xfrm>
          <a:custGeom>
            <a:avLst/>
            <a:gdLst/>
            <a:ahLst/>
            <a:cxnLst/>
            <a:rect l="0" t="0" r="0" b="0"/>
            <a:pathLst>
              <a:path w="171450" h="142875">
                <a:moveTo>
                  <a:pt x="0" y="142875"/>
                </a:moveTo>
                <a:lnTo>
                  <a:pt x="17145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crystal_structure::26_path">
            <a:extLst>
              <a:ext uri="{FF2B5EF4-FFF2-40B4-BE49-F238E27FC236}">
                <a16:creationId xmlns:a16="http://schemas.microsoft.com/office/drawing/2014/main" id="{4D1A6F24-B03C-4DB0-8D83-3433F49E6114}"/>
              </a:ext>
            </a:extLst>
          </p:cNvPr>
          <p:cNvSpPr>
            <a:spLocks noGrp="1"/>
          </p:cNvSpPr>
          <p:nvPr/>
        </p:nvSpPr>
        <p:spPr>
          <a:xfrm>
            <a:off x="323850" y="2657475"/>
            <a:ext cx="95" cy="314325"/>
          </a:xfrm>
          <a:custGeom>
            <a:avLst/>
            <a:gdLst/>
            <a:ahLst/>
            <a:cxnLst/>
            <a:rect l="0" t="0" r="0" b="0"/>
            <a:pathLst>
              <a:path w="9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crystal_structure::27_path">
            <a:extLst>
              <a:ext uri="{FF2B5EF4-FFF2-40B4-BE49-F238E27FC236}">
                <a16:creationId xmlns:a16="http://schemas.microsoft.com/office/drawing/2014/main" id="{36A521AF-9598-40B7-8964-33EAD0FD96A6}"/>
              </a:ext>
            </a:extLst>
          </p:cNvPr>
          <p:cNvSpPr>
            <a:spLocks noGrp="1"/>
          </p:cNvSpPr>
          <p:nvPr/>
        </p:nvSpPr>
        <p:spPr>
          <a:xfrm>
            <a:off x="495300" y="2514600"/>
            <a:ext cx="95" cy="314325"/>
          </a:xfrm>
          <a:custGeom>
            <a:avLst/>
            <a:gdLst/>
            <a:ahLst/>
            <a:cxnLst/>
            <a:rect l="0" t="0" r="0" b="0"/>
            <a:pathLst>
              <a:path w="9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crystal_structure::28_path">
            <a:extLst>
              <a:ext uri="{FF2B5EF4-FFF2-40B4-BE49-F238E27FC236}">
                <a16:creationId xmlns:a16="http://schemas.microsoft.com/office/drawing/2014/main" id="{E1BC6478-1E32-47B6-91C0-454415539E59}"/>
              </a:ext>
            </a:extLst>
          </p:cNvPr>
          <p:cNvSpPr>
            <a:spLocks noGrp="1"/>
          </p:cNvSpPr>
          <p:nvPr/>
        </p:nvSpPr>
        <p:spPr>
          <a:xfrm>
            <a:off x="323850" y="2828925"/>
            <a:ext cx="171450" cy="142875"/>
          </a:xfrm>
          <a:custGeom>
            <a:avLst/>
            <a:gdLst/>
            <a:ahLst/>
            <a:cxnLst/>
            <a:rect l="0" t="0" r="0" b="0"/>
            <a:pathLst>
              <a:path w="171450" h="142875">
                <a:moveTo>
                  <a:pt x="0" y="142875"/>
                </a:moveTo>
                <a:lnTo>
                  <a:pt x="171450" y="0"/>
                </a:lnTo>
              </a:path>
            </a:pathLst>
          </a:custGeom>
          <a:noFill/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crystal_structure::29_ellipse">
            <a:extLst>
              <a:ext uri="{FF2B5EF4-FFF2-40B4-BE49-F238E27FC236}">
                <a16:creationId xmlns:a16="http://schemas.microsoft.com/office/drawing/2014/main" id="{0B7CFD8B-BEAF-4C68-BCBA-1C2042866128}"/>
              </a:ext>
            </a:extLst>
          </p:cNvPr>
          <p:cNvSpPr>
            <a:spLocks noGrp="1"/>
          </p:cNvSpPr>
          <p:nvPr/>
        </p:nvSpPr>
        <p:spPr>
          <a:xfrm>
            <a:off x="293370" y="2626995"/>
            <a:ext cx="60960" cy="60960"/>
          </a:xfrm>
          <a:prstGeom prst="ellipse">
            <a:avLst/>
          </a:prstGeom>
          <a:solidFill>
            <a:srgbClr val="34A5A7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crystal_structure::30_ellipse">
            <a:extLst>
              <a:ext uri="{FF2B5EF4-FFF2-40B4-BE49-F238E27FC236}">
                <a16:creationId xmlns:a16="http://schemas.microsoft.com/office/drawing/2014/main" id="{E407CF73-4074-44A6-A79B-8A5B38C854C0}"/>
              </a:ext>
            </a:extLst>
          </p:cNvPr>
          <p:cNvSpPr>
            <a:spLocks noGrp="1"/>
          </p:cNvSpPr>
          <p:nvPr/>
        </p:nvSpPr>
        <p:spPr>
          <a:xfrm>
            <a:off x="645795" y="2626995"/>
            <a:ext cx="60960" cy="60960"/>
          </a:xfrm>
          <a:prstGeom prst="ellipse">
            <a:avLst/>
          </a:prstGeom>
          <a:solidFill>
            <a:srgbClr val="087ABE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crystal_structure::31_ellipse">
            <a:extLst>
              <a:ext uri="{FF2B5EF4-FFF2-40B4-BE49-F238E27FC236}">
                <a16:creationId xmlns:a16="http://schemas.microsoft.com/office/drawing/2014/main" id="{9B278DFF-2D9F-43B4-BEB7-531684E9F053}"/>
              </a:ext>
            </a:extLst>
          </p:cNvPr>
          <p:cNvSpPr>
            <a:spLocks noGrp="1"/>
          </p:cNvSpPr>
          <p:nvPr/>
        </p:nvSpPr>
        <p:spPr>
          <a:xfrm>
            <a:off x="645795" y="2941320"/>
            <a:ext cx="60960" cy="60960"/>
          </a:xfrm>
          <a:prstGeom prst="ellipse">
            <a:avLst/>
          </a:prstGeom>
          <a:solidFill>
            <a:srgbClr val="087ABE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crystal_structure::32_ellipse">
            <a:extLst>
              <a:ext uri="{FF2B5EF4-FFF2-40B4-BE49-F238E27FC236}">
                <a16:creationId xmlns:a16="http://schemas.microsoft.com/office/drawing/2014/main" id="{58ECBFB5-4D9F-4F4E-84DF-48FA3E8ACEAF}"/>
              </a:ext>
            </a:extLst>
          </p:cNvPr>
          <p:cNvSpPr>
            <a:spLocks noGrp="1"/>
          </p:cNvSpPr>
          <p:nvPr/>
        </p:nvSpPr>
        <p:spPr>
          <a:xfrm>
            <a:off x="293370" y="2941320"/>
            <a:ext cx="60960" cy="60960"/>
          </a:xfrm>
          <a:prstGeom prst="ellipse">
            <a:avLst/>
          </a:prstGeom>
          <a:solidFill>
            <a:srgbClr val="34A5A7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crystal_structure::33_ellipse">
            <a:extLst>
              <a:ext uri="{FF2B5EF4-FFF2-40B4-BE49-F238E27FC236}">
                <a16:creationId xmlns:a16="http://schemas.microsoft.com/office/drawing/2014/main" id="{86433E64-C6A4-46D8-859A-D1276D615C06}"/>
              </a:ext>
            </a:extLst>
          </p:cNvPr>
          <p:cNvSpPr>
            <a:spLocks noGrp="1"/>
          </p:cNvSpPr>
          <p:nvPr/>
        </p:nvSpPr>
        <p:spPr>
          <a:xfrm>
            <a:off x="464820" y="2484120"/>
            <a:ext cx="60960" cy="60960"/>
          </a:xfrm>
          <a:prstGeom prst="ellipse">
            <a:avLst/>
          </a:prstGeom>
          <a:solidFill>
            <a:srgbClr val="087ABE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crystal_structure::34_ellipse">
            <a:extLst>
              <a:ext uri="{FF2B5EF4-FFF2-40B4-BE49-F238E27FC236}">
                <a16:creationId xmlns:a16="http://schemas.microsoft.com/office/drawing/2014/main" id="{0B176864-3C90-4E80-8066-7B38ECD50CAC}"/>
              </a:ext>
            </a:extLst>
          </p:cNvPr>
          <p:cNvSpPr>
            <a:spLocks noGrp="1"/>
          </p:cNvSpPr>
          <p:nvPr/>
        </p:nvSpPr>
        <p:spPr>
          <a:xfrm>
            <a:off x="817245" y="2484120"/>
            <a:ext cx="60960" cy="60960"/>
          </a:xfrm>
          <a:prstGeom prst="ellipse">
            <a:avLst/>
          </a:prstGeom>
          <a:solidFill>
            <a:srgbClr val="087ABE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crystal_structure::35_ellipse">
            <a:extLst>
              <a:ext uri="{FF2B5EF4-FFF2-40B4-BE49-F238E27FC236}">
                <a16:creationId xmlns:a16="http://schemas.microsoft.com/office/drawing/2014/main" id="{07111081-4114-4AAE-91C7-1570400ECB98}"/>
              </a:ext>
            </a:extLst>
          </p:cNvPr>
          <p:cNvSpPr>
            <a:spLocks noGrp="1"/>
          </p:cNvSpPr>
          <p:nvPr/>
        </p:nvSpPr>
        <p:spPr>
          <a:xfrm>
            <a:off x="817245" y="2798445"/>
            <a:ext cx="60960" cy="60960"/>
          </a:xfrm>
          <a:prstGeom prst="ellipse">
            <a:avLst/>
          </a:prstGeom>
          <a:solidFill>
            <a:srgbClr val="34A5A7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crystal_structure::36_ellipse">
            <a:extLst>
              <a:ext uri="{FF2B5EF4-FFF2-40B4-BE49-F238E27FC236}">
                <a16:creationId xmlns:a16="http://schemas.microsoft.com/office/drawing/2014/main" id="{4F2B6229-340B-4EA1-AA33-E22C269E7C21}"/>
              </a:ext>
            </a:extLst>
          </p:cNvPr>
          <p:cNvSpPr>
            <a:spLocks noGrp="1"/>
          </p:cNvSpPr>
          <p:nvPr/>
        </p:nvSpPr>
        <p:spPr>
          <a:xfrm>
            <a:off x="464820" y="2798445"/>
            <a:ext cx="60960" cy="60960"/>
          </a:xfrm>
          <a:prstGeom prst="ellipse">
            <a:avLst/>
          </a:prstGeom>
          <a:solidFill>
            <a:srgbClr val="087ABE"/>
          </a:solidFill>
          <a:ln w="666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crystal_structure::37_ellipse">
            <a:extLst>
              <a:ext uri="{FF2B5EF4-FFF2-40B4-BE49-F238E27FC236}">
                <a16:creationId xmlns:a16="http://schemas.microsoft.com/office/drawing/2014/main" id="{21DFE91F-A66B-457F-A46F-78B800502707}"/>
              </a:ext>
            </a:extLst>
          </p:cNvPr>
          <p:cNvSpPr>
            <a:spLocks noGrp="1"/>
          </p:cNvSpPr>
          <p:nvPr/>
        </p:nvSpPr>
        <p:spPr>
          <a:xfrm>
            <a:off x="523875" y="2686050"/>
            <a:ext cx="114300" cy="114300"/>
          </a:xfrm>
          <a:prstGeom prst="ellipse">
            <a:avLst/>
          </a:prstGeom>
          <a:solidFill>
            <a:srgbClr val="B68D2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38_path">
            <a:extLst>
              <a:ext uri="{FF2B5EF4-FFF2-40B4-BE49-F238E27FC236}">
                <a16:creationId xmlns:a16="http://schemas.microsoft.com/office/drawing/2014/main" id="{7FBC5595-C992-4D89-BB4E-C9616DC1A604}"/>
              </a:ext>
            </a:extLst>
          </p:cNvPr>
          <p:cNvSpPr>
            <a:spLocks noGrp="1"/>
          </p:cNvSpPr>
          <p:nvPr/>
        </p:nvSpPr>
        <p:spPr>
          <a:xfrm>
            <a:off x="990600" y="2219325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40_path">
            <a:extLst>
              <a:ext uri="{FF2B5EF4-FFF2-40B4-BE49-F238E27FC236}">
                <a16:creationId xmlns:a16="http://schemas.microsoft.com/office/drawing/2014/main" id="{81718BD9-B875-452F-9EA7-ECDFD4E9360D}"/>
              </a:ext>
            </a:extLst>
          </p:cNvPr>
          <p:cNvSpPr>
            <a:spLocks noGrp="1"/>
          </p:cNvSpPr>
          <p:nvPr/>
        </p:nvSpPr>
        <p:spPr>
          <a:xfrm>
            <a:off x="1152525" y="1428750"/>
            <a:ext cx="95" cy="1676400"/>
          </a:xfrm>
          <a:custGeom>
            <a:avLst/>
            <a:gdLst/>
            <a:ahLst/>
            <a:cxnLst/>
            <a:rect l="0" t="0" r="0" b="0"/>
            <a:pathLst>
              <a:path w="95" h="1676400">
                <a:moveTo>
                  <a:pt x="0" y="0"/>
                </a:moveTo>
                <a:lnTo>
                  <a:pt x="0" y="167640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47_path">
            <a:extLst>
              <a:ext uri="{FF2B5EF4-FFF2-40B4-BE49-F238E27FC236}">
                <a16:creationId xmlns:a16="http://schemas.microsoft.com/office/drawing/2014/main" id="{D487A3BA-DD61-4B64-8D59-247223B138D8}"/>
              </a:ext>
            </a:extLst>
          </p:cNvPr>
          <p:cNvSpPr>
            <a:spLocks noGrp="1"/>
          </p:cNvSpPr>
          <p:nvPr/>
        </p:nvSpPr>
        <p:spPr>
          <a:xfrm>
            <a:off x="1400175" y="1266825"/>
            <a:ext cx="647700" cy="438150"/>
          </a:xfrm>
          <a:custGeom>
            <a:avLst/>
            <a:gdLst/>
            <a:ahLst/>
            <a:cxnLst/>
            <a:rect l="0" t="0" r="0" b="0"/>
            <a:pathLst>
              <a:path w="647700" h="438150">
                <a:moveTo>
                  <a:pt x="0" y="0"/>
                </a:moveTo>
                <a:lnTo>
                  <a:pt x="647700" y="66675"/>
                </a:lnTo>
                <a:lnTo>
                  <a:pt x="647700" y="342900"/>
                </a:lnTo>
                <a:lnTo>
                  <a:pt x="0" y="438150"/>
                </a:lnTo>
                <a:close/>
              </a:path>
            </a:pathLst>
          </a:custGeom>
          <a:gradFill>
            <a:gsLst>
              <a:gs pos="0">
                <a:srgbClr val="ACD0E1"/>
              </a:gs>
              <a:gs pos="100000">
                <a:srgbClr val="BDDCEB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ymbol_47::48_textbox">
            <a:extLst>
              <a:ext uri="{FF2B5EF4-FFF2-40B4-BE49-F238E27FC236}">
                <a16:creationId xmlns:a16="http://schemas.microsoft.com/office/drawing/2014/main" id="{259D2B1D-D8B0-4703-90AC-18BF8F6B24B9}"/>
              </a:ext>
            </a:extLst>
          </p:cNvPr>
          <p:cNvSpPr>
            <a:spLocks noGrp="1"/>
          </p:cNvSpPr>
          <p:nvPr/>
        </p:nvSpPr>
        <p:spPr>
          <a:xfrm>
            <a:off x="1628775" y="1333500"/>
            <a:ext cx="161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E</a:t>
            </a:r>
          </a:p>
        </p:txBody>
      </p:sp>
      <p:sp>
        <p:nvSpPr>
          <p:cNvPr id="49" name="symbol_47::49_textbox">
            <a:extLst>
              <a:ext uri="{FF2B5EF4-FFF2-40B4-BE49-F238E27FC236}">
                <a16:creationId xmlns:a16="http://schemas.microsoft.com/office/drawing/2014/main" id="{96E8A4A2-4633-48D5-A5B0-34F9B1319523}"/>
              </a:ext>
            </a:extLst>
          </p:cNvPr>
          <p:cNvSpPr>
            <a:spLocks noGrp="1"/>
          </p:cNvSpPr>
          <p:nvPr/>
        </p:nvSpPr>
        <p:spPr>
          <a:xfrm>
            <a:off x="1752600" y="1427512"/>
            <a:ext cx="190500" cy="140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50" name="snow_49::50_path">
            <a:extLst>
              <a:ext uri="{FF2B5EF4-FFF2-40B4-BE49-F238E27FC236}">
                <a16:creationId xmlns:a16="http://schemas.microsoft.com/office/drawing/2014/main" id="{55D0F952-7379-4E97-BAF9-2826E3D56F46}"/>
              </a:ext>
            </a:extLst>
          </p:cNvPr>
          <p:cNvSpPr>
            <a:spLocks noGrp="1"/>
          </p:cNvSpPr>
          <p:nvPr/>
        </p:nvSpPr>
        <p:spPr>
          <a:xfrm>
            <a:off x="1509713" y="1147763"/>
            <a:ext cx="61913" cy="95"/>
          </a:xfrm>
          <a:custGeom>
            <a:avLst/>
            <a:gdLst/>
            <a:ahLst/>
            <a:cxnLst/>
            <a:rect l="0" t="0" r="0" b="0"/>
            <a:pathLst>
              <a:path w="61913" h="95">
                <a:moveTo>
                  <a:pt x="0" y="0"/>
                </a:moveTo>
                <a:lnTo>
                  <a:pt x="61913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now_49::51_path">
            <a:extLst>
              <a:ext uri="{FF2B5EF4-FFF2-40B4-BE49-F238E27FC236}">
                <a16:creationId xmlns:a16="http://schemas.microsoft.com/office/drawing/2014/main" id="{E1D3690A-DEAC-4420-853D-18AB8C8A4C87}"/>
              </a:ext>
            </a:extLst>
          </p:cNvPr>
          <p:cNvSpPr>
            <a:spLocks noGrp="1"/>
          </p:cNvSpPr>
          <p:nvPr/>
        </p:nvSpPr>
        <p:spPr>
          <a:xfrm>
            <a:off x="1548098" y="1129157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0" y="18605"/>
                </a:moveTo>
                <a:lnTo>
                  <a:pt x="16344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now_49::52_path">
            <a:extLst>
              <a:ext uri="{FF2B5EF4-FFF2-40B4-BE49-F238E27FC236}">
                <a16:creationId xmlns:a16="http://schemas.microsoft.com/office/drawing/2014/main" id="{15AE2567-6A34-4D6F-A093-31F34C7970C1}"/>
              </a:ext>
            </a:extLst>
          </p:cNvPr>
          <p:cNvSpPr>
            <a:spLocks noGrp="1"/>
          </p:cNvSpPr>
          <p:nvPr/>
        </p:nvSpPr>
        <p:spPr>
          <a:xfrm>
            <a:off x="1548098" y="1147763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0" y="0"/>
                </a:moveTo>
                <a:lnTo>
                  <a:pt x="16344" y="18605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now_49::53_path">
            <a:extLst>
              <a:ext uri="{FF2B5EF4-FFF2-40B4-BE49-F238E27FC236}">
                <a16:creationId xmlns:a16="http://schemas.microsoft.com/office/drawing/2014/main" id="{7FD5198F-B41A-4958-8E86-07B5BA1210B3}"/>
              </a:ext>
            </a:extLst>
          </p:cNvPr>
          <p:cNvSpPr>
            <a:spLocks noGrp="1"/>
          </p:cNvSpPr>
          <p:nvPr/>
        </p:nvSpPr>
        <p:spPr>
          <a:xfrm>
            <a:off x="1509713" y="1147763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0" y="0"/>
                </a:moveTo>
                <a:lnTo>
                  <a:pt x="30956" y="53618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now_49::54_path">
            <a:extLst>
              <a:ext uri="{FF2B5EF4-FFF2-40B4-BE49-F238E27FC236}">
                <a16:creationId xmlns:a16="http://schemas.microsoft.com/office/drawing/2014/main" id="{58A7C0DA-9232-425E-9DAF-C4020F2D8D39}"/>
              </a:ext>
            </a:extLst>
          </p:cNvPr>
          <p:cNvSpPr>
            <a:spLocks noGrp="1"/>
          </p:cNvSpPr>
          <p:nvPr/>
        </p:nvSpPr>
        <p:spPr>
          <a:xfrm>
            <a:off x="1528905" y="1181006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0" y="0"/>
                </a:moveTo>
                <a:lnTo>
                  <a:pt x="24285" y="4852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now_49::55_path">
            <a:extLst>
              <a:ext uri="{FF2B5EF4-FFF2-40B4-BE49-F238E27FC236}">
                <a16:creationId xmlns:a16="http://schemas.microsoft.com/office/drawing/2014/main" id="{DD2985A9-48B1-48AF-BE09-37A848AD2C08}"/>
              </a:ext>
            </a:extLst>
          </p:cNvPr>
          <p:cNvSpPr>
            <a:spLocks noGrp="1"/>
          </p:cNvSpPr>
          <p:nvPr/>
        </p:nvSpPr>
        <p:spPr>
          <a:xfrm>
            <a:off x="1520965" y="1181006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7941" y="0"/>
                </a:moveTo>
                <a:lnTo>
                  <a:pt x="0" y="23457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now_49::56_path">
            <a:extLst>
              <a:ext uri="{FF2B5EF4-FFF2-40B4-BE49-F238E27FC236}">
                <a16:creationId xmlns:a16="http://schemas.microsoft.com/office/drawing/2014/main" id="{132C1E7C-913E-484B-BDD8-063EF82B7470}"/>
              </a:ext>
            </a:extLst>
          </p:cNvPr>
          <p:cNvSpPr>
            <a:spLocks noGrp="1"/>
          </p:cNvSpPr>
          <p:nvPr/>
        </p:nvSpPr>
        <p:spPr>
          <a:xfrm>
            <a:off x="1478756" y="1147763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30956" y="0"/>
                </a:moveTo>
                <a:lnTo>
                  <a:pt x="0" y="53618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now_49::57_path">
            <a:extLst>
              <a:ext uri="{FF2B5EF4-FFF2-40B4-BE49-F238E27FC236}">
                <a16:creationId xmlns:a16="http://schemas.microsoft.com/office/drawing/2014/main" id="{5F1F00CD-24BB-4223-960A-09A52D258361}"/>
              </a:ext>
            </a:extLst>
          </p:cNvPr>
          <p:cNvSpPr>
            <a:spLocks noGrp="1"/>
          </p:cNvSpPr>
          <p:nvPr/>
        </p:nvSpPr>
        <p:spPr>
          <a:xfrm>
            <a:off x="1490520" y="1181006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0" y="0"/>
                </a:moveTo>
                <a:lnTo>
                  <a:pt x="7941" y="23457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now_49::58_path">
            <a:extLst>
              <a:ext uri="{FF2B5EF4-FFF2-40B4-BE49-F238E27FC236}">
                <a16:creationId xmlns:a16="http://schemas.microsoft.com/office/drawing/2014/main" id="{7D242534-FFDF-43BC-9D3B-3BFE8C701A48}"/>
              </a:ext>
            </a:extLst>
          </p:cNvPr>
          <p:cNvSpPr>
            <a:spLocks noGrp="1"/>
          </p:cNvSpPr>
          <p:nvPr/>
        </p:nvSpPr>
        <p:spPr>
          <a:xfrm>
            <a:off x="1466235" y="1181006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24285" y="0"/>
                </a:moveTo>
                <a:lnTo>
                  <a:pt x="0" y="4852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now_49::59_path">
            <a:extLst>
              <a:ext uri="{FF2B5EF4-FFF2-40B4-BE49-F238E27FC236}">
                <a16:creationId xmlns:a16="http://schemas.microsoft.com/office/drawing/2014/main" id="{6A47A5A7-815B-41F0-9C7C-8975AC12CF7A}"/>
              </a:ext>
            </a:extLst>
          </p:cNvPr>
          <p:cNvSpPr>
            <a:spLocks noGrp="1"/>
          </p:cNvSpPr>
          <p:nvPr/>
        </p:nvSpPr>
        <p:spPr>
          <a:xfrm>
            <a:off x="1447800" y="1147763"/>
            <a:ext cx="61913" cy="95"/>
          </a:xfrm>
          <a:custGeom>
            <a:avLst/>
            <a:gdLst/>
            <a:ahLst/>
            <a:cxnLst/>
            <a:rect l="0" t="0" r="0" b="0"/>
            <a:pathLst>
              <a:path w="61913" h="95">
                <a:moveTo>
                  <a:pt x="61913" y="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now_49::60_path">
            <a:extLst>
              <a:ext uri="{FF2B5EF4-FFF2-40B4-BE49-F238E27FC236}">
                <a16:creationId xmlns:a16="http://schemas.microsoft.com/office/drawing/2014/main" id="{D8FB788F-E737-430A-91FE-04F3361FB2AC}"/>
              </a:ext>
            </a:extLst>
          </p:cNvPr>
          <p:cNvSpPr>
            <a:spLocks noGrp="1"/>
          </p:cNvSpPr>
          <p:nvPr/>
        </p:nvSpPr>
        <p:spPr>
          <a:xfrm>
            <a:off x="1454982" y="1147763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16344" y="0"/>
                </a:moveTo>
                <a:lnTo>
                  <a:pt x="0" y="18605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now_49::61_path">
            <a:extLst>
              <a:ext uri="{FF2B5EF4-FFF2-40B4-BE49-F238E27FC236}">
                <a16:creationId xmlns:a16="http://schemas.microsoft.com/office/drawing/2014/main" id="{F25561F1-C25A-46C8-8C68-CECBBBC9EC35}"/>
              </a:ext>
            </a:extLst>
          </p:cNvPr>
          <p:cNvSpPr>
            <a:spLocks noGrp="1"/>
          </p:cNvSpPr>
          <p:nvPr/>
        </p:nvSpPr>
        <p:spPr>
          <a:xfrm>
            <a:off x="1454982" y="1129157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16344" y="18605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now_49::62_path">
            <a:extLst>
              <a:ext uri="{FF2B5EF4-FFF2-40B4-BE49-F238E27FC236}">
                <a16:creationId xmlns:a16="http://schemas.microsoft.com/office/drawing/2014/main" id="{6A93005E-E647-4D99-BE8E-A85FD016112F}"/>
              </a:ext>
            </a:extLst>
          </p:cNvPr>
          <p:cNvSpPr>
            <a:spLocks noGrp="1"/>
          </p:cNvSpPr>
          <p:nvPr/>
        </p:nvSpPr>
        <p:spPr>
          <a:xfrm>
            <a:off x="1478756" y="1094145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30956" y="53618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now_49::63_path">
            <a:extLst>
              <a:ext uri="{FF2B5EF4-FFF2-40B4-BE49-F238E27FC236}">
                <a16:creationId xmlns:a16="http://schemas.microsoft.com/office/drawing/2014/main" id="{DB8AAEA4-ABE7-4790-94E7-C0BFEAA6E729}"/>
              </a:ext>
            </a:extLst>
          </p:cNvPr>
          <p:cNvSpPr>
            <a:spLocks noGrp="1"/>
          </p:cNvSpPr>
          <p:nvPr/>
        </p:nvSpPr>
        <p:spPr>
          <a:xfrm>
            <a:off x="1466235" y="1109667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24285" y="4852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now_49::64_path">
            <a:extLst>
              <a:ext uri="{FF2B5EF4-FFF2-40B4-BE49-F238E27FC236}">
                <a16:creationId xmlns:a16="http://schemas.microsoft.com/office/drawing/2014/main" id="{3AE57AEE-A972-4478-BDD7-010A5CB4028D}"/>
              </a:ext>
            </a:extLst>
          </p:cNvPr>
          <p:cNvSpPr>
            <a:spLocks noGrp="1"/>
          </p:cNvSpPr>
          <p:nvPr/>
        </p:nvSpPr>
        <p:spPr>
          <a:xfrm>
            <a:off x="1490520" y="1091062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0" y="23457"/>
                </a:moveTo>
                <a:lnTo>
                  <a:pt x="7941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now_49::65_path">
            <a:extLst>
              <a:ext uri="{FF2B5EF4-FFF2-40B4-BE49-F238E27FC236}">
                <a16:creationId xmlns:a16="http://schemas.microsoft.com/office/drawing/2014/main" id="{4046AE67-62E1-4644-B465-28DB49317C5F}"/>
              </a:ext>
            </a:extLst>
          </p:cNvPr>
          <p:cNvSpPr>
            <a:spLocks noGrp="1"/>
          </p:cNvSpPr>
          <p:nvPr/>
        </p:nvSpPr>
        <p:spPr>
          <a:xfrm>
            <a:off x="1509713" y="1094145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0" y="53618"/>
                </a:moveTo>
                <a:lnTo>
                  <a:pt x="30956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now_49::66_path">
            <a:extLst>
              <a:ext uri="{FF2B5EF4-FFF2-40B4-BE49-F238E27FC236}">
                <a16:creationId xmlns:a16="http://schemas.microsoft.com/office/drawing/2014/main" id="{D60E0D64-72FC-46E7-91F6-097C76B4E3BE}"/>
              </a:ext>
            </a:extLst>
          </p:cNvPr>
          <p:cNvSpPr>
            <a:spLocks noGrp="1"/>
          </p:cNvSpPr>
          <p:nvPr/>
        </p:nvSpPr>
        <p:spPr>
          <a:xfrm>
            <a:off x="1520965" y="1091062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7941" y="23457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now_49::67_path">
            <a:extLst>
              <a:ext uri="{FF2B5EF4-FFF2-40B4-BE49-F238E27FC236}">
                <a16:creationId xmlns:a16="http://schemas.microsoft.com/office/drawing/2014/main" id="{81D63111-88F1-4CE9-9B35-9F70C178DECF}"/>
              </a:ext>
            </a:extLst>
          </p:cNvPr>
          <p:cNvSpPr>
            <a:spLocks noGrp="1"/>
          </p:cNvSpPr>
          <p:nvPr/>
        </p:nvSpPr>
        <p:spPr>
          <a:xfrm>
            <a:off x="1528905" y="1109667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0" y="4852"/>
                </a:moveTo>
                <a:lnTo>
                  <a:pt x="24285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lock_67::68_ellipse">
            <a:extLst>
              <a:ext uri="{FF2B5EF4-FFF2-40B4-BE49-F238E27FC236}">
                <a16:creationId xmlns:a16="http://schemas.microsoft.com/office/drawing/2014/main" id="{D964C1D2-681F-452E-AEF2-D8F634EF8FD6}"/>
              </a:ext>
            </a:extLst>
          </p:cNvPr>
          <p:cNvSpPr>
            <a:spLocks noGrp="1"/>
          </p:cNvSpPr>
          <p:nvPr/>
        </p:nvSpPr>
        <p:spPr>
          <a:xfrm>
            <a:off x="1723873" y="1104900"/>
            <a:ext cx="56693" cy="106680"/>
          </a:xfrm>
          <a:prstGeom prst="ellipse">
            <a:avLst/>
          </a:prstGeom>
          <a:noFill/>
          <a:ln w="18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lock_67::69_roundRect">
            <a:extLst>
              <a:ext uri="{FF2B5EF4-FFF2-40B4-BE49-F238E27FC236}">
                <a16:creationId xmlns:a16="http://schemas.microsoft.com/office/drawing/2014/main" id="{5DECAD32-A244-464A-AE5C-12CFDC641D6F}"/>
              </a:ext>
            </a:extLst>
          </p:cNvPr>
          <p:cNvSpPr>
            <a:spLocks noGrp="1"/>
          </p:cNvSpPr>
          <p:nvPr/>
        </p:nvSpPr>
        <p:spPr>
          <a:xfrm>
            <a:off x="1704975" y="1165860"/>
            <a:ext cx="94488" cy="91440"/>
          </a:xfrm>
          <a:prstGeom prst="roundRect">
            <a:avLst>
              <a:gd name="adj" fmla="val 14583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lock_67::70_ellipse">
            <a:extLst>
              <a:ext uri="{FF2B5EF4-FFF2-40B4-BE49-F238E27FC236}">
                <a16:creationId xmlns:a16="http://schemas.microsoft.com/office/drawing/2014/main" id="{5A5EEE27-2C59-41CA-A2EE-35DC1F46BA6A}"/>
              </a:ext>
            </a:extLst>
          </p:cNvPr>
          <p:cNvSpPr>
            <a:spLocks noGrp="1"/>
          </p:cNvSpPr>
          <p:nvPr/>
        </p:nvSpPr>
        <p:spPr>
          <a:xfrm>
            <a:off x="1742770" y="1191768"/>
            <a:ext cx="18898" cy="24384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lock_67::71_rect">
            <a:extLst>
              <a:ext uri="{FF2B5EF4-FFF2-40B4-BE49-F238E27FC236}">
                <a16:creationId xmlns:a16="http://schemas.microsoft.com/office/drawing/2014/main" id="{E1B506EF-35A4-436D-B200-536455297382}"/>
              </a:ext>
            </a:extLst>
          </p:cNvPr>
          <p:cNvSpPr>
            <a:spLocks noGrp="1"/>
          </p:cNvSpPr>
          <p:nvPr/>
        </p:nvSpPr>
        <p:spPr>
          <a:xfrm>
            <a:off x="1747967" y="1208532"/>
            <a:ext cx="8504" cy="25908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72_textbox">
            <a:extLst>
              <a:ext uri="{FF2B5EF4-FFF2-40B4-BE49-F238E27FC236}">
                <a16:creationId xmlns:a16="http://schemas.microsoft.com/office/drawing/2014/main" id="{B8D1BF4D-8251-432D-8139-45AF9A978F04}"/>
              </a:ext>
            </a:extLst>
          </p:cNvPr>
          <p:cNvSpPr>
            <a:spLocks noGrp="1"/>
          </p:cNvSpPr>
          <p:nvPr/>
        </p:nvSpPr>
        <p:spPr>
          <a:xfrm>
            <a:off x="1666875" y="1724025"/>
            <a:ext cx="161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⋮</a:t>
            </a:r>
          </a:p>
        </p:txBody>
      </p:sp>
      <p:sp>
        <p:nvSpPr>
          <p:cNvPr id="75" name="75_path">
            <a:extLst>
              <a:ext uri="{FF2B5EF4-FFF2-40B4-BE49-F238E27FC236}">
                <a16:creationId xmlns:a16="http://schemas.microsoft.com/office/drawing/2014/main" id="{60A4C353-73EB-43FC-B094-4D1921056552}"/>
              </a:ext>
            </a:extLst>
          </p:cNvPr>
          <p:cNvSpPr>
            <a:spLocks noGrp="1"/>
          </p:cNvSpPr>
          <p:nvPr/>
        </p:nvSpPr>
        <p:spPr>
          <a:xfrm>
            <a:off x="1400175" y="2038350"/>
            <a:ext cx="647700" cy="438150"/>
          </a:xfrm>
          <a:custGeom>
            <a:avLst/>
            <a:gdLst/>
            <a:ahLst/>
            <a:cxnLst/>
            <a:rect l="0" t="0" r="0" b="0"/>
            <a:pathLst>
              <a:path w="647700" h="438150">
                <a:moveTo>
                  <a:pt x="0" y="0"/>
                </a:moveTo>
                <a:lnTo>
                  <a:pt x="647700" y="66675"/>
                </a:lnTo>
                <a:lnTo>
                  <a:pt x="647700" y="342900"/>
                </a:lnTo>
                <a:lnTo>
                  <a:pt x="0" y="438150"/>
                </a:lnTo>
                <a:close/>
              </a:path>
            </a:pathLst>
          </a:custGeom>
          <a:gradFill>
            <a:gsLst>
              <a:gs pos="0">
                <a:srgbClr val="E7CA6D"/>
              </a:gs>
              <a:gs pos="100000">
                <a:srgbClr val="F3D77B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ymbol_75::76_textbox">
            <a:extLst>
              <a:ext uri="{FF2B5EF4-FFF2-40B4-BE49-F238E27FC236}">
                <a16:creationId xmlns:a16="http://schemas.microsoft.com/office/drawing/2014/main" id="{A6A60DE8-C8DD-4C2D-A96F-F839D1B3BA81}"/>
              </a:ext>
            </a:extLst>
          </p:cNvPr>
          <p:cNvSpPr>
            <a:spLocks noGrp="1"/>
          </p:cNvSpPr>
          <p:nvPr/>
        </p:nvSpPr>
        <p:spPr>
          <a:xfrm>
            <a:off x="1628775" y="2105025"/>
            <a:ext cx="161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E</a:t>
            </a:r>
          </a:p>
        </p:txBody>
      </p:sp>
      <p:sp>
        <p:nvSpPr>
          <p:cNvPr id="77" name="symbol_75::77_textbox">
            <a:extLst>
              <a:ext uri="{FF2B5EF4-FFF2-40B4-BE49-F238E27FC236}">
                <a16:creationId xmlns:a16="http://schemas.microsoft.com/office/drawing/2014/main" id="{61246D85-B37E-41ED-B693-2FC1E63D8569}"/>
              </a:ext>
            </a:extLst>
          </p:cNvPr>
          <p:cNvSpPr>
            <a:spLocks noGrp="1"/>
          </p:cNvSpPr>
          <p:nvPr/>
        </p:nvSpPr>
        <p:spPr>
          <a:xfrm>
            <a:off x="1752600" y="2199037"/>
            <a:ext cx="190500" cy="140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78" name="snow_77::78_path">
            <a:extLst>
              <a:ext uri="{FF2B5EF4-FFF2-40B4-BE49-F238E27FC236}">
                <a16:creationId xmlns:a16="http://schemas.microsoft.com/office/drawing/2014/main" id="{86F25E13-7FB4-4F5E-B384-DCD13EEACBDA}"/>
              </a:ext>
            </a:extLst>
          </p:cNvPr>
          <p:cNvSpPr>
            <a:spLocks noGrp="1"/>
          </p:cNvSpPr>
          <p:nvPr/>
        </p:nvSpPr>
        <p:spPr>
          <a:xfrm>
            <a:off x="1509713" y="1919288"/>
            <a:ext cx="61913" cy="95"/>
          </a:xfrm>
          <a:custGeom>
            <a:avLst/>
            <a:gdLst/>
            <a:ahLst/>
            <a:cxnLst/>
            <a:rect l="0" t="0" r="0" b="0"/>
            <a:pathLst>
              <a:path w="61913" h="95">
                <a:moveTo>
                  <a:pt x="0" y="0"/>
                </a:moveTo>
                <a:lnTo>
                  <a:pt x="61913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now_77::79_path">
            <a:extLst>
              <a:ext uri="{FF2B5EF4-FFF2-40B4-BE49-F238E27FC236}">
                <a16:creationId xmlns:a16="http://schemas.microsoft.com/office/drawing/2014/main" id="{5972942B-5B70-430E-AA5C-A1A9D8120A0A}"/>
              </a:ext>
            </a:extLst>
          </p:cNvPr>
          <p:cNvSpPr>
            <a:spLocks noGrp="1"/>
          </p:cNvSpPr>
          <p:nvPr/>
        </p:nvSpPr>
        <p:spPr>
          <a:xfrm>
            <a:off x="1548098" y="1900682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0" y="18605"/>
                </a:moveTo>
                <a:lnTo>
                  <a:pt x="16344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now_77::80_path">
            <a:extLst>
              <a:ext uri="{FF2B5EF4-FFF2-40B4-BE49-F238E27FC236}">
                <a16:creationId xmlns:a16="http://schemas.microsoft.com/office/drawing/2014/main" id="{D47119B0-1A54-4D30-9DC6-503CFB97E7C1}"/>
              </a:ext>
            </a:extLst>
          </p:cNvPr>
          <p:cNvSpPr>
            <a:spLocks noGrp="1"/>
          </p:cNvSpPr>
          <p:nvPr/>
        </p:nvSpPr>
        <p:spPr>
          <a:xfrm>
            <a:off x="1548098" y="1919288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0" y="0"/>
                </a:moveTo>
                <a:lnTo>
                  <a:pt x="16344" y="18605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now_77::81_path">
            <a:extLst>
              <a:ext uri="{FF2B5EF4-FFF2-40B4-BE49-F238E27FC236}">
                <a16:creationId xmlns:a16="http://schemas.microsoft.com/office/drawing/2014/main" id="{B4A286AC-B682-4B20-AEB6-1DC7718FD88A}"/>
              </a:ext>
            </a:extLst>
          </p:cNvPr>
          <p:cNvSpPr>
            <a:spLocks noGrp="1"/>
          </p:cNvSpPr>
          <p:nvPr/>
        </p:nvSpPr>
        <p:spPr>
          <a:xfrm>
            <a:off x="1509713" y="1919288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0" y="0"/>
                </a:moveTo>
                <a:lnTo>
                  <a:pt x="30956" y="53618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now_77::82_path">
            <a:extLst>
              <a:ext uri="{FF2B5EF4-FFF2-40B4-BE49-F238E27FC236}">
                <a16:creationId xmlns:a16="http://schemas.microsoft.com/office/drawing/2014/main" id="{D890D2D8-F641-476A-B93D-92C3D8911AB3}"/>
              </a:ext>
            </a:extLst>
          </p:cNvPr>
          <p:cNvSpPr>
            <a:spLocks noGrp="1"/>
          </p:cNvSpPr>
          <p:nvPr/>
        </p:nvSpPr>
        <p:spPr>
          <a:xfrm>
            <a:off x="1528905" y="1952531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0" y="0"/>
                </a:moveTo>
                <a:lnTo>
                  <a:pt x="24285" y="4852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now_77::83_path">
            <a:extLst>
              <a:ext uri="{FF2B5EF4-FFF2-40B4-BE49-F238E27FC236}">
                <a16:creationId xmlns:a16="http://schemas.microsoft.com/office/drawing/2014/main" id="{F7732503-92D9-43AB-BEB7-EB74E15FD356}"/>
              </a:ext>
            </a:extLst>
          </p:cNvPr>
          <p:cNvSpPr>
            <a:spLocks noGrp="1"/>
          </p:cNvSpPr>
          <p:nvPr/>
        </p:nvSpPr>
        <p:spPr>
          <a:xfrm>
            <a:off x="1520965" y="1952531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7941" y="0"/>
                </a:moveTo>
                <a:lnTo>
                  <a:pt x="0" y="23457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now_77::84_path">
            <a:extLst>
              <a:ext uri="{FF2B5EF4-FFF2-40B4-BE49-F238E27FC236}">
                <a16:creationId xmlns:a16="http://schemas.microsoft.com/office/drawing/2014/main" id="{263E2D1E-C8DD-42CE-9727-4CF78BC69423}"/>
              </a:ext>
            </a:extLst>
          </p:cNvPr>
          <p:cNvSpPr>
            <a:spLocks noGrp="1"/>
          </p:cNvSpPr>
          <p:nvPr/>
        </p:nvSpPr>
        <p:spPr>
          <a:xfrm>
            <a:off x="1478756" y="1919288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30956" y="0"/>
                </a:moveTo>
                <a:lnTo>
                  <a:pt x="0" y="53618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now_77::85_path">
            <a:extLst>
              <a:ext uri="{FF2B5EF4-FFF2-40B4-BE49-F238E27FC236}">
                <a16:creationId xmlns:a16="http://schemas.microsoft.com/office/drawing/2014/main" id="{1D368DBB-9443-4347-89D8-FE38597E5BD2}"/>
              </a:ext>
            </a:extLst>
          </p:cNvPr>
          <p:cNvSpPr>
            <a:spLocks noGrp="1"/>
          </p:cNvSpPr>
          <p:nvPr/>
        </p:nvSpPr>
        <p:spPr>
          <a:xfrm>
            <a:off x="1490520" y="1952531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0" y="0"/>
                </a:moveTo>
                <a:lnTo>
                  <a:pt x="7941" y="23457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now_77::86_path">
            <a:extLst>
              <a:ext uri="{FF2B5EF4-FFF2-40B4-BE49-F238E27FC236}">
                <a16:creationId xmlns:a16="http://schemas.microsoft.com/office/drawing/2014/main" id="{98787018-2D6E-46B2-B9AB-EE4837C7A9E5}"/>
              </a:ext>
            </a:extLst>
          </p:cNvPr>
          <p:cNvSpPr>
            <a:spLocks noGrp="1"/>
          </p:cNvSpPr>
          <p:nvPr/>
        </p:nvSpPr>
        <p:spPr>
          <a:xfrm>
            <a:off x="1466235" y="1952531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24285" y="0"/>
                </a:moveTo>
                <a:lnTo>
                  <a:pt x="0" y="4852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now_77::87_path">
            <a:extLst>
              <a:ext uri="{FF2B5EF4-FFF2-40B4-BE49-F238E27FC236}">
                <a16:creationId xmlns:a16="http://schemas.microsoft.com/office/drawing/2014/main" id="{0DB5A8A6-DD37-4A63-89A5-EAB0837616BB}"/>
              </a:ext>
            </a:extLst>
          </p:cNvPr>
          <p:cNvSpPr>
            <a:spLocks noGrp="1"/>
          </p:cNvSpPr>
          <p:nvPr/>
        </p:nvSpPr>
        <p:spPr>
          <a:xfrm>
            <a:off x="1447800" y="1919288"/>
            <a:ext cx="61913" cy="95"/>
          </a:xfrm>
          <a:custGeom>
            <a:avLst/>
            <a:gdLst/>
            <a:ahLst/>
            <a:cxnLst/>
            <a:rect l="0" t="0" r="0" b="0"/>
            <a:pathLst>
              <a:path w="61913" h="95">
                <a:moveTo>
                  <a:pt x="61913" y="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now_77::88_path">
            <a:extLst>
              <a:ext uri="{FF2B5EF4-FFF2-40B4-BE49-F238E27FC236}">
                <a16:creationId xmlns:a16="http://schemas.microsoft.com/office/drawing/2014/main" id="{9A19F82F-6BD5-4C4E-8217-1B52B8597385}"/>
              </a:ext>
            </a:extLst>
          </p:cNvPr>
          <p:cNvSpPr>
            <a:spLocks noGrp="1"/>
          </p:cNvSpPr>
          <p:nvPr/>
        </p:nvSpPr>
        <p:spPr>
          <a:xfrm>
            <a:off x="1454982" y="1919288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16344" y="0"/>
                </a:moveTo>
                <a:lnTo>
                  <a:pt x="0" y="18605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now_77::89_path">
            <a:extLst>
              <a:ext uri="{FF2B5EF4-FFF2-40B4-BE49-F238E27FC236}">
                <a16:creationId xmlns:a16="http://schemas.microsoft.com/office/drawing/2014/main" id="{4B6E041D-CB40-48D1-BDF7-8E827F9BB4EF}"/>
              </a:ext>
            </a:extLst>
          </p:cNvPr>
          <p:cNvSpPr>
            <a:spLocks noGrp="1"/>
          </p:cNvSpPr>
          <p:nvPr/>
        </p:nvSpPr>
        <p:spPr>
          <a:xfrm>
            <a:off x="1454982" y="1900682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16344" y="18605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now_77::90_path">
            <a:extLst>
              <a:ext uri="{FF2B5EF4-FFF2-40B4-BE49-F238E27FC236}">
                <a16:creationId xmlns:a16="http://schemas.microsoft.com/office/drawing/2014/main" id="{19BA72DE-5303-4242-B661-1055ED366FCF}"/>
              </a:ext>
            </a:extLst>
          </p:cNvPr>
          <p:cNvSpPr>
            <a:spLocks noGrp="1"/>
          </p:cNvSpPr>
          <p:nvPr/>
        </p:nvSpPr>
        <p:spPr>
          <a:xfrm>
            <a:off x="1478756" y="1865670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30956" y="53618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now_77::91_path">
            <a:extLst>
              <a:ext uri="{FF2B5EF4-FFF2-40B4-BE49-F238E27FC236}">
                <a16:creationId xmlns:a16="http://schemas.microsoft.com/office/drawing/2014/main" id="{B40C95AC-1A8F-4862-B66F-94B47487D667}"/>
              </a:ext>
            </a:extLst>
          </p:cNvPr>
          <p:cNvSpPr>
            <a:spLocks noGrp="1"/>
          </p:cNvSpPr>
          <p:nvPr/>
        </p:nvSpPr>
        <p:spPr>
          <a:xfrm>
            <a:off x="1466235" y="1881192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24285" y="4852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now_77::92_path">
            <a:extLst>
              <a:ext uri="{FF2B5EF4-FFF2-40B4-BE49-F238E27FC236}">
                <a16:creationId xmlns:a16="http://schemas.microsoft.com/office/drawing/2014/main" id="{BA4F3F69-590B-470E-B42A-DD0CF6736A44}"/>
              </a:ext>
            </a:extLst>
          </p:cNvPr>
          <p:cNvSpPr>
            <a:spLocks noGrp="1"/>
          </p:cNvSpPr>
          <p:nvPr/>
        </p:nvSpPr>
        <p:spPr>
          <a:xfrm>
            <a:off x="1490520" y="1862587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0" y="23457"/>
                </a:moveTo>
                <a:lnTo>
                  <a:pt x="7941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now_77::93_path">
            <a:extLst>
              <a:ext uri="{FF2B5EF4-FFF2-40B4-BE49-F238E27FC236}">
                <a16:creationId xmlns:a16="http://schemas.microsoft.com/office/drawing/2014/main" id="{BD85FAB4-7F06-4B5F-BAA3-0810B7A919F5}"/>
              </a:ext>
            </a:extLst>
          </p:cNvPr>
          <p:cNvSpPr>
            <a:spLocks noGrp="1"/>
          </p:cNvSpPr>
          <p:nvPr/>
        </p:nvSpPr>
        <p:spPr>
          <a:xfrm>
            <a:off x="1509713" y="1865670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0" y="53618"/>
                </a:moveTo>
                <a:lnTo>
                  <a:pt x="30956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now_77::94_path">
            <a:extLst>
              <a:ext uri="{FF2B5EF4-FFF2-40B4-BE49-F238E27FC236}">
                <a16:creationId xmlns:a16="http://schemas.microsoft.com/office/drawing/2014/main" id="{BC8513C4-5980-4238-8696-1F5C08E4D6EA}"/>
              </a:ext>
            </a:extLst>
          </p:cNvPr>
          <p:cNvSpPr>
            <a:spLocks noGrp="1"/>
          </p:cNvSpPr>
          <p:nvPr/>
        </p:nvSpPr>
        <p:spPr>
          <a:xfrm>
            <a:off x="1520965" y="1862587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7941" y="23457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now_77::95_path">
            <a:extLst>
              <a:ext uri="{FF2B5EF4-FFF2-40B4-BE49-F238E27FC236}">
                <a16:creationId xmlns:a16="http://schemas.microsoft.com/office/drawing/2014/main" id="{FD306271-9E43-4730-9E03-2384D302C948}"/>
              </a:ext>
            </a:extLst>
          </p:cNvPr>
          <p:cNvSpPr>
            <a:spLocks noGrp="1"/>
          </p:cNvSpPr>
          <p:nvPr/>
        </p:nvSpPr>
        <p:spPr>
          <a:xfrm>
            <a:off x="1528905" y="1881192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0" y="4852"/>
                </a:moveTo>
                <a:lnTo>
                  <a:pt x="24285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96_textbox">
            <a:extLst>
              <a:ext uri="{FF2B5EF4-FFF2-40B4-BE49-F238E27FC236}">
                <a16:creationId xmlns:a16="http://schemas.microsoft.com/office/drawing/2014/main" id="{3D6D728B-5BE0-4CE4-95E6-936399B6CFB6}"/>
              </a:ext>
            </a:extLst>
          </p:cNvPr>
          <p:cNvSpPr>
            <a:spLocks noGrp="1"/>
          </p:cNvSpPr>
          <p:nvPr/>
        </p:nvSpPr>
        <p:spPr>
          <a:xfrm>
            <a:off x="1666875" y="2495550"/>
            <a:ext cx="161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⋮</a:t>
            </a:r>
          </a:p>
        </p:txBody>
      </p:sp>
      <p:sp>
        <p:nvSpPr>
          <p:cNvPr id="99" name="99_path">
            <a:extLst>
              <a:ext uri="{FF2B5EF4-FFF2-40B4-BE49-F238E27FC236}">
                <a16:creationId xmlns:a16="http://schemas.microsoft.com/office/drawing/2014/main" id="{1BBDDCFD-F9E9-4F61-900D-02493737E2E6}"/>
              </a:ext>
            </a:extLst>
          </p:cNvPr>
          <p:cNvSpPr>
            <a:spLocks noGrp="1"/>
          </p:cNvSpPr>
          <p:nvPr/>
        </p:nvSpPr>
        <p:spPr>
          <a:xfrm>
            <a:off x="1400175" y="2876550"/>
            <a:ext cx="647700" cy="438150"/>
          </a:xfrm>
          <a:custGeom>
            <a:avLst/>
            <a:gdLst/>
            <a:ahLst/>
            <a:cxnLst/>
            <a:rect l="0" t="0" r="0" b="0"/>
            <a:pathLst>
              <a:path w="647700" h="438150">
                <a:moveTo>
                  <a:pt x="0" y="0"/>
                </a:moveTo>
                <a:lnTo>
                  <a:pt x="647700" y="66675"/>
                </a:lnTo>
                <a:lnTo>
                  <a:pt x="647700" y="342900"/>
                </a:lnTo>
                <a:lnTo>
                  <a:pt x="0" y="438150"/>
                </a:lnTo>
                <a:close/>
              </a:path>
            </a:pathLst>
          </a:custGeom>
          <a:gradFill>
            <a:gsLst>
              <a:gs pos="0">
                <a:srgbClr val="ACD0E1"/>
              </a:gs>
              <a:gs pos="100000">
                <a:srgbClr val="BDDCEB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ymbol_99::100_textbox">
            <a:extLst>
              <a:ext uri="{FF2B5EF4-FFF2-40B4-BE49-F238E27FC236}">
                <a16:creationId xmlns:a16="http://schemas.microsoft.com/office/drawing/2014/main" id="{5BC5D5C3-0E3E-43C4-8BC5-C5BAE59D79C3}"/>
              </a:ext>
            </a:extLst>
          </p:cNvPr>
          <p:cNvSpPr>
            <a:spLocks noGrp="1"/>
          </p:cNvSpPr>
          <p:nvPr/>
        </p:nvSpPr>
        <p:spPr>
          <a:xfrm>
            <a:off x="1628775" y="2943225"/>
            <a:ext cx="161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E</a:t>
            </a:r>
          </a:p>
        </p:txBody>
      </p:sp>
      <p:sp>
        <p:nvSpPr>
          <p:cNvPr id="101" name="symbol_99::101_textbox">
            <a:extLst>
              <a:ext uri="{FF2B5EF4-FFF2-40B4-BE49-F238E27FC236}">
                <a16:creationId xmlns:a16="http://schemas.microsoft.com/office/drawing/2014/main" id="{E2B8BAEB-DF71-4962-AD08-412D4888F5E1}"/>
              </a:ext>
            </a:extLst>
          </p:cNvPr>
          <p:cNvSpPr>
            <a:spLocks noGrp="1"/>
          </p:cNvSpPr>
          <p:nvPr/>
        </p:nvSpPr>
        <p:spPr>
          <a:xfrm>
            <a:off x="1752600" y="3037237"/>
            <a:ext cx="190500" cy="140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13</a:t>
            </a:r>
          </a:p>
        </p:txBody>
      </p:sp>
      <p:sp>
        <p:nvSpPr>
          <p:cNvPr id="102" name="snow_101::102_path">
            <a:extLst>
              <a:ext uri="{FF2B5EF4-FFF2-40B4-BE49-F238E27FC236}">
                <a16:creationId xmlns:a16="http://schemas.microsoft.com/office/drawing/2014/main" id="{92F9F0B5-D53D-4E0D-874D-A839091509D8}"/>
              </a:ext>
            </a:extLst>
          </p:cNvPr>
          <p:cNvSpPr>
            <a:spLocks noGrp="1"/>
          </p:cNvSpPr>
          <p:nvPr/>
        </p:nvSpPr>
        <p:spPr>
          <a:xfrm>
            <a:off x="1509713" y="2757488"/>
            <a:ext cx="61913" cy="95"/>
          </a:xfrm>
          <a:custGeom>
            <a:avLst/>
            <a:gdLst/>
            <a:ahLst/>
            <a:cxnLst/>
            <a:rect l="0" t="0" r="0" b="0"/>
            <a:pathLst>
              <a:path w="61913" h="95">
                <a:moveTo>
                  <a:pt x="0" y="0"/>
                </a:moveTo>
                <a:lnTo>
                  <a:pt x="61913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now_101::103_path">
            <a:extLst>
              <a:ext uri="{FF2B5EF4-FFF2-40B4-BE49-F238E27FC236}">
                <a16:creationId xmlns:a16="http://schemas.microsoft.com/office/drawing/2014/main" id="{C17668A1-45C9-409E-BC7E-5A400C351E9F}"/>
              </a:ext>
            </a:extLst>
          </p:cNvPr>
          <p:cNvSpPr>
            <a:spLocks noGrp="1"/>
          </p:cNvSpPr>
          <p:nvPr/>
        </p:nvSpPr>
        <p:spPr>
          <a:xfrm>
            <a:off x="1548098" y="2738882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0" y="18605"/>
                </a:moveTo>
                <a:lnTo>
                  <a:pt x="16344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now_101::104_path">
            <a:extLst>
              <a:ext uri="{FF2B5EF4-FFF2-40B4-BE49-F238E27FC236}">
                <a16:creationId xmlns:a16="http://schemas.microsoft.com/office/drawing/2014/main" id="{0A4C9FB6-7F60-41BF-ACAC-DF608DC12E6C}"/>
              </a:ext>
            </a:extLst>
          </p:cNvPr>
          <p:cNvSpPr>
            <a:spLocks noGrp="1"/>
          </p:cNvSpPr>
          <p:nvPr/>
        </p:nvSpPr>
        <p:spPr>
          <a:xfrm>
            <a:off x="1548098" y="2757488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0" y="0"/>
                </a:moveTo>
                <a:lnTo>
                  <a:pt x="16344" y="18605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now_101::105_path">
            <a:extLst>
              <a:ext uri="{FF2B5EF4-FFF2-40B4-BE49-F238E27FC236}">
                <a16:creationId xmlns:a16="http://schemas.microsoft.com/office/drawing/2014/main" id="{B8721B7F-1071-4FDF-AE9B-4E933FF1C4A6}"/>
              </a:ext>
            </a:extLst>
          </p:cNvPr>
          <p:cNvSpPr>
            <a:spLocks noGrp="1"/>
          </p:cNvSpPr>
          <p:nvPr/>
        </p:nvSpPr>
        <p:spPr>
          <a:xfrm>
            <a:off x="1509713" y="2757488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0" y="0"/>
                </a:moveTo>
                <a:lnTo>
                  <a:pt x="30956" y="53618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now_101::106_path">
            <a:extLst>
              <a:ext uri="{FF2B5EF4-FFF2-40B4-BE49-F238E27FC236}">
                <a16:creationId xmlns:a16="http://schemas.microsoft.com/office/drawing/2014/main" id="{677C92BD-8BD2-49C9-BCD4-C2D64FBABE2B}"/>
              </a:ext>
            </a:extLst>
          </p:cNvPr>
          <p:cNvSpPr>
            <a:spLocks noGrp="1"/>
          </p:cNvSpPr>
          <p:nvPr/>
        </p:nvSpPr>
        <p:spPr>
          <a:xfrm>
            <a:off x="1528905" y="2790731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0" y="0"/>
                </a:moveTo>
                <a:lnTo>
                  <a:pt x="24285" y="4852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now_101::107_path">
            <a:extLst>
              <a:ext uri="{FF2B5EF4-FFF2-40B4-BE49-F238E27FC236}">
                <a16:creationId xmlns:a16="http://schemas.microsoft.com/office/drawing/2014/main" id="{ED047B34-3661-43C5-84C5-28E381A10EB0}"/>
              </a:ext>
            </a:extLst>
          </p:cNvPr>
          <p:cNvSpPr>
            <a:spLocks noGrp="1"/>
          </p:cNvSpPr>
          <p:nvPr/>
        </p:nvSpPr>
        <p:spPr>
          <a:xfrm>
            <a:off x="1520965" y="2790731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7941" y="0"/>
                </a:moveTo>
                <a:lnTo>
                  <a:pt x="0" y="23457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now_101::108_path">
            <a:extLst>
              <a:ext uri="{FF2B5EF4-FFF2-40B4-BE49-F238E27FC236}">
                <a16:creationId xmlns:a16="http://schemas.microsoft.com/office/drawing/2014/main" id="{A2347D77-6178-40B9-B405-335BF078BB83}"/>
              </a:ext>
            </a:extLst>
          </p:cNvPr>
          <p:cNvSpPr>
            <a:spLocks noGrp="1"/>
          </p:cNvSpPr>
          <p:nvPr/>
        </p:nvSpPr>
        <p:spPr>
          <a:xfrm>
            <a:off x="1478756" y="2757488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30956" y="0"/>
                </a:moveTo>
                <a:lnTo>
                  <a:pt x="0" y="53618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now_101::109_path">
            <a:extLst>
              <a:ext uri="{FF2B5EF4-FFF2-40B4-BE49-F238E27FC236}">
                <a16:creationId xmlns:a16="http://schemas.microsoft.com/office/drawing/2014/main" id="{2189D80E-B7CD-492C-BEB7-07630764E35C}"/>
              </a:ext>
            </a:extLst>
          </p:cNvPr>
          <p:cNvSpPr>
            <a:spLocks noGrp="1"/>
          </p:cNvSpPr>
          <p:nvPr/>
        </p:nvSpPr>
        <p:spPr>
          <a:xfrm>
            <a:off x="1490520" y="2790731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0" y="0"/>
                </a:moveTo>
                <a:lnTo>
                  <a:pt x="7941" y="23457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now_101::110_path">
            <a:extLst>
              <a:ext uri="{FF2B5EF4-FFF2-40B4-BE49-F238E27FC236}">
                <a16:creationId xmlns:a16="http://schemas.microsoft.com/office/drawing/2014/main" id="{2556AF5D-4AFB-4524-82A6-9FBCAE8F1B12}"/>
              </a:ext>
            </a:extLst>
          </p:cNvPr>
          <p:cNvSpPr>
            <a:spLocks noGrp="1"/>
          </p:cNvSpPr>
          <p:nvPr/>
        </p:nvSpPr>
        <p:spPr>
          <a:xfrm>
            <a:off x="1466235" y="2790731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24285" y="0"/>
                </a:moveTo>
                <a:lnTo>
                  <a:pt x="0" y="4852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now_101::111_path">
            <a:extLst>
              <a:ext uri="{FF2B5EF4-FFF2-40B4-BE49-F238E27FC236}">
                <a16:creationId xmlns:a16="http://schemas.microsoft.com/office/drawing/2014/main" id="{FED821DC-8E4D-41CE-B76A-13F181CE41D5}"/>
              </a:ext>
            </a:extLst>
          </p:cNvPr>
          <p:cNvSpPr>
            <a:spLocks noGrp="1"/>
          </p:cNvSpPr>
          <p:nvPr/>
        </p:nvSpPr>
        <p:spPr>
          <a:xfrm>
            <a:off x="1447800" y="2757488"/>
            <a:ext cx="61913" cy="95"/>
          </a:xfrm>
          <a:custGeom>
            <a:avLst/>
            <a:gdLst/>
            <a:ahLst/>
            <a:cxnLst/>
            <a:rect l="0" t="0" r="0" b="0"/>
            <a:pathLst>
              <a:path w="61913" h="95">
                <a:moveTo>
                  <a:pt x="61913" y="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now_101::112_path">
            <a:extLst>
              <a:ext uri="{FF2B5EF4-FFF2-40B4-BE49-F238E27FC236}">
                <a16:creationId xmlns:a16="http://schemas.microsoft.com/office/drawing/2014/main" id="{D75DFD1C-C5D0-4B7F-A429-6536468DC484}"/>
              </a:ext>
            </a:extLst>
          </p:cNvPr>
          <p:cNvSpPr>
            <a:spLocks noGrp="1"/>
          </p:cNvSpPr>
          <p:nvPr/>
        </p:nvSpPr>
        <p:spPr>
          <a:xfrm>
            <a:off x="1454982" y="2757488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16344" y="0"/>
                </a:moveTo>
                <a:lnTo>
                  <a:pt x="0" y="18605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now_101::113_path">
            <a:extLst>
              <a:ext uri="{FF2B5EF4-FFF2-40B4-BE49-F238E27FC236}">
                <a16:creationId xmlns:a16="http://schemas.microsoft.com/office/drawing/2014/main" id="{9E353092-4556-4B62-9391-1D6AF7C9274E}"/>
              </a:ext>
            </a:extLst>
          </p:cNvPr>
          <p:cNvSpPr>
            <a:spLocks noGrp="1"/>
          </p:cNvSpPr>
          <p:nvPr/>
        </p:nvSpPr>
        <p:spPr>
          <a:xfrm>
            <a:off x="1454982" y="2738882"/>
            <a:ext cx="16344" cy="18605"/>
          </a:xfrm>
          <a:custGeom>
            <a:avLst/>
            <a:gdLst/>
            <a:ahLst/>
            <a:cxnLst/>
            <a:rect l="0" t="0" r="0" b="0"/>
            <a:pathLst>
              <a:path w="16344" h="18605">
                <a:moveTo>
                  <a:pt x="16344" y="18605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now_101::114_path">
            <a:extLst>
              <a:ext uri="{FF2B5EF4-FFF2-40B4-BE49-F238E27FC236}">
                <a16:creationId xmlns:a16="http://schemas.microsoft.com/office/drawing/2014/main" id="{4F52C172-2602-48B0-A678-AF8CC3695ED4}"/>
              </a:ext>
            </a:extLst>
          </p:cNvPr>
          <p:cNvSpPr>
            <a:spLocks noGrp="1"/>
          </p:cNvSpPr>
          <p:nvPr/>
        </p:nvSpPr>
        <p:spPr>
          <a:xfrm>
            <a:off x="1478756" y="2703870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30956" y="53618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now_101::115_path">
            <a:extLst>
              <a:ext uri="{FF2B5EF4-FFF2-40B4-BE49-F238E27FC236}">
                <a16:creationId xmlns:a16="http://schemas.microsoft.com/office/drawing/2014/main" id="{8C021E58-6DB1-430C-A63D-69F0F7A0E011}"/>
              </a:ext>
            </a:extLst>
          </p:cNvPr>
          <p:cNvSpPr>
            <a:spLocks noGrp="1"/>
          </p:cNvSpPr>
          <p:nvPr/>
        </p:nvSpPr>
        <p:spPr>
          <a:xfrm>
            <a:off x="1466235" y="2719392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24285" y="4852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now_101::116_path">
            <a:extLst>
              <a:ext uri="{FF2B5EF4-FFF2-40B4-BE49-F238E27FC236}">
                <a16:creationId xmlns:a16="http://schemas.microsoft.com/office/drawing/2014/main" id="{B7517D37-DD56-4FE4-8392-134BBEAFB0C4}"/>
              </a:ext>
            </a:extLst>
          </p:cNvPr>
          <p:cNvSpPr>
            <a:spLocks noGrp="1"/>
          </p:cNvSpPr>
          <p:nvPr/>
        </p:nvSpPr>
        <p:spPr>
          <a:xfrm>
            <a:off x="1490520" y="2700787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0" y="23457"/>
                </a:moveTo>
                <a:lnTo>
                  <a:pt x="7941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now_101::117_path">
            <a:extLst>
              <a:ext uri="{FF2B5EF4-FFF2-40B4-BE49-F238E27FC236}">
                <a16:creationId xmlns:a16="http://schemas.microsoft.com/office/drawing/2014/main" id="{7CBB696F-FC27-4DA2-AF4E-510B6D2B3B09}"/>
              </a:ext>
            </a:extLst>
          </p:cNvPr>
          <p:cNvSpPr>
            <a:spLocks noGrp="1"/>
          </p:cNvSpPr>
          <p:nvPr/>
        </p:nvSpPr>
        <p:spPr>
          <a:xfrm>
            <a:off x="1509713" y="2703870"/>
            <a:ext cx="30956" cy="53618"/>
          </a:xfrm>
          <a:custGeom>
            <a:avLst/>
            <a:gdLst/>
            <a:ahLst/>
            <a:cxnLst/>
            <a:rect l="0" t="0" r="0" b="0"/>
            <a:pathLst>
              <a:path w="30956" h="53618">
                <a:moveTo>
                  <a:pt x="0" y="53618"/>
                </a:moveTo>
                <a:lnTo>
                  <a:pt x="30956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now_101::118_path">
            <a:extLst>
              <a:ext uri="{FF2B5EF4-FFF2-40B4-BE49-F238E27FC236}">
                <a16:creationId xmlns:a16="http://schemas.microsoft.com/office/drawing/2014/main" id="{1C079CF9-FDD6-4A3C-85AA-A50AAE0D14B5}"/>
              </a:ext>
            </a:extLst>
          </p:cNvPr>
          <p:cNvSpPr>
            <a:spLocks noGrp="1"/>
          </p:cNvSpPr>
          <p:nvPr/>
        </p:nvSpPr>
        <p:spPr>
          <a:xfrm>
            <a:off x="1520965" y="2700787"/>
            <a:ext cx="7941" cy="23457"/>
          </a:xfrm>
          <a:custGeom>
            <a:avLst/>
            <a:gdLst/>
            <a:ahLst/>
            <a:cxnLst/>
            <a:rect l="0" t="0" r="0" b="0"/>
            <a:pathLst>
              <a:path w="7941" h="23457">
                <a:moveTo>
                  <a:pt x="7941" y="23457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now_101::119_path">
            <a:extLst>
              <a:ext uri="{FF2B5EF4-FFF2-40B4-BE49-F238E27FC236}">
                <a16:creationId xmlns:a16="http://schemas.microsoft.com/office/drawing/2014/main" id="{18ED14E4-BB8C-4C72-9231-E96F467A7171}"/>
              </a:ext>
            </a:extLst>
          </p:cNvPr>
          <p:cNvSpPr>
            <a:spLocks noGrp="1"/>
          </p:cNvSpPr>
          <p:nvPr/>
        </p:nvSpPr>
        <p:spPr>
          <a:xfrm>
            <a:off x="1528905" y="2719392"/>
            <a:ext cx="24285" cy="4852"/>
          </a:xfrm>
          <a:custGeom>
            <a:avLst/>
            <a:gdLst/>
            <a:ahLst/>
            <a:cxnLst/>
            <a:rect l="0" t="0" r="0" b="0"/>
            <a:pathLst>
              <a:path w="24285" h="4852">
                <a:moveTo>
                  <a:pt x="0" y="4852"/>
                </a:moveTo>
                <a:lnTo>
                  <a:pt x="24285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ock_119::120_ellipse">
            <a:extLst>
              <a:ext uri="{FF2B5EF4-FFF2-40B4-BE49-F238E27FC236}">
                <a16:creationId xmlns:a16="http://schemas.microsoft.com/office/drawing/2014/main" id="{C69C18DC-D466-4AF5-91B3-7964FC4C45CB}"/>
              </a:ext>
            </a:extLst>
          </p:cNvPr>
          <p:cNvSpPr>
            <a:spLocks noGrp="1"/>
          </p:cNvSpPr>
          <p:nvPr/>
        </p:nvSpPr>
        <p:spPr>
          <a:xfrm>
            <a:off x="1723873" y="2714625"/>
            <a:ext cx="56693" cy="106680"/>
          </a:xfrm>
          <a:prstGeom prst="ellipse">
            <a:avLst/>
          </a:prstGeom>
          <a:noFill/>
          <a:ln w="18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lock_119::121_roundRect">
            <a:extLst>
              <a:ext uri="{FF2B5EF4-FFF2-40B4-BE49-F238E27FC236}">
                <a16:creationId xmlns:a16="http://schemas.microsoft.com/office/drawing/2014/main" id="{6CF2B346-4B24-449D-8296-CA74339A4F78}"/>
              </a:ext>
            </a:extLst>
          </p:cNvPr>
          <p:cNvSpPr>
            <a:spLocks noGrp="1"/>
          </p:cNvSpPr>
          <p:nvPr/>
        </p:nvSpPr>
        <p:spPr>
          <a:xfrm>
            <a:off x="1704975" y="2775585"/>
            <a:ext cx="94488" cy="91440"/>
          </a:xfrm>
          <a:prstGeom prst="roundRect">
            <a:avLst>
              <a:gd name="adj" fmla="val 14583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ock_119::122_ellipse">
            <a:extLst>
              <a:ext uri="{FF2B5EF4-FFF2-40B4-BE49-F238E27FC236}">
                <a16:creationId xmlns:a16="http://schemas.microsoft.com/office/drawing/2014/main" id="{0B8ED1DD-7582-473B-A5B1-50D4120C712F}"/>
              </a:ext>
            </a:extLst>
          </p:cNvPr>
          <p:cNvSpPr>
            <a:spLocks noGrp="1"/>
          </p:cNvSpPr>
          <p:nvPr/>
        </p:nvSpPr>
        <p:spPr>
          <a:xfrm>
            <a:off x="1742770" y="2801493"/>
            <a:ext cx="18898" cy="24384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lock_119::123_rect">
            <a:extLst>
              <a:ext uri="{FF2B5EF4-FFF2-40B4-BE49-F238E27FC236}">
                <a16:creationId xmlns:a16="http://schemas.microsoft.com/office/drawing/2014/main" id="{F35FB5B8-39DE-4313-9B8F-1E33B91CE051}"/>
              </a:ext>
            </a:extLst>
          </p:cNvPr>
          <p:cNvSpPr>
            <a:spLocks noGrp="1"/>
          </p:cNvSpPr>
          <p:nvPr/>
        </p:nvSpPr>
        <p:spPr>
          <a:xfrm>
            <a:off x="1747967" y="2818257"/>
            <a:ext cx="8504" cy="25908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126_textbox">
            <a:extLst>
              <a:ext uri="{FF2B5EF4-FFF2-40B4-BE49-F238E27FC236}">
                <a16:creationId xmlns:a16="http://schemas.microsoft.com/office/drawing/2014/main" id="{4D1B7646-4AD0-4C12-A795-A836003D5FB1}"/>
              </a:ext>
            </a:extLst>
          </p:cNvPr>
          <p:cNvSpPr>
            <a:spLocks noGrp="1"/>
          </p:cNvSpPr>
          <p:nvPr/>
        </p:nvSpPr>
        <p:spPr>
          <a:xfrm>
            <a:off x="1362075" y="3457575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13 task</a:t>
            </a:r>
          </a:p>
        </p:txBody>
      </p:sp>
      <p:sp>
        <p:nvSpPr>
          <p:cNvPr id="127" name="127_textbox">
            <a:extLst>
              <a:ext uri="{FF2B5EF4-FFF2-40B4-BE49-F238E27FC236}">
                <a16:creationId xmlns:a16="http://schemas.microsoft.com/office/drawing/2014/main" id="{29803AE5-2BCB-42AB-9AC0-DF82A76E2DDD}"/>
              </a:ext>
            </a:extLst>
          </p:cNvPr>
          <p:cNvSpPr>
            <a:spLocks noGrp="1"/>
          </p:cNvSpPr>
          <p:nvPr/>
        </p:nvSpPr>
        <p:spPr>
          <a:xfrm>
            <a:off x="1343025" y="362902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specialists</a:t>
            </a:r>
          </a:p>
        </p:txBody>
      </p:sp>
      <p:sp>
        <p:nvSpPr>
          <p:cNvPr id="128" name="matrix_127::128_path">
            <a:extLst>
              <a:ext uri="{FF2B5EF4-FFF2-40B4-BE49-F238E27FC236}">
                <a16:creationId xmlns:a16="http://schemas.microsoft.com/office/drawing/2014/main" id="{CD8CCFC9-F2C5-4873-AADB-91F65918264D}"/>
              </a:ext>
            </a:extLst>
          </p:cNvPr>
          <p:cNvSpPr>
            <a:spLocks noGrp="1"/>
          </p:cNvSpPr>
          <p:nvPr/>
        </p:nvSpPr>
        <p:spPr>
          <a:xfrm>
            <a:off x="2486025" y="1152525"/>
            <a:ext cx="438150" cy="685800"/>
          </a:xfrm>
          <a:custGeom>
            <a:avLst/>
            <a:gdLst/>
            <a:ahLst/>
            <a:cxnLst/>
            <a:rect l="0" t="0" r="0" b="0"/>
            <a:pathLst>
              <a:path w="438150" h="685800">
                <a:moveTo>
                  <a:pt x="0" y="0"/>
                </a:moveTo>
                <a:lnTo>
                  <a:pt x="438150" y="0"/>
                </a:lnTo>
                <a:lnTo>
                  <a:pt x="43815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matrix_127::129_path">
            <a:extLst>
              <a:ext uri="{FF2B5EF4-FFF2-40B4-BE49-F238E27FC236}">
                <a16:creationId xmlns:a16="http://schemas.microsoft.com/office/drawing/2014/main" id="{137483A4-6C01-4637-9671-35E81C48F95D}"/>
              </a:ext>
            </a:extLst>
          </p:cNvPr>
          <p:cNvSpPr>
            <a:spLocks noGrp="1"/>
          </p:cNvSpPr>
          <p:nvPr/>
        </p:nvSpPr>
        <p:spPr>
          <a:xfrm>
            <a:off x="2514600" y="118110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matrix_127::130_path">
            <a:extLst>
              <a:ext uri="{FF2B5EF4-FFF2-40B4-BE49-F238E27FC236}">
                <a16:creationId xmlns:a16="http://schemas.microsoft.com/office/drawing/2014/main" id="{A65B6F9B-A873-499E-BE8E-F7FF579A12C2}"/>
              </a:ext>
            </a:extLst>
          </p:cNvPr>
          <p:cNvSpPr>
            <a:spLocks noGrp="1"/>
          </p:cNvSpPr>
          <p:nvPr/>
        </p:nvSpPr>
        <p:spPr>
          <a:xfrm>
            <a:off x="2578100" y="118110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matrix_127::131_path">
            <a:extLst>
              <a:ext uri="{FF2B5EF4-FFF2-40B4-BE49-F238E27FC236}">
                <a16:creationId xmlns:a16="http://schemas.microsoft.com/office/drawing/2014/main" id="{3E8C8DD2-E1FD-434E-A24C-8EEB821469A4}"/>
              </a:ext>
            </a:extLst>
          </p:cNvPr>
          <p:cNvSpPr>
            <a:spLocks noGrp="1"/>
          </p:cNvSpPr>
          <p:nvPr/>
        </p:nvSpPr>
        <p:spPr>
          <a:xfrm>
            <a:off x="2641600" y="118110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matrix_127::132_path">
            <a:extLst>
              <a:ext uri="{FF2B5EF4-FFF2-40B4-BE49-F238E27FC236}">
                <a16:creationId xmlns:a16="http://schemas.microsoft.com/office/drawing/2014/main" id="{2E4A881F-6C53-4639-8454-202FC47BAE78}"/>
              </a:ext>
            </a:extLst>
          </p:cNvPr>
          <p:cNvSpPr>
            <a:spLocks noGrp="1"/>
          </p:cNvSpPr>
          <p:nvPr/>
        </p:nvSpPr>
        <p:spPr>
          <a:xfrm>
            <a:off x="2705100" y="118110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matrix_127::133_path">
            <a:extLst>
              <a:ext uri="{FF2B5EF4-FFF2-40B4-BE49-F238E27FC236}">
                <a16:creationId xmlns:a16="http://schemas.microsoft.com/office/drawing/2014/main" id="{1673336E-681A-4737-A372-4FAE7913DE44}"/>
              </a:ext>
            </a:extLst>
          </p:cNvPr>
          <p:cNvSpPr>
            <a:spLocks noGrp="1"/>
          </p:cNvSpPr>
          <p:nvPr/>
        </p:nvSpPr>
        <p:spPr>
          <a:xfrm>
            <a:off x="2768600" y="118110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matrix_127::134_path">
            <a:extLst>
              <a:ext uri="{FF2B5EF4-FFF2-40B4-BE49-F238E27FC236}">
                <a16:creationId xmlns:a16="http://schemas.microsoft.com/office/drawing/2014/main" id="{CAB3EF62-49DC-46A1-8B7E-F1B3E5CB2B5E}"/>
              </a:ext>
            </a:extLst>
          </p:cNvPr>
          <p:cNvSpPr>
            <a:spLocks noGrp="1"/>
          </p:cNvSpPr>
          <p:nvPr/>
        </p:nvSpPr>
        <p:spPr>
          <a:xfrm>
            <a:off x="2832100" y="118110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matrix_127::135_path">
            <a:extLst>
              <a:ext uri="{FF2B5EF4-FFF2-40B4-BE49-F238E27FC236}">
                <a16:creationId xmlns:a16="http://schemas.microsoft.com/office/drawing/2014/main" id="{C49FBAF1-A34C-400A-AE1B-ED659A401E7F}"/>
              </a:ext>
            </a:extLst>
          </p:cNvPr>
          <p:cNvSpPr>
            <a:spLocks noGrp="1"/>
          </p:cNvSpPr>
          <p:nvPr/>
        </p:nvSpPr>
        <p:spPr>
          <a:xfrm>
            <a:off x="2514600" y="122600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matrix_127::136_path">
            <a:extLst>
              <a:ext uri="{FF2B5EF4-FFF2-40B4-BE49-F238E27FC236}">
                <a16:creationId xmlns:a16="http://schemas.microsoft.com/office/drawing/2014/main" id="{A0EE7C92-7280-4182-9AB7-A184D8498E3F}"/>
              </a:ext>
            </a:extLst>
          </p:cNvPr>
          <p:cNvSpPr>
            <a:spLocks noGrp="1"/>
          </p:cNvSpPr>
          <p:nvPr/>
        </p:nvSpPr>
        <p:spPr>
          <a:xfrm>
            <a:off x="2578100" y="122600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matrix_127::137_path">
            <a:extLst>
              <a:ext uri="{FF2B5EF4-FFF2-40B4-BE49-F238E27FC236}">
                <a16:creationId xmlns:a16="http://schemas.microsoft.com/office/drawing/2014/main" id="{C5F7C060-DD4A-408F-8EEA-BA84EA8D1BAE}"/>
              </a:ext>
            </a:extLst>
          </p:cNvPr>
          <p:cNvSpPr>
            <a:spLocks noGrp="1"/>
          </p:cNvSpPr>
          <p:nvPr/>
        </p:nvSpPr>
        <p:spPr>
          <a:xfrm>
            <a:off x="2641600" y="122600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matrix_127::138_path">
            <a:extLst>
              <a:ext uri="{FF2B5EF4-FFF2-40B4-BE49-F238E27FC236}">
                <a16:creationId xmlns:a16="http://schemas.microsoft.com/office/drawing/2014/main" id="{07860BC1-3B0B-4BDC-95E0-B83BB982965E}"/>
              </a:ext>
            </a:extLst>
          </p:cNvPr>
          <p:cNvSpPr>
            <a:spLocks noGrp="1"/>
          </p:cNvSpPr>
          <p:nvPr/>
        </p:nvSpPr>
        <p:spPr>
          <a:xfrm>
            <a:off x="2705100" y="122600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matrix_127::139_path">
            <a:extLst>
              <a:ext uri="{FF2B5EF4-FFF2-40B4-BE49-F238E27FC236}">
                <a16:creationId xmlns:a16="http://schemas.microsoft.com/office/drawing/2014/main" id="{9B86578F-36E0-4D00-ABDD-65E1B6B9A01A}"/>
              </a:ext>
            </a:extLst>
          </p:cNvPr>
          <p:cNvSpPr>
            <a:spLocks noGrp="1"/>
          </p:cNvSpPr>
          <p:nvPr/>
        </p:nvSpPr>
        <p:spPr>
          <a:xfrm>
            <a:off x="2768600" y="122600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matrix_127::140_path">
            <a:extLst>
              <a:ext uri="{FF2B5EF4-FFF2-40B4-BE49-F238E27FC236}">
                <a16:creationId xmlns:a16="http://schemas.microsoft.com/office/drawing/2014/main" id="{61EE861C-2A21-4583-B017-C8FCD6727EE1}"/>
              </a:ext>
            </a:extLst>
          </p:cNvPr>
          <p:cNvSpPr>
            <a:spLocks noGrp="1"/>
          </p:cNvSpPr>
          <p:nvPr/>
        </p:nvSpPr>
        <p:spPr>
          <a:xfrm>
            <a:off x="2832100" y="122600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matrix_127::141_path">
            <a:extLst>
              <a:ext uri="{FF2B5EF4-FFF2-40B4-BE49-F238E27FC236}">
                <a16:creationId xmlns:a16="http://schemas.microsoft.com/office/drawing/2014/main" id="{4CB2881C-FA18-4649-97CA-61F315CC354A}"/>
              </a:ext>
            </a:extLst>
          </p:cNvPr>
          <p:cNvSpPr>
            <a:spLocks noGrp="1"/>
          </p:cNvSpPr>
          <p:nvPr/>
        </p:nvSpPr>
        <p:spPr>
          <a:xfrm>
            <a:off x="2514600" y="127090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matrix_127::142_path">
            <a:extLst>
              <a:ext uri="{FF2B5EF4-FFF2-40B4-BE49-F238E27FC236}">
                <a16:creationId xmlns:a16="http://schemas.microsoft.com/office/drawing/2014/main" id="{17601FCF-E31C-4F7C-B491-02D3317603C2}"/>
              </a:ext>
            </a:extLst>
          </p:cNvPr>
          <p:cNvSpPr>
            <a:spLocks noGrp="1"/>
          </p:cNvSpPr>
          <p:nvPr/>
        </p:nvSpPr>
        <p:spPr>
          <a:xfrm>
            <a:off x="2578100" y="127090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matrix_127::143_path">
            <a:extLst>
              <a:ext uri="{FF2B5EF4-FFF2-40B4-BE49-F238E27FC236}">
                <a16:creationId xmlns:a16="http://schemas.microsoft.com/office/drawing/2014/main" id="{A05EED4D-E42B-4B7C-A513-79FAD0763F2B}"/>
              </a:ext>
            </a:extLst>
          </p:cNvPr>
          <p:cNvSpPr>
            <a:spLocks noGrp="1"/>
          </p:cNvSpPr>
          <p:nvPr/>
        </p:nvSpPr>
        <p:spPr>
          <a:xfrm>
            <a:off x="2641600" y="127090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matrix_127::144_path">
            <a:extLst>
              <a:ext uri="{FF2B5EF4-FFF2-40B4-BE49-F238E27FC236}">
                <a16:creationId xmlns:a16="http://schemas.microsoft.com/office/drawing/2014/main" id="{B5A6848A-31AC-4F00-8245-B1EB09AD06BF}"/>
              </a:ext>
            </a:extLst>
          </p:cNvPr>
          <p:cNvSpPr>
            <a:spLocks noGrp="1"/>
          </p:cNvSpPr>
          <p:nvPr/>
        </p:nvSpPr>
        <p:spPr>
          <a:xfrm>
            <a:off x="2705100" y="127090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matrix_127::145_path">
            <a:extLst>
              <a:ext uri="{FF2B5EF4-FFF2-40B4-BE49-F238E27FC236}">
                <a16:creationId xmlns:a16="http://schemas.microsoft.com/office/drawing/2014/main" id="{959FF675-E951-4A54-A185-F63D1399BF88}"/>
              </a:ext>
            </a:extLst>
          </p:cNvPr>
          <p:cNvSpPr>
            <a:spLocks noGrp="1"/>
          </p:cNvSpPr>
          <p:nvPr/>
        </p:nvSpPr>
        <p:spPr>
          <a:xfrm>
            <a:off x="2768600" y="127090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matrix_127::146_path">
            <a:extLst>
              <a:ext uri="{FF2B5EF4-FFF2-40B4-BE49-F238E27FC236}">
                <a16:creationId xmlns:a16="http://schemas.microsoft.com/office/drawing/2014/main" id="{4FB38165-38A7-4928-8D10-7F6A40BF335E}"/>
              </a:ext>
            </a:extLst>
          </p:cNvPr>
          <p:cNvSpPr>
            <a:spLocks noGrp="1"/>
          </p:cNvSpPr>
          <p:nvPr/>
        </p:nvSpPr>
        <p:spPr>
          <a:xfrm>
            <a:off x="2832100" y="127090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matrix_127::147_path">
            <a:extLst>
              <a:ext uri="{FF2B5EF4-FFF2-40B4-BE49-F238E27FC236}">
                <a16:creationId xmlns:a16="http://schemas.microsoft.com/office/drawing/2014/main" id="{663AC312-BF2B-428C-B7B1-02E21CB04834}"/>
              </a:ext>
            </a:extLst>
          </p:cNvPr>
          <p:cNvSpPr>
            <a:spLocks noGrp="1"/>
          </p:cNvSpPr>
          <p:nvPr/>
        </p:nvSpPr>
        <p:spPr>
          <a:xfrm>
            <a:off x="2514600" y="131581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matrix_127::148_path">
            <a:extLst>
              <a:ext uri="{FF2B5EF4-FFF2-40B4-BE49-F238E27FC236}">
                <a16:creationId xmlns:a16="http://schemas.microsoft.com/office/drawing/2014/main" id="{49F08478-F98D-47DE-B349-CA7432142147}"/>
              </a:ext>
            </a:extLst>
          </p:cNvPr>
          <p:cNvSpPr>
            <a:spLocks noGrp="1"/>
          </p:cNvSpPr>
          <p:nvPr/>
        </p:nvSpPr>
        <p:spPr>
          <a:xfrm>
            <a:off x="2578100" y="131581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" name="matrix_127::149_path">
            <a:extLst>
              <a:ext uri="{FF2B5EF4-FFF2-40B4-BE49-F238E27FC236}">
                <a16:creationId xmlns:a16="http://schemas.microsoft.com/office/drawing/2014/main" id="{602EC145-02E3-4065-A3C5-A7D847CB894B}"/>
              </a:ext>
            </a:extLst>
          </p:cNvPr>
          <p:cNvSpPr>
            <a:spLocks noGrp="1"/>
          </p:cNvSpPr>
          <p:nvPr/>
        </p:nvSpPr>
        <p:spPr>
          <a:xfrm>
            <a:off x="2641600" y="131581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matrix_127::150_path">
            <a:extLst>
              <a:ext uri="{FF2B5EF4-FFF2-40B4-BE49-F238E27FC236}">
                <a16:creationId xmlns:a16="http://schemas.microsoft.com/office/drawing/2014/main" id="{927A272E-F638-4F8D-9C15-F969E6FA662D}"/>
              </a:ext>
            </a:extLst>
          </p:cNvPr>
          <p:cNvSpPr>
            <a:spLocks noGrp="1"/>
          </p:cNvSpPr>
          <p:nvPr/>
        </p:nvSpPr>
        <p:spPr>
          <a:xfrm>
            <a:off x="2705100" y="131581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matrix_127::151_path">
            <a:extLst>
              <a:ext uri="{FF2B5EF4-FFF2-40B4-BE49-F238E27FC236}">
                <a16:creationId xmlns:a16="http://schemas.microsoft.com/office/drawing/2014/main" id="{0A5441A2-B836-4C71-9001-DCD68499FF15}"/>
              </a:ext>
            </a:extLst>
          </p:cNvPr>
          <p:cNvSpPr>
            <a:spLocks noGrp="1"/>
          </p:cNvSpPr>
          <p:nvPr/>
        </p:nvSpPr>
        <p:spPr>
          <a:xfrm>
            <a:off x="2768600" y="131581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" name="matrix_127::152_path">
            <a:extLst>
              <a:ext uri="{FF2B5EF4-FFF2-40B4-BE49-F238E27FC236}">
                <a16:creationId xmlns:a16="http://schemas.microsoft.com/office/drawing/2014/main" id="{7729CA1C-D5DD-44D2-A469-A3E399A1AC97}"/>
              </a:ext>
            </a:extLst>
          </p:cNvPr>
          <p:cNvSpPr>
            <a:spLocks noGrp="1"/>
          </p:cNvSpPr>
          <p:nvPr/>
        </p:nvSpPr>
        <p:spPr>
          <a:xfrm>
            <a:off x="2832100" y="131581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matrix_127::153_path">
            <a:extLst>
              <a:ext uri="{FF2B5EF4-FFF2-40B4-BE49-F238E27FC236}">
                <a16:creationId xmlns:a16="http://schemas.microsoft.com/office/drawing/2014/main" id="{11976C21-17B2-4621-BACE-09743D087E95}"/>
              </a:ext>
            </a:extLst>
          </p:cNvPr>
          <p:cNvSpPr>
            <a:spLocks noGrp="1"/>
          </p:cNvSpPr>
          <p:nvPr/>
        </p:nvSpPr>
        <p:spPr>
          <a:xfrm>
            <a:off x="2514600" y="136071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" name="matrix_127::154_path">
            <a:extLst>
              <a:ext uri="{FF2B5EF4-FFF2-40B4-BE49-F238E27FC236}">
                <a16:creationId xmlns:a16="http://schemas.microsoft.com/office/drawing/2014/main" id="{CADD5C08-18C5-4074-9A59-8D70813B3A66}"/>
              </a:ext>
            </a:extLst>
          </p:cNvPr>
          <p:cNvSpPr>
            <a:spLocks noGrp="1"/>
          </p:cNvSpPr>
          <p:nvPr/>
        </p:nvSpPr>
        <p:spPr>
          <a:xfrm>
            <a:off x="2578100" y="136071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matrix_127::155_path">
            <a:extLst>
              <a:ext uri="{FF2B5EF4-FFF2-40B4-BE49-F238E27FC236}">
                <a16:creationId xmlns:a16="http://schemas.microsoft.com/office/drawing/2014/main" id="{E7A8C29C-6B3E-4758-88FC-92D4ADA6938B}"/>
              </a:ext>
            </a:extLst>
          </p:cNvPr>
          <p:cNvSpPr>
            <a:spLocks noGrp="1"/>
          </p:cNvSpPr>
          <p:nvPr/>
        </p:nvSpPr>
        <p:spPr>
          <a:xfrm>
            <a:off x="2641600" y="136071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" name="matrix_127::156_path">
            <a:extLst>
              <a:ext uri="{FF2B5EF4-FFF2-40B4-BE49-F238E27FC236}">
                <a16:creationId xmlns:a16="http://schemas.microsoft.com/office/drawing/2014/main" id="{3B5737C7-85D9-477A-AC1D-B56DDFA7553D}"/>
              </a:ext>
            </a:extLst>
          </p:cNvPr>
          <p:cNvSpPr>
            <a:spLocks noGrp="1"/>
          </p:cNvSpPr>
          <p:nvPr/>
        </p:nvSpPr>
        <p:spPr>
          <a:xfrm>
            <a:off x="2705100" y="136071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matrix_127::157_path">
            <a:extLst>
              <a:ext uri="{FF2B5EF4-FFF2-40B4-BE49-F238E27FC236}">
                <a16:creationId xmlns:a16="http://schemas.microsoft.com/office/drawing/2014/main" id="{DF269554-D3D7-4E6E-9DE9-1492CE24EA57}"/>
              </a:ext>
            </a:extLst>
          </p:cNvPr>
          <p:cNvSpPr>
            <a:spLocks noGrp="1"/>
          </p:cNvSpPr>
          <p:nvPr/>
        </p:nvSpPr>
        <p:spPr>
          <a:xfrm>
            <a:off x="2768600" y="136071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matrix_127::158_path">
            <a:extLst>
              <a:ext uri="{FF2B5EF4-FFF2-40B4-BE49-F238E27FC236}">
                <a16:creationId xmlns:a16="http://schemas.microsoft.com/office/drawing/2014/main" id="{4ABFDDE2-68F7-456E-9C14-F53F956242EC}"/>
              </a:ext>
            </a:extLst>
          </p:cNvPr>
          <p:cNvSpPr>
            <a:spLocks noGrp="1"/>
          </p:cNvSpPr>
          <p:nvPr/>
        </p:nvSpPr>
        <p:spPr>
          <a:xfrm>
            <a:off x="2832100" y="136071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" name="matrix_127::159_path">
            <a:extLst>
              <a:ext uri="{FF2B5EF4-FFF2-40B4-BE49-F238E27FC236}">
                <a16:creationId xmlns:a16="http://schemas.microsoft.com/office/drawing/2014/main" id="{86B2705D-626D-47D2-8F15-CDB6D4119BD8}"/>
              </a:ext>
            </a:extLst>
          </p:cNvPr>
          <p:cNvSpPr>
            <a:spLocks noGrp="1"/>
          </p:cNvSpPr>
          <p:nvPr/>
        </p:nvSpPr>
        <p:spPr>
          <a:xfrm>
            <a:off x="2514600" y="140561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matrix_127::160_path">
            <a:extLst>
              <a:ext uri="{FF2B5EF4-FFF2-40B4-BE49-F238E27FC236}">
                <a16:creationId xmlns:a16="http://schemas.microsoft.com/office/drawing/2014/main" id="{5E6EB7A8-4D9C-4D00-9D3A-4CDC8C847BD3}"/>
              </a:ext>
            </a:extLst>
          </p:cNvPr>
          <p:cNvSpPr>
            <a:spLocks noGrp="1"/>
          </p:cNvSpPr>
          <p:nvPr/>
        </p:nvSpPr>
        <p:spPr>
          <a:xfrm>
            <a:off x="2578100" y="140561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" name="matrix_127::161_path">
            <a:extLst>
              <a:ext uri="{FF2B5EF4-FFF2-40B4-BE49-F238E27FC236}">
                <a16:creationId xmlns:a16="http://schemas.microsoft.com/office/drawing/2014/main" id="{76193211-BF32-479A-8F18-12936C3639F1}"/>
              </a:ext>
            </a:extLst>
          </p:cNvPr>
          <p:cNvSpPr>
            <a:spLocks noGrp="1"/>
          </p:cNvSpPr>
          <p:nvPr/>
        </p:nvSpPr>
        <p:spPr>
          <a:xfrm>
            <a:off x="2641600" y="140561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matrix_127::162_path">
            <a:extLst>
              <a:ext uri="{FF2B5EF4-FFF2-40B4-BE49-F238E27FC236}">
                <a16:creationId xmlns:a16="http://schemas.microsoft.com/office/drawing/2014/main" id="{9C278F70-0C37-40EE-9D8B-2C9F4084FF47}"/>
              </a:ext>
            </a:extLst>
          </p:cNvPr>
          <p:cNvSpPr>
            <a:spLocks noGrp="1"/>
          </p:cNvSpPr>
          <p:nvPr/>
        </p:nvSpPr>
        <p:spPr>
          <a:xfrm>
            <a:off x="2705100" y="140561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matrix_127::163_path">
            <a:extLst>
              <a:ext uri="{FF2B5EF4-FFF2-40B4-BE49-F238E27FC236}">
                <a16:creationId xmlns:a16="http://schemas.microsoft.com/office/drawing/2014/main" id="{DF37B513-CF05-4198-9D0E-80312A177FD7}"/>
              </a:ext>
            </a:extLst>
          </p:cNvPr>
          <p:cNvSpPr>
            <a:spLocks noGrp="1"/>
          </p:cNvSpPr>
          <p:nvPr/>
        </p:nvSpPr>
        <p:spPr>
          <a:xfrm>
            <a:off x="2768600" y="140561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matrix_127::164_path">
            <a:extLst>
              <a:ext uri="{FF2B5EF4-FFF2-40B4-BE49-F238E27FC236}">
                <a16:creationId xmlns:a16="http://schemas.microsoft.com/office/drawing/2014/main" id="{9BC702BC-07BE-45B8-8A1C-1D27E618F56E}"/>
              </a:ext>
            </a:extLst>
          </p:cNvPr>
          <p:cNvSpPr>
            <a:spLocks noGrp="1"/>
          </p:cNvSpPr>
          <p:nvPr/>
        </p:nvSpPr>
        <p:spPr>
          <a:xfrm>
            <a:off x="2832100" y="140561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matrix_127::165_path">
            <a:extLst>
              <a:ext uri="{FF2B5EF4-FFF2-40B4-BE49-F238E27FC236}">
                <a16:creationId xmlns:a16="http://schemas.microsoft.com/office/drawing/2014/main" id="{3C560C71-837D-4391-B18A-EF218E251EC7}"/>
              </a:ext>
            </a:extLst>
          </p:cNvPr>
          <p:cNvSpPr>
            <a:spLocks noGrp="1"/>
          </p:cNvSpPr>
          <p:nvPr/>
        </p:nvSpPr>
        <p:spPr>
          <a:xfrm>
            <a:off x="2514600" y="145052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matrix_127::166_path">
            <a:extLst>
              <a:ext uri="{FF2B5EF4-FFF2-40B4-BE49-F238E27FC236}">
                <a16:creationId xmlns:a16="http://schemas.microsoft.com/office/drawing/2014/main" id="{CADF72ED-0ACC-4208-B60E-32DC923CEEF0}"/>
              </a:ext>
            </a:extLst>
          </p:cNvPr>
          <p:cNvSpPr>
            <a:spLocks noGrp="1"/>
          </p:cNvSpPr>
          <p:nvPr/>
        </p:nvSpPr>
        <p:spPr>
          <a:xfrm>
            <a:off x="2578100" y="145052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" name="matrix_127::167_path">
            <a:extLst>
              <a:ext uri="{FF2B5EF4-FFF2-40B4-BE49-F238E27FC236}">
                <a16:creationId xmlns:a16="http://schemas.microsoft.com/office/drawing/2014/main" id="{BE53BE31-5240-4D5E-8311-6B80D958FB1D}"/>
              </a:ext>
            </a:extLst>
          </p:cNvPr>
          <p:cNvSpPr>
            <a:spLocks noGrp="1"/>
          </p:cNvSpPr>
          <p:nvPr/>
        </p:nvSpPr>
        <p:spPr>
          <a:xfrm>
            <a:off x="2641600" y="145052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matrix_127::168_path">
            <a:extLst>
              <a:ext uri="{FF2B5EF4-FFF2-40B4-BE49-F238E27FC236}">
                <a16:creationId xmlns:a16="http://schemas.microsoft.com/office/drawing/2014/main" id="{FAAB0B79-3693-4088-A209-8DE0920E46A0}"/>
              </a:ext>
            </a:extLst>
          </p:cNvPr>
          <p:cNvSpPr>
            <a:spLocks noGrp="1"/>
          </p:cNvSpPr>
          <p:nvPr/>
        </p:nvSpPr>
        <p:spPr>
          <a:xfrm>
            <a:off x="2705100" y="145052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matrix_127::169_path">
            <a:extLst>
              <a:ext uri="{FF2B5EF4-FFF2-40B4-BE49-F238E27FC236}">
                <a16:creationId xmlns:a16="http://schemas.microsoft.com/office/drawing/2014/main" id="{54B42FDD-1509-4055-B98A-D5B35D2BADD6}"/>
              </a:ext>
            </a:extLst>
          </p:cNvPr>
          <p:cNvSpPr>
            <a:spLocks noGrp="1"/>
          </p:cNvSpPr>
          <p:nvPr/>
        </p:nvSpPr>
        <p:spPr>
          <a:xfrm>
            <a:off x="2768600" y="145052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matrix_127::170_path">
            <a:extLst>
              <a:ext uri="{FF2B5EF4-FFF2-40B4-BE49-F238E27FC236}">
                <a16:creationId xmlns:a16="http://schemas.microsoft.com/office/drawing/2014/main" id="{79F86B1A-5061-4A14-A29E-0C0883B4E429}"/>
              </a:ext>
            </a:extLst>
          </p:cNvPr>
          <p:cNvSpPr>
            <a:spLocks noGrp="1"/>
          </p:cNvSpPr>
          <p:nvPr/>
        </p:nvSpPr>
        <p:spPr>
          <a:xfrm>
            <a:off x="2832100" y="145052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matrix_127::171_path">
            <a:extLst>
              <a:ext uri="{FF2B5EF4-FFF2-40B4-BE49-F238E27FC236}">
                <a16:creationId xmlns:a16="http://schemas.microsoft.com/office/drawing/2014/main" id="{8929F4DC-8131-4B8D-885B-EEA54E631D9F}"/>
              </a:ext>
            </a:extLst>
          </p:cNvPr>
          <p:cNvSpPr>
            <a:spLocks noGrp="1"/>
          </p:cNvSpPr>
          <p:nvPr/>
        </p:nvSpPr>
        <p:spPr>
          <a:xfrm>
            <a:off x="2514600" y="14954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matrix_127::172_path">
            <a:extLst>
              <a:ext uri="{FF2B5EF4-FFF2-40B4-BE49-F238E27FC236}">
                <a16:creationId xmlns:a16="http://schemas.microsoft.com/office/drawing/2014/main" id="{D21AB186-9EA6-4B79-AF5A-A7AB5D432AEE}"/>
              </a:ext>
            </a:extLst>
          </p:cNvPr>
          <p:cNvSpPr>
            <a:spLocks noGrp="1"/>
          </p:cNvSpPr>
          <p:nvPr/>
        </p:nvSpPr>
        <p:spPr>
          <a:xfrm>
            <a:off x="2578100" y="14954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matrix_127::173_path">
            <a:extLst>
              <a:ext uri="{FF2B5EF4-FFF2-40B4-BE49-F238E27FC236}">
                <a16:creationId xmlns:a16="http://schemas.microsoft.com/office/drawing/2014/main" id="{8C497085-2CFF-47D2-9FB7-996154F8DA1A}"/>
              </a:ext>
            </a:extLst>
          </p:cNvPr>
          <p:cNvSpPr>
            <a:spLocks noGrp="1"/>
          </p:cNvSpPr>
          <p:nvPr/>
        </p:nvSpPr>
        <p:spPr>
          <a:xfrm>
            <a:off x="2641600" y="14954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matrix_127::174_path">
            <a:extLst>
              <a:ext uri="{FF2B5EF4-FFF2-40B4-BE49-F238E27FC236}">
                <a16:creationId xmlns:a16="http://schemas.microsoft.com/office/drawing/2014/main" id="{C81E953E-5A8E-433C-82EF-1D1EBD7F20F9}"/>
              </a:ext>
            </a:extLst>
          </p:cNvPr>
          <p:cNvSpPr>
            <a:spLocks noGrp="1"/>
          </p:cNvSpPr>
          <p:nvPr/>
        </p:nvSpPr>
        <p:spPr>
          <a:xfrm>
            <a:off x="2705100" y="14954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matrix_127::175_path">
            <a:extLst>
              <a:ext uri="{FF2B5EF4-FFF2-40B4-BE49-F238E27FC236}">
                <a16:creationId xmlns:a16="http://schemas.microsoft.com/office/drawing/2014/main" id="{AB9A30DD-4CF1-4F8C-A0A8-797416C65983}"/>
              </a:ext>
            </a:extLst>
          </p:cNvPr>
          <p:cNvSpPr>
            <a:spLocks noGrp="1"/>
          </p:cNvSpPr>
          <p:nvPr/>
        </p:nvSpPr>
        <p:spPr>
          <a:xfrm>
            <a:off x="2768600" y="14954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matrix_127::176_path">
            <a:extLst>
              <a:ext uri="{FF2B5EF4-FFF2-40B4-BE49-F238E27FC236}">
                <a16:creationId xmlns:a16="http://schemas.microsoft.com/office/drawing/2014/main" id="{3BFF4299-DA9B-4079-9077-F35AD3C6E6C2}"/>
              </a:ext>
            </a:extLst>
          </p:cNvPr>
          <p:cNvSpPr>
            <a:spLocks noGrp="1"/>
          </p:cNvSpPr>
          <p:nvPr/>
        </p:nvSpPr>
        <p:spPr>
          <a:xfrm>
            <a:off x="2832100" y="14954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" name="matrix_127::177_path">
            <a:extLst>
              <a:ext uri="{FF2B5EF4-FFF2-40B4-BE49-F238E27FC236}">
                <a16:creationId xmlns:a16="http://schemas.microsoft.com/office/drawing/2014/main" id="{9FE5C304-E96F-4E57-8C13-40404DA0B934}"/>
              </a:ext>
            </a:extLst>
          </p:cNvPr>
          <p:cNvSpPr>
            <a:spLocks noGrp="1"/>
          </p:cNvSpPr>
          <p:nvPr/>
        </p:nvSpPr>
        <p:spPr>
          <a:xfrm>
            <a:off x="2514600" y="15403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matrix_127::178_path">
            <a:extLst>
              <a:ext uri="{FF2B5EF4-FFF2-40B4-BE49-F238E27FC236}">
                <a16:creationId xmlns:a16="http://schemas.microsoft.com/office/drawing/2014/main" id="{3BFB7695-0113-4D97-BDDF-66D9239FF678}"/>
              </a:ext>
            </a:extLst>
          </p:cNvPr>
          <p:cNvSpPr>
            <a:spLocks noGrp="1"/>
          </p:cNvSpPr>
          <p:nvPr/>
        </p:nvSpPr>
        <p:spPr>
          <a:xfrm>
            <a:off x="2578100" y="15403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matrix_127::179_path">
            <a:extLst>
              <a:ext uri="{FF2B5EF4-FFF2-40B4-BE49-F238E27FC236}">
                <a16:creationId xmlns:a16="http://schemas.microsoft.com/office/drawing/2014/main" id="{1C796E46-DFB0-4E9E-AF1D-760ADA1A1BF9}"/>
              </a:ext>
            </a:extLst>
          </p:cNvPr>
          <p:cNvSpPr>
            <a:spLocks noGrp="1"/>
          </p:cNvSpPr>
          <p:nvPr/>
        </p:nvSpPr>
        <p:spPr>
          <a:xfrm>
            <a:off x="2641600" y="15403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0" name="matrix_127::180_path">
            <a:extLst>
              <a:ext uri="{FF2B5EF4-FFF2-40B4-BE49-F238E27FC236}">
                <a16:creationId xmlns:a16="http://schemas.microsoft.com/office/drawing/2014/main" id="{308D5399-2EEC-4557-9F0F-318F93077488}"/>
              </a:ext>
            </a:extLst>
          </p:cNvPr>
          <p:cNvSpPr>
            <a:spLocks noGrp="1"/>
          </p:cNvSpPr>
          <p:nvPr/>
        </p:nvSpPr>
        <p:spPr>
          <a:xfrm>
            <a:off x="2705100" y="15403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" name="matrix_127::181_path">
            <a:extLst>
              <a:ext uri="{FF2B5EF4-FFF2-40B4-BE49-F238E27FC236}">
                <a16:creationId xmlns:a16="http://schemas.microsoft.com/office/drawing/2014/main" id="{2CC77514-86F1-4B0D-9867-4E47D92BD1BD}"/>
              </a:ext>
            </a:extLst>
          </p:cNvPr>
          <p:cNvSpPr>
            <a:spLocks noGrp="1"/>
          </p:cNvSpPr>
          <p:nvPr/>
        </p:nvSpPr>
        <p:spPr>
          <a:xfrm>
            <a:off x="2768600" y="15403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matrix_127::182_path">
            <a:extLst>
              <a:ext uri="{FF2B5EF4-FFF2-40B4-BE49-F238E27FC236}">
                <a16:creationId xmlns:a16="http://schemas.microsoft.com/office/drawing/2014/main" id="{EB6FBD1D-7CF4-4E0F-ACB0-19B8C468B894}"/>
              </a:ext>
            </a:extLst>
          </p:cNvPr>
          <p:cNvSpPr>
            <a:spLocks noGrp="1"/>
          </p:cNvSpPr>
          <p:nvPr/>
        </p:nvSpPr>
        <p:spPr>
          <a:xfrm>
            <a:off x="2832100" y="15403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3" name="matrix_127::183_path">
            <a:extLst>
              <a:ext uri="{FF2B5EF4-FFF2-40B4-BE49-F238E27FC236}">
                <a16:creationId xmlns:a16="http://schemas.microsoft.com/office/drawing/2014/main" id="{40133ABD-30E2-4236-BAF3-896CC75EBB9B}"/>
              </a:ext>
            </a:extLst>
          </p:cNvPr>
          <p:cNvSpPr>
            <a:spLocks noGrp="1"/>
          </p:cNvSpPr>
          <p:nvPr/>
        </p:nvSpPr>
        <p:spPr>
          <a:xfrm>
            <a:off x="2514600" y="15852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matrix_127::184_path">
            <a:extLst>
              <a:ext uri="{FF2B5EF4-FFF2-40B4-BE49-F238E27FC236}">
                <a16:creationId xmlns:a16="http://schemas.microsoft.com/office/drawing/2014/main" id="{00A2DD2E-82D0-4CB9-8419-D6FF6D2C053A}"/>
              </a:ext>
            </a:extLst>
          </p:cNvPr>
          <p:cNvSpPr>
            <a:spLocks noGrp="1"/>
          </p:cNvSpPr>
          <p:nvPr/>
        </p:nvSpPr>
        <p:spPr>
          <a:xfrm>
            <a:off x="2578100" y="15852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5" name="matrix_127::185_path">
            <a:extLst>
              <a:ext uri="{FF2B5EF4-FFF2-40B4-BE49-F238E27FC236}">
                <a16:creationId xmlns:a16="http://schemas.microsoft.com/office/drawing/2014/main" id="{72481C0A-34AB-431F-9A2F-7CFB5F165154}"/>
              </a:ext>
            </a:extLst>
          </p:cNvPr>
          <p:cNvSpPr>
            <a:spLocks noGrp="1"/>
          </p:cNvSpPr>
          <p:nvPr/>
        </p:nvSpPr>
        <p:spPr>
          <a:xfrm>
            <a:off x="2641600" y="15852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" name="matrix_127::186_path">
            <a:extLst>
              <a:ext uri="{FF2B5EF4-FFF2-40B4-BE49-F238E27FC236}">
                <a16:creationId xmlns:a16="http://schemas.microsoft.com/office/drawing/2014/main" id="{5FA08515-BC0E-40B7-BF96-E0AC3F21F37F}"/>
              </a:ext>
            </a:extLst>
          </p:cNvPr>
          <p:cNvSpPr>
            <a:spLocks noGrp="1"/>
          </p:cNvSpPr>
          <p:nvPr/>
        </p:nvSpPr>
        <p:spPr>
          <a:xfrm>
            <a:off x="2705100" y="15852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7" name="matrix_127::187_path">
            <a:extLst>
              <a:ext uri="{FF2B5EF4-FFF2-40B4-BE49-F238E27FC236}">
                <a16:creationId xmlns:a16="http://schemas.microsoft.com/office/drawing/2014/main" id="{FE906D7E-1C7C-449D-BB5B-488B9F86EB9F}"/>
              </a:ext>
            </a:extLst>
          </p:cNvPr>
          <p:cNvSpPr>
            <a:spLocks noGrp="1"/>
          </p:cNvSpPr>
          <p:nvPr/>
        </p:nvSpPr>
        <p:spPr>
          <a:xfrm>
            <a:off x="2768600" y="15852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" name="matrix_127::188_path">
            <a:extLst>
              <a:ext uri="{FF2B5EF4-FFF2-40B4-BE49-F238E27FC236}">
                <a16:creationId xmlns:a16="http://schemas.microsoft.com/office/drawing/2014/main" id="{C5A3B066-A9AF-4CC6-A490-0FD0419929D1}"/>
              </a:ext>
            </a:extLst>
          </p:cNvPr>
          <p:cNvSpPr>
            <a:spLocks noGrp="1"/>
          </p:cNvSpPr>
          <p:nvPr/>
        </p:nvSpPr>
        <p:spPr>
          <a:xfrm>
            <a:off x="2832100" y="15852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" name="matrix_127::189_path">
            <a:extLst>
              <a:ext uri="{FF2B5EF4-FFF2-40B4-BE49-F238E27FC236}">
                <a16:creationId xmlns:a16="http://schemas.microsoft.com/office/drawing/2014/main" id="{8C7A3653-78B6-41D5-95D6-F25A36DFC014}"/>
              </a:ext>
            </a:extLst>
          </p:cNvPr>
          <p:cNvSpPr>
            <a:spLocks noGrp="1"/>
          </p:cNvSpPr>
          <p:nvPr/>
        </p:nvSpPr>
        <p:spPr>
          <a:xfrm>
            <a:off x="2514600" y="16301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matrix_127::190_path">
            <a:extLst>
              <a:ext uri="{FF2B5EF4-FFF2-40B4-BE49-F238E27FC236}">
                <a16:creationId xmlns:a16="http://schemas.microsoft.com/office/drawing/2014/main" id="{827A4D54-0B0E-4A97-8805-0AC5CFC73A25}"/>
              </a:ext>
            </a:extLst>
          </p:cNvPr>
          <p:cNvSpPr>
            <a:spLocks noGrp="1"/>
          </p:cNvSpPr>
          <p:nvPr/>
        </p:nvSpPr>
        <p:spPr>
          <a:xfrm>
            <a:off x="2578100" y="16301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" name="matrix_127::191_path">
            <a:extLst>
              <a:ext uri="{FF2B5EF4-FFF2-40B4-BE49-F238E27FC236}">
                <a16:creationId xmlns:a16="http://schemas.microsoft.com/office/drawing/2014/main" id="{3FA7F04A-5674-442F-B260-3EF0C5BD7B60}"/>
              </a:ext>
            </a:extLst>
          </p:cNvPr>
          <p:cNvSpPr>
            <a:spLocks noGrp="1"/>
          </p:cNvSpPr>
          <p:nvPr/>
        </p:nvSpPr>
        <p:spPr>
          <a:xfrm>
            <a:off x="2641600" y="16301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" name="matrix_127::192_path">
            <a:extLst>
              <a:ext uri="{FF2B5EF4-FFF2-40B4-BE49-F238E27FC236}">
                <a16:creationId xmlns:a16="http://schemas.microsoft.com/office/drawing/2014/main" id="{398CFCBF-9FA7-42BF-8062-484B1A09C9CB}"/>
              </a:ext>
            </a:extLst>
          </p:cNvPr>
          <p:cNvSpPr>
            <a:spLocks noGrp="1"/>
          </p:cNvSpPr>
          <p:nvPr/>
        </p:nvSpPr>
        <p:spPr>
          <a:xfrm>
            <a:off x="2705100" y="16301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matrix_127::193_path">
            <a:extLst>
              <a:ext uri="{FF2B5EF4-FFF2-40B4-BE49-F238E27FC236}">
                <a16:creationId xmlns:a16="http://schemas.microsoft.com/office/drawing/2014/main" id="{4DB094F0-2232-4A14-A645-DE2AF716F564}"/>
              </a:ext>
            </a:extLst>
          </p:cNvPr>
          <p:cNvSpPr>
            <a:spLocks noGrp="1"/>
          </p:cNvSpPr>
          <p:nvPr/>
        </p:nvSpPr>
        <p:spPr>
          <a:xfrm>
            <a:off x="2768600" y="16301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4" name="matrix_127::194_path">
            <a:extLst>
              <a:ext uri="{FF2B5EF4-FFF2-40B4-BE49-F238E27FC236}">
                <a16:creationId xmlns:a16="http://schemas.microsoft.com/office/drawing/2014/main" id="{61645B76-B9EA-463E-A019-F1DF132B2D27}"/>
              </a:ext>
            </a:extLst>
          </p:cNvPr>
          <p:cNvSpPr>
            <a:spLocks noGrp="1"/>
          </p:cNvSpPr>
          <p:nvPr/>
        </p:nvSpPr>
        <p:spPr>
          <a:xfrm>
            <a:off x="2832100" y="16301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matrix_127::195_path">
            <a:extLst>
              <a:ext uri="{FF2B5EF4-FFF2-40B4-BE49-F238E27FC236}">
                <a16:creationId xmlns:a16="http://schemas.microsoft.com/office/drawing/2014/main" id="{DFD77636-DF7E-44C8-A115-B16FB20CD80D}"/>
              </a:ext>
            </a:extLst>
          </p:cNvPr>
          <p:cNvSpPr>
            <a:spLocks noGrp="1"/>
          </p:cNvSpPr>
          <p:nvPr/>
        </p:nvSpPr>
        <p:spPr>
          <a:xfrm>
            <a:off x="2514600" y="16750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matrix_127::196_path">
            <a:extLst>
              <a:ext uri="{FF2B5EF4-FFF2-40B4-BE49-F238E27FC236}">
                <a16:creationId xmlns:a16="http://schemas.microsoft.com/office/drawing/2014/main" id="{302DB514-A8C7-48AA-B9B8-D6A18DACFC2A}"/>
              </a:ext>
            </a:extLst>
          </p:cNvPr>
          <p:cNvSpPr>
            <a:spLocks noGrp="1"/>
          </p:cNvSpPr>
          <p:nvPr/>
        </p:nvSpPr>
        <p:spPr>
          <a:xfrm>
            <a:off x="2578100" y="16750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matrix_127::197_path">
            <a:extLst>
              <a:ext uri="{FF2B5EF4-FFF2-40B4-BE49-F238E27FC236}">
                <a16:creationId xmlns:a16="http://schemas.microsoft.com/office/drawing/2014/main" id="{1221C4A3-9046-42AB-8218-A13FC412A5B7}"/>
              </a:ext>
            </a:extLst>
          </p:cNvPr>
          <p:cNvSpPr>
            <a:spLocks noGrp="1"/>
          </p:cNvSpPr>
          <p:nvPr/>
        </p:nvSpPr>
        <p:spPr>
          <a:xfrm>
            <a:off x="2641600" y="16750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matrix_127::198_path">
            <a:extLst>
              <a:ext uri="{FF2B5EF4-FFF2-40B4-BE49-F238E27FC236}">
                <a16:creationId xmlns:a16="http://schemas.microsoft.com/office/drawing/2014/main" id="{FFB45096-F7E2-490C-B439-78CCE4F0BCAE}"/>
              </a:ext>
            </a:extLst>
          </p:cNvPr>
          <p:cNvSpPr>
            <a:spLocks noGrp="1"/>
          </p:cNvSpPr>
          <p:nvPr/>
        </p:nvSpPr>
        <p:spPr>
          <a:xfrm>
            <a:off x="2705100" y="16750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matrix_127::199_path">
            <a:extLst>
              <a:ext uri="{FF2B5EF4-FFF2-40B4-BE49-F238E27FC236}">
                <a16:creationId xmlns:a16="http://schemas.microsoft.com/office/drawing/2014/main" id="{89E303A6-A85A-47D0-9173-43D3E1449E43}"/>
              </a:ext>
            </a:extLst>
          </p:cNvPr>
          <p:cNvSpPr>
            <a:spLocks noGrp="1"/>
          </p:cNvSpPr>
          <p:nvPr/>
        </p:nvSpPr>
        <p:spPr>
          <a:xfrm>
            <a:off x="2768600" y="16750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matrix_127::200_path">
            <a:extLst>
              <a:ext uri="{FF2B5EF4-FFF2-40B4-BE49-F238E27FC236}">
                <a16:creationId xmlns:a16="http://schemas.microsoft.com/office/drawing/2014/main" id="{5E41CFF9-E51C-4564-8C43-01291265AEB0}"/>
              </a:ext>
            </a:extLst>
          </p:cNvPr>
          <p:cNvSpPr>
            <a:spLocks noGrp="1"/>
          </p:cNvSpPr>
          <p:nvPr/>
        </p:nvSpPr>
        <p:spPr>
          <a:xfrm>
            <a:off x="2832100" y="16750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matrix_127::201_path">
            <a:extLst>
              <a:ext uri="{FF2B5EF4-FFF2-40B4-BE49-F238E27FC236}">
                <a16:creationId xmlns:a16="http://schemas.microsoft.com/office/drawing/2014/main" id="{C0A25797-BE21-459D-B222-A38FA02C2A20}"/>
              </a:ext>
            </a:extLst>
          </p:cNvPr>
          <p:cNvSpPr>
            <a:spLocks noGrp="1"/>
          </p:cNvSpPr>
          <p:nvPr/>
        </p:nvSpPr>
        <p:spPr>
          <a:xfrm>
            <a:off x="2514600" y="17199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matrix_127::202_path">
            <a:extLst>
              <a:ext uri="{FF2B5EF4-FFF2-40B4-BE49-F238E27FC236}">
                <a16:creationId xmlns:a16="http://schemas.microsoft.com/office/drawing/2014/main" id="{32845ACC-C7C4-4B6B-B681-D7A5EE4F2AB2}"/>
              </a:ext>
            </a:extLst>
          </p:cNvPr>
          <p:cNvSpPr>
            <a:spLocks noGrp="1"/>
          </p:cNvSpPr>
          <p:nvPr/>
        </p:nvSpPr>
        <p:spPr>
          <a:xfrm>
            <a:off x="2578100" y="17199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3" name="matrix_127::203_path">
            <a:extLst>
              <a:ext uri="{FF2B5EF4-FFF2-40B4-BE49-F238E27FC236}">
                <a16:creationId xmlns:a16="http://schemas.microsoft.com/office/drawing/2014/main" id="{74A4111A-40D6-4571-82A4-399A7CC8D4C1}"/>
              </a:ext>
            </a:extLst>
          </p:cNvPr>
          <p:cNvSpPr>
            <a:spLocks noGrp="1"/>
          </p:cNvSpPr>
          <p:nvPr/>
        </p:nvSpPr>
        <p:spPr>
          <a:xfrm>
            <a:off x="2641600" y="17199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matrix_127::204_path">
            <a:extLst>
              <a:ext uri="{FF2B5EF4-FFF2-40B4-BE49-F238E27FC236}">
                <a16:creationId xmlns:a16="http://schemas.microsoft.com/office/drawing/2014/main" id="{F3CB9C5E-7A31-4794-98A1-5246B8F23D9C}"/>
              </a:ext>
            </a:extLst>
          </p:cNvPr>
          <p:cNvSpPr>
            <a:spLocks noGrp="1"/>
          </p:cNvSpPr>
          <p:nvPr/>
        </p:nvSpPr>
        <p:spPr>
          <a:xfrm>
            <a:off x="2705100" y="17199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matrix_127::205_path">
            <a:extLst>
              <a:ext uri="{FF2B5EF4-FFF2-40B4-BE49-F238E27FC236}">
                <a16:creationId xmlns:a16="http://schemas.microsoft.com/office/drawing/2014/main" id="{FA740A0C-C234-400D-B3F2-14A9A407AE0E}"/>
              </a:ext>
            </a:extLst>
          </p:cNvPr>
          <p:cNvSpPr>
            <a:spLocks noGrp="1"/>
          </p:cNvSpPr>
          <p:nvPr/>
        </p:nvSpPr>
        <p:spPr>
          <a:xfrm>
            <a:off x="2768600" y="17199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matrix_127::206_path">
            <a:extLst>
              <a:ext uri="{FF2B5EF4-FFF2-40B4-BE49-F238E27FC236}">
                <a16:creationId xmlns:a16="http://schemas.microsoft.com/office/drawing/2014/main" id="{9AFEA20D-5E3A-4E28-B90C-50CAB9D1A992}"/>
              </a:ext>
            </a:extLst>
          </p:cNvPr>
          <p:cNvSpPr>
            <a:spLocks noGrp="1"/>
          </p:cNvSpPr>
          <p:nvPr/>
        </p:nvSpPr>
        <p:spPr>
          <a:xfrm>
            <a:off x="2832100" y="17199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matrix_127::207_path">
            <a:extLst>
              <a:ext uri="{FF2B5EF4-FFF2-40B4-BE49-F238E27FC236}">
                <a16:creationId xmlns:a16="http://schemas.microsoft.com/office/drawing/2014/main" id="{2DFC71A0-4135-4876-98D4-37616CC92313}"/>
              </a:ext>
            </a:extLst>
          </p:cNvPr>
          <p:cNvSpPr>
            <a:spLocks noGrp="1"/>
          </p:cNvSpPr>
          <p:nvPr/>
        </p:nvSpPr>
        <p:spPr>
          <a:xfrm>
            <a:off x="2514600" y="17648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matrix_127::208_path">
            <a:extLst>
              <a:ext uri="{FF2B5EF4-FFF2-40B4-BE49-F238E27FC236}">
                <a16:creationId xmlns:a16="http://schemas.microsoft.com/office/drawing/2014/main" id="{49B8A2C2-3F3E-417C-BEDB-B4B8F4491A54}"/>
              </a:ext>
            </a:extLst>
          </p:cNvPr>
          <p:cNvSpPr>
            <a:spLocks noGrp="1"/>
          </p:cNvSpPr>
          <p:nvPr/>
        </p:nvSpPr>
        <p:spPr>
          <a:xfrm>
            <a:off x="2578100" y="17648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matrix_127::209_path">
            <a:extLst>
              <a:ext uri="{FF2B5EF4-FFF2-40B4-BE49-F238E27FC236}">
                <a16:creationId xmlns:a16="http://schemas.microsoft.com/office/drawing/2014/main" id="{58169C94-5281-4159-894F-B77972CC89FF}"/>
              </a:ext>
            </a:extLst>
          </p:cNvPr>
          <p:cNvSpPr>
            <a:spLocks noGrp="1"/>
          </p:cNvSpPr>
          <p:nvPr/>
        </p:nvSpPr>
        <p:spPr>
          <a:xfrm>
            <a:off x="2641600" y="17648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matrix_127::210_path">
            <a:extLst>
              <a:ext uri="{FF2B5EF4-FFF2-40B4-BE49-F238E27FC236}">
                <a16:creationId xmlns:a16="http://schemas.microsoft.com/office/drawing/2014/main" id="{347557AD-5A78-489E-8081-6C50926CC118}"/>
              </a:ext>
            </a:extLst>
          </p:cNvPr>
          <p:cNvSpPr>
            <a:spLocks noGrp="1"/>
          </p:cNvSpPr>
          <p:nvPr/>
        </p:nvSpPr>
        <p:spPr>
          <a:xfrm>
            <a:off x="2705100" y="17648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matrix_127::211_path">
            <a:extLst>
              <a:ext uri="{FF2B5EF4-FFF2-40B4-BE49-F238E27FC236}">
                <a16:creationId xmlns:a16="http://schemas.microsoft.com/office/drawing/2014/main" id="{F7A2B314-EDFE-4100-8C95-56361A4AC1B6}"/>
              </a:ext>
            </a:extLst>
          </p:cNvPr>
          <p:cNvSpPr>
            <a:spLocks noGrp="1"/>
          </p:cNvSpPr>
          <p:nvPr/>
        </p:nvSpPr>
        <p:spPr>
          <a:xfrm>
            <a:off x="2768600" y="17648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matrix_127::212_path">
            <a:extLst>
              <a:ext uri="{FF2B5EF4-FFF2-40B4-BE49-F238E27FC236}">
                <a16:creationId xmlns:a16="http://schemas.microsoft.com/office/drawing/2014/main" id="{2E5AE2CF-BD51-4286-9FE9-29DCD70C3E44}"/>
              </a:ext>
            </a:extLst>
          </p:cNvPr>
          <p:cNvSpPr>
            <a:spLocks noGrp="1"/>
          </p:cNvSpPr>
          <p:nvPr/>
        </p:nvSpPr>
        <p:spPr>
          <a:xfrm>
            <a:off x="2832100" y="17648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213_roundRect">
            <a:extLst>
              <a:ext uri="{FF2B5EF4-FFF2-40B4-BE49-F238E27FC236}">
                <a16:creationId xmlns:a16="http://schemas.microsoft.com/office/drawing/2014/main" id="{818E0FBE-458C-45AE-B96A-A0B690EB691A}"/>
              </a:ext>
            </a:extLst>
          </p:cNvPr>
          <p:cNvSpPr>
            <a:spLocks noGrp="1"/>
          </p:cNvSpPr>
          <p:nvPr/>
        </p:nvSpPr>
        <p:spPr>
          <a:xfrm>
            <a:off x="3028950" y="1085850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214_textbox">
            <a:extLst>
              <a:ext uri="{FF2B5EF4-FFF2-40B4-BE49-F238E27FC236}">
                <a16:creationId xmlns:a16="http://schemas.microsoft.com/office/drawing/2014/main" id="{2B23DB60-25B7-4BAE-934F-1F8881453AE8}"/>
              </a:ext>
            </a:extLst>
          </p:cNvPr>
          <p:cNvSpPr>
            <a:spLocks noGrp="1"/>
          </p:cNvSpPr>
          <p:nvPr/>
        </p:nvSpPr>
        <p:spPr>
          <a:xfrm>
            <a:off x="3038475" y="1095375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Prediction</a:t>
            </a:r>
          </a:p>
        </p:txBody>
      </p:sp>
      <p:sp>
        <p:nvSpPr>
          <p:cNvPr id="215" name="215_roundRect">
            <a:extLst>
              <a:ext uri="{FF2B5EF4-FFF2-40B4-BE49-F238E27FC236}">
                <a16:creationId xmlns:a16="http://schemas.microsoft.com/office/drawing/2014/main" id="{BBDB402E-754E-4918-AC28-2262D8674BA1}"/>
              </a:ext>
            </a:extLst>
          </p:cNvPr>
          <p:cNvSpPr>
            <a:spLocks noGrp="1"/>
          </p:cNvSpPr>
          <p:nvPr/>
        </p:nvSpPr>
        <p:spPr>
          <a:xfrm>
            <a:off x="3028950" y="1304925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216_textbox">
            <a:extLst>
              <a:ext uri="{FF2B5EF4-FFF2-40B4-BE49-F238E27FC236}">
                <a16:creationId xmlns:a16="http://schemas.microsoft.com/office/drawing/2014/main" id="{CC386CE0-41D0-4DCE-8173-9AE34998742F}"/>
              </a:ext>
            </a:extLst>
          </p:cNvPr>
          <p:cNvSpPr>
            <a:spLocks noGrp="1"/>
          </p:cNvSpPr>
          <p:nvPr/>
        </p:nvSpPr>
        <p:spPr>
          <a:xfrm>
            <a:off x="3038475" y="1314450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Hidden repr.</a:t>
            </a:r>
          </a:p>
        </p:txBody>
      </p:sp>
      <p:sp>
        <p:nvSpPr>
          <p:cNvPr id="217" name="217_roundRect">
            <a:extLst>
              <a:ext uri="{FF2B5EF4-FFF2-40B4-BE49-F238E27FC236}">
                <a16:creationId xmlns:a16="http://schemas.microsoft.com/office/drawing/2014/main" id="{03575127-574D-4947-876E-AE4EC9A00EC1}"/>
              </a:ext>
            </a:extLst>
          </p:cNvPr>
          <p:cNvSpPr>
            <a:spLocks noGrp="1"/>
          </p:cNvSpPr>
          <p:nvPr/>
        </p:nvSpPr>
        <p:spPr>
          <a:xfrm>
            <a:off x="3028950" y="1524000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218_textbox">
            <a:extLst>
              <a:ext uri="{FF2B5EF4-FFF2-40B4-BE49-F238E27FC236}">
                <a16:creationId xmlns:a16="http://schemas.microsoft.com/office/drawing/2014/main" id="{9293B909-1B39-4715-87D8-1ED2232D7D5E}"/>
              </a:ext>
            </a:extLst>
          </p:cNvPr>
          <p:cNvSpPr>
            <a:spLocks noGrp="1"/>
          </p:cNvSpPr>
          <p:nvPr/>
        </p:nvSpPr>
        <p:spPr>
          <a:xfrm>
            <a:off x="3038475" y="1533525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Uncertainty</a:t>
            </a:r>
          </a:p>
        </p:txBody>
      </p:sp>
      <p:sp>
        <p:nvSpPr>
          <p:cNvPr id="219" name="219_roundRect">
            <a:extLst>
              <a:ext uri="{FF2B5EF4-FFF2-40B4-BE49-F238E27FC236}">
                <a16:creationId xmlns:a16="http://schemas.microsoft.com/office/drawing/2014/main" id="{27A0A0FC-6254-4559-B5D7-CC36BED1F194}"/>
              </a:ext>
            </a:extLst>
          </p:cNvPr>
          <p:cNvSpPr>
            <a:spLocks noGrp="1"/>
          </p:cNvSpPr>
          <p:nvPr/>
        </p:nvSpPr>
        <p:spPr>
          <a:xfrm>
            <a:off x="3028950" y="1743075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220_textbox">
            <a:extLst>
              <a:ext uri="{FF2B5EF4-FFF2-40B4-BE49-F238E27FC236}">
                <a16:creationId xmlns:a16="http://schemas.microsoft.com/office/drawing/2014/main" id="{B293CB08-9BF7-4ADA-97FF-4355C5EE25A7}"/>
              </a:ext>
            </a:extLst>
          </p:cNvPr>
          <p:cNvSpPr>
            <a:spLocks noGrp="1"/>
          </p:cNvSpPr>
          <p:nvPr/>
        </p:nvSpPr>
        <p:spPr>
          <a:xfrm>
            <a:off x="3038475" y="1752600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Availability</a:t>
            </a:r>
          </a:p>
        </p:txBody>
      </p:sp>
      <p:sp>
        <p:nvSpPr>
          <p:cNvPr id="221" name="matrix_220::221_path">
            <a:extLst>
              <a:ext uri="{FF2B5EF4-FFF2-40B4-BE49-F238E27FC236}">
                <a16:creationId xmlns:a16="http://schemas.microsoft.com/office/drawing/2014/main" id="{A609FC48-1A87-4719-9373-293B546E840E}"/>
              </a:ext>
            </a:extLst>
          </p:cNvPr>
          <p:cNvSpPr>
            <a:spLocks noGrp="1"/>
          </p:cNvSpPr>
          <p:nvPr/>
        </p:nvSpPr>
        <p:spPr>
          <a:xfrm>
            <a:off x="2486025" y="2047875"/>
            <a:ext cx="438150" cy="685800"/>
          </a:xfrm>
          <a:custGeom>
            <a:avLst/>
            <a:gdLst/>
            <a:ahLst/>
            <a:cxnLst/>
            <a:rect l="0" t="0" r="0" b="0"/>
            <a:pathLst>
              <a:path w="438150" h="685800">
                <a:moveTo>
                  <a:pt x="0" y="0"/>
                </a:moveTo>
                <a:lnTo>
                  <a:pt x="438150" y="0"/>
                </a:lnTo>
                <a:lnTo>
                  <a:pt x="43815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matrix_220::222_path">
            <a:extLst>
              <a:ext uri="{FF2B5EF4-FFF2-40B4-BE49-F238E27FC236}">
                <a16:creationId xmlns:a16="http://schemas.microsoft.com/office/drawing/2014/main" id="{83C0A4A7-2876-4841-9A23-2DA36CAE94B4}"/>
              </a:ext>
            </a:extLst>
          </p:cNvPr>
          <p:cNvSpPr>
            <a:spLocks noGrp="1"/>
          </p:cNvSpPr>
          <p:nvPr/>
        </p:nvSpPr>
        <p:spPr>
          <a:xfrm>
            <a:off x="2514600" y="20764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matrix_220::223_path">
            <a:extLst>
              <a:ext uri="{FF2B5EF4-FFF2-40B4-BE49-F238E27FC236}">
                <a16:creationId xmlns:a16="http://schemas.microsoft.com/office/drawing/2014/main" id="{EC44FBFF-F4C6-4CBA-97E1-16BE0E9DCD64}"/>
              </a:ext>
            </a:extLst>
          </p:cNvPr>
          <p:cNvSpPr>
            <a:spLocks noGrp="1"/>
          </p:cNvSpPr>
          <p:nvPr/>
        </p:nvSpPr>
        <p:spPr>
          <a:xfrm>
            <a:off x="2578100" y="20764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matrix_220::224_path">
            <a:extLst>
              <a:ext uri="{FF2B5EF4-FFF2-40B4-BE49-F238E27FC236}">
                <a16:creationId xmlns:a16="http://schemas.microsoft.com/office/drawing/2014/main" id="{499B48D8-333D-4BA2-91A7-4DB63402C2B9}"/>
              </a:ext>
            </a:extLst>
          </p:cNvPr>
          <p:cNvSpPr>
            <a:spLocks noGrp="1"/>
          </p:cNvSpPr>
          <p:nvPr/>
        </p:nvSpPr>
        <p:spPr>
          <a:xfrm>
            <a:off x="2641600" y="20764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matrix_220::225_path">
            <a:extLst>
              <a:ext uri="{FF2B5EF4-FFF2-40B4-BE49-F238E27FC236}">
                <a16:creationId xmlns:a16="http://schemas.microsoft.com/office/drawing/2014/main" id="{F99C6FC8-EA28-44B2-9BD8-27CB45706AB8}"/>
              </a:ext>
            </a:extLst>
          </p:cNvPr>
          <p:cNvSpPr>
            <a:spLocks noGrp="1"/>
          </p:cNvSpPr>
          <p:nvPr/>
        </p:nvSpPr>
        <p:spPr>
          <a:xfrm>
            <a:off x="2705100" y="20764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matrix_220::226_path">
            <a:extLst>
              <a:ext uri="{FF2B5EF4-FFF2-40B4-BE49-F238E27FC236}">
                <a16:creationId xmlns:a16="http://schemas.microsoft.com/office/drawing/2014/main" id="{62EEA3AA-49C2-47A4-800C-380B8BFE87B4}"/>
              </a:ext>
            </a:extLst>
          </p:cNvPr>
          <p:cNvSpPr>
            <a:spLocks noGrp="1"/>
          </p:cNvSpPr>
          <p:nvPr/>
        </p:nvSpPr>
        <p:spPr>
          <a:xfrm>
            <a:off x="2768600" y="20764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matrix_220::227_path">
            <a:extLst>
              <a:ext uri="{FF2B5EF4-FFF2-40B4-BE49-F238E27FC236}">
                <a16:creationId xmlns:a16="http://schemas.microsoft.com/office/drawing/2014/main" id="{C08BD6D6-3DA7-46D2-ACCD-4A9295FF6795}"/>
              </a:ext>
            </a:extLst>
          </p:cNvPr>
          <p:cNvSpPr>
            <a:spLocks noGrp="1"/>
          </p:cNvSpPr>
          <p:nvPr/>
        </p:nvSpPr>
        <p:spPr>
          <a:xfrm>
            <a:off x="2832100" y="20764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matrix_220::228_path">
            <a:extLst>
              <a:ext uri="{FF2B5EF4-FFF2-40B4-BE49-F238E27FC236}">
                <a16:creationId xmlns:a16="http://schemas.microsoft.com/office/drawing/2014/main" id="{3FF8EDC3-3822-4B49-8692-F70F600CECAD}"/>
              </a:ext>
            </a:extLst>
          </p:cNvPr>
          <p:cNvSpPr>
            <a:spLocks noGrp="1"/>
          </p:cNvSpPr>
          <p:nvPr/>
        </p:nvSpPr>
        <p:spPr>
          <a:xfrm>
            <a:off x="2514600" y="21213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matrix_220::229_path">
            <a:extLst>
              <a:ext uri="{FF2B5EF4-FFF2-40B4-BE49-F238E27FC236}">
                <a16:creationId xmlns:a16="http://schemas.microsoft.com/office/drawing/2014/main" id="{5713DF99-444B-4B62-9478-9CB85EA3F2C4}"/>
              </a:ext>
            </a:extLst>
          </p:cNvPr>
          <p:cNvSpPr>
            <a:spLocks noGrp="1"/>
          </p:cNvSpPr>
          <p:nvPr/>
        </p:nvSpPr>
        <p:spPr>
          <a:xfrm>
            <a:off x="2578100" y="21213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matrix_220::230_path">
            <a:extLst>
              <a:ext uri="{FF2B5EF4-FFF2-40B4-BE49-F238E27FC236}">
                <a16:creationId xmlns:a16="http://schemas.microsoft.com/office/drawing/2014/main" id="{D3D1EDF8-2F86-4FD5-B194-1697D14BB92D}"/>
              </a:ext>
            </a:extLst>
          </p:cNvPr>
          <p:cNvSpPr>
            <a:spLocks noGrp="1"/>
          </p:cNvSpPr>
          <p:nvPr/>
        </p:nvSpPr>
        <p:spPr>
          <a:xfrm>
            <a:off x="2641600" y="21213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matrix_220::231_path">
            <a:extLst>
              <a:ext uri="{FF2B5EF4-FFF2-40B4-BE49-F238E27FC236}">
                <a16:creationId xmlns:a16="http://schemas.microsoft.com/office/drawing/2014/main" id="{BF7FB770-49C4-4BC3-BAA6-FEA9C16313C5}"/>
              </a:ext>
            </a:extLst>
          </p:cNvPr>
          <p:cNvSpPr>
            <a:spLocks noGrp="1"/>
          </p:cNvSpPr>
          <p:nvPr/>
        </p:nvSpPr>
        <p:spPr>
          <a:xfrm>
            <a:off x="2705100" y="21213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matrix_220::232_path">
            <a:extLst>
              <a:ext uri="{FF2B5EF4-FFF2-40B4-BE49-F238E27FC236}">
                <a16:creationId xmlns:a16="http://schemas.microsoft.com/office/drawing/2014/main" id="{18CE17B2-C676-4937-B496-AD5F62EF3513}"/>
              </a:ext>
            </a:extLst>
          </p:cNvPr>
          <p:cNvSpPr>
            <a:spLocks noGrp="1"/>
          </p:cNvSpPr>
          <p:nvPr/>
        </p:nvSpPr>
        <p:spPr>
          <a:xfrm>
            <a:off x="2768600" y="21213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matrix_220::233_path">
            <a:extLst>
              <a:ext uri="{FF2B5EF4-FFF2-40B4-BE49-F238E27FC236}">
                <a16:creationId xmlns:a16="http://schemas.microsoft.com/office/drawing/2014/main" id="{D8C0050C-5463-4FE7-9B6D-DE902E632E45}"/>
              </a:ext>
            </a:extLst>
          </p:cNvPr>
          <p:cNvSpPr>
            <a:spLocks noGrp="1"/>
          </p:cNvSpPr>
          <p:nvPr/>
        </p:nvSpPr>
        <p:spPr>
          <a:xfrm>
            <a:off x="2832100" y="21213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matrix_220::234_path">
            <a:extLst>
              <a:ext uri="{FF2B5EF4-FFF2-40B4-BE49-F238E27FC236}">
                <a16:creationId xmlns:a16="http://schemas.microsoft.com/office/drawing/2014/main" id="{03681FAA-AF48-49E3-8A5C-33544649B9F5}"/>
              </a:ext>
            </a:extLst>
          </p:cNvPr>
          <p:cNvSpPr>
            <a:spLocks noGrp="1"/>
          </p:cNvSpPr>
          <p:nvPr/>
        </p:nvSpPr>
        <p:spPr>
          <a:xfrm>
            <a:off x="2514600" y="21662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matrix_220::235_path">
            <a:extLst>
              <a:ext uri="{FF2B5EF4-FFF2-40B4-BE49-F238E27FC236}">
                <a16:creationId xmlns:a16="http://schemas.microsoft.com/office/drawing/2014/main" id="{D1DE8127-FD12-457D-B4BA-56232A8880F0}"/>
              </a:ext>
            </a:extLst>
          </p:cNvPr>
          <p:cNvSpPr>
            <a:spLocks noGrp="1"/>
          </p:cNvSpPr>
          <p:nvPr/>
        </p:nvSpPr>
        <p:spPr>
          <a:xfrm>
            <a:off x="2578100" y="21662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matrix_220::236_path">
            <a:extLst>
              <a:ext uri="{FF2B5EF4-FFF2-40B4-BE49-F238E27FC236}">
                <a16:creationId xmlns:a16="http://schemas.microsoft.com/office/drawing/2014/main" id="{DFA19567-0040-4D5B-89D2-5AD4BDCDB5B3}"/>
              </a:ext>
            </a:extLst>
          </p:cNvPr>
          <p:cNvSpPr>
            <a:spLocks noGrp="1"/>
          </p:cNvSpPr>
          <p:nvPr/>
        </p:nvSpPr>
        <p:spPr>
          <a:xfrm>
            <a:off x="2641600" y="21662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matrix_220::237_path">
            <a:extLst>
              <a:ext uri="{FF2B5EF4-FFF2-40B4-BE49-F238E27FC236}">
                <a16:creationId xmlns:a16="http://schemas.microsoft.com/office/drawing/2014/main" id="{D243379D-A1FA-4DF7-88B0-D00EC3CF605F}"/>
              </a:ext>
            </a:extLst>
          </p:cNvPr>
          <p:cNvSpPr>
            <a:spLocks noGrp="1"/>
          </p:cNvSpPr>
          <p:nvPr/>
        </p:nvSpPr>
        <p:spPr>
          <a:xfrm>
            <a:off x="2705100" y="21662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matrix_220::238_path">
            <a:extLst>
              <a:ext uri="{FF2B5EF4-FFF2-40B4-BE49-F238E27FC236}">
                <a16:creationId xmlns:a16="http://schemas.microsoft.com/office/drawing/2014/main" id="{2F5CBF1A-E86C-437E-B6EB-211DE726BFC8}"/>
              </a:ext>
            </a:extLst>
          </p:cNvPr>
          <p:cNvSpPr>
            <a:spLocks noGrp="1"/>
          </p:cNvSpPr>
          <p:nvPr/>
        </p:nvSpPr>
        <p:spPr>
          <a:xfrm>
            <a:off x="2768600" y="21662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matrix_220::239_path">
            <a:extLst>
              <a:ext uri="{FF2B5EF4-FFF2-40B4-BE49-F238E27FC236}">
                <a16:creationId xmlns:a16="http://schemas.microsoft.com/office/drawing/2014/main" id="{706AC5EB-5761-4ABD-B556-99F3D105A27E}"/>
              </a:ext>
            </a:extLst>
          </p:cNvPr>
          <p:cNvSpPr>
            <a:spLocks noGrp="1"/>
          </p:cNvSpPr>
          <p:nvPr/>
        </p:nvSpPr>
        <p:spPr>
          <a:xfrm>
            <a:off x="2832100" y="21662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matrix_220::240_path">
            <a:extLst>
              <a:ext uri="{FF2B5EF4-FFF2-40B4-BE49-F238E27FC236}">
                <a16:creationId xmlns:a16="http://schemas.microsoft.com/office/drawing/2014/main" id="{B2C91BF6-DF93-4C56-8403-E3146278D71B}"/>
              </a:ext>
            </a:extLst>
          </p:cNvPr>
          <p:cNvSpPr>
            <a:spLocks noGrp="1"/>
          </p:cNvSpPr>
          <p:nvPr/>
        </p:nvSpPr>
        <p:spPr>
          <a:xfrm>
            <a:off x="2514600" y="22111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1" name="matrix_220::241_path">
            <a:extLst>
              <a:ext uri="{FF2B5EF4-FFF2-40B4-BE49-F238E27FC236}">
                <a16:creationId xmlns:a16="http://schemas.microsoft.com/office/drawing/2014/main" id="{46E7BECB-F51F-4197-84EE-9428563D33B2}"/>
              </a:ext>
            </a:extLst>
          </p:cNvPr>
          <p:cNvSpPr>
            <a:spLocks noGrp="1"/>
          </p:cNvSpPr>
          <p:nvPr/>
        </p:nvSpPr>
        <p:spPr>
          <a:xfrm>
            <a:off x="2578100" y="22111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matrix_220::242_path">
            <a:extLst>
              <a:ext uri="{FF2B5EF4-FFF2-40B4-BE49-F238E27FC236}">
                <a16:creationId xmlns:a16="http://schemas.microsoft.com/office/drawing/2014/main" id="{055979B2-1ADD-46E2-B719-350DE5F8CE7A}"/>
              </a:ext>
            </a:extLst>
          </p:cNvPr>
          <p:cNvSpPr>
            <a:spLocks noGrp="1"/>
          </p:cNvSpPr>
          <p:nvPr/>
        </p:nvSpPr>
        <p:spPr>
          <a:xfrm>
            <a:off x="2641600" y="22111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3" name="matrix_220::243_path">
            <a:extLst>
              <a:ext uri="{FF2B5EF4-FFF2-40B4-BE49-F238E27FC236}">
                <a16:creationId xmlns:a16="http://schemas.microsoft.com/office/drawing/2014/main" id="{55BA65C4-C322-400A-B130-918AD4549EE2}"/>
              </a:ext>
            </a:extLst>
          </p:cNvPr>
          <p:cNvSpPr>
            <a:spLocks noGrp="1"/>
          </p:cNvSpPr>
          <p:nvPr/>
        </p:nvSpPr>
        <p:spPr>
          <a:xfrm>
            <a:off x="2705100" y="22111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4" name="matrix_220::244_path">
            <a:extLst>
              <a:ext uri="{FF2B5EF4-FFF2-40B4-BE49-F238E27FC236}">
                <a16:creationId xmlns:a16="http://schemas.microsoft.com/office/drawing/2014/main" id="{4FE83EF4-93A2-4B93-A4F3-ACBD583DC4EA}"/>
              </a:ext>
            </a:extLst>
          </p:cNvPr>
          <p:cNvSpPr>
            <a:spLocks noGrp="1"/>
          </p:cNvSpPr>
          <p:nvPr/>
        </p:nvSpPr>
        <p:spPr>
          <a:xfrm>
            <a:off x="2768600" y="22111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matrix_220::245_path">
            <a:extLst>
              <a:ext uri="{FF2B5EF4-FFF2-40B4-BE49-F238E27FC236}">
                <a16:creationId xmlns:a16="http://schemas.microsoft.com/office/drawing/2014/main" id="{F6B1A39B-BCD0-407C-8207-46E6BF539F2B}"/>
              </a:ext>
            </a:extLst>
          </p:cNvPr>
          <p:cNvSpPr>
            <a:spLocks noGrp="1"/>
          </p:cNvSpPr>
          <p:nvPr/>
        </p:nvSpPr>
        <p:spPr>
          <a:xfrm>
            <a:off x="2832100" y="22111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matrix_220::246_path">
            <a:extLst>
              <a:ext uri="{FF2B5EF4-FFF2-40B4-BE49-F238E27FC236}">
                <a16:creationId xmlns:a16="http://schemas.microsoft.com/office/drawing/2014/main" id="{57313E29-1D16-4B88-A0FD-5DC07E558FE8}"/>
              </a:ext>
            </a:extLst>
          </p:cNvPr>
          <p:cNvSpPr>
            <a:spLocks noGrp="1"/>
          </p:cNvSpPr>
          <p:nvPr/>
        </p:nvSpPr>
        <p:spPr>
          <a:xfrm>
            <a:off x="2514600" y="22560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7" name="matrix_220::247_path">
            <a:extLst>
              <a:ext uri="{FF2B5EF4-FFF2-40B4-BE49-F238E27FC236}">
                <a16:creationId xmlns:a16="http://schemas.microsoft.com/office/drawing/2014/main" id="{1530566C-34A3-4E3E-9C2A-8CE5DF1507B5}"/>
              </a:ext>
            </a:extLst>
          </p:cNvPr>
          <p:cNvSpPr>
            <a:spLocks noGrp="1"/>
          </p:cNvSpPr>
          <p:nvPr/>
        </p:nvSpPr>
        <p:spPr>
          <a:xfrm>
            <a:off x="2578100" y="22560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matrix_220::248_path">
            <a:extLst>
              <a:ext uri="{FF2B5EF4-FFF2-40B4-BE49-F238E27FC236}">
                <a16:creationId xmlns:a16="http://schemas.microsoft.com/office/drawing/2014/main" id="{073BBDF6-02CE-4A7A-BC5A-C12C85182CB2}"/>
              </a:ext>
            </a:extLst>
          </p:cNvPr>
          <p:cNvSpPr>
            <a:spLocks noGrp="1"/>
          </p:cNvSpPr>
          <p:nvPr/>
        </p:nvSpPr>
        <p:spPr>
          <a:xfrm>
            <a:off x="2641600" y="22560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9" name="matrix_220::249_path">
            <a:extLst>
              <a:ext uri="{FF2B5EF4-FFF2-40B4-BE49-F238E27FC236}">
                <a16:creationId xmlns:a16="http://schemas.microsoft.com/office/drawing/2014/main" id="{DDF635E1-B93C-4D7E-8E72-76077BEF7A1E}"/>
              </a:ext>
            </a:extLst>
          </p:cNvPr>
          <p:cNvSpPr>
            <a:spLocks noGrp="1"/>
          </p:cNvSpPr>
          <p:nvPr/>
        </p:nvSpPr>
        <p:spPr>
          <a:xfrm>
            <a:off x="2705100" y="22560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matrix_220::250_path">
            <a:extLst>
              <a:ext uri="{FF2B5EF4-FFF2-40B4-BE49-F238E27FC236}">
                <a16:creationId xmlns:a16="http://schemas.microsoft.com/office/drawing/2014/main" id="{DD938184-6E8F-4EFE-96A9-8E42EA6D3A5A}"/>
              </a:ext>
            </a:extLst>
          </p:cNvPr>
          <p:cNvSpPr>
            <a:spLocks noGrp="1"/>
          </p:cNvSpPr>
          <p:nvPr/>
        </p:nvSpPr>
        <p:spPr>
          <a:xfrm>
            <a:off x="2768600" y="22560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matrix_220::251_path">
            <a:extLst>
              <a:ext uri="{FF2B5EF4-FFF2-40B4-BE49-F238E27FC236}">
                <a16:creationId xmlns:a16="http://schemas.microsoft.com/office/drawing/2014/main" id="{547B612C-7961-44D3-8D6F-9B39D2F51995}"/>
              </a:ext>
            </a:extLst>
          </p:cNvPr>
          <p:cNvSpPr>
            <a:spLocks noGrp="1"/>
          </p:cNvSpPr>
          <p:nvPr/>
        </p:nvSpPr>
        <p:spPr>
          <a:xfrm>
            <a:off x="2832100" y="22560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2" name="matrix_220::252_path">
            <a:extLst>
              <a:ext uri="{FF2B5EF4-FFF2-40B4-BE49-F238E27FC236}">
                <a16:creationId xmlns:a16="http://schemas.microsoft.com/office/drawing/2014/main" id="{96FE2C98-B0B5-410C-9863-C9618DF0FA06}"/>
              </a:ext>
            </a:extLst>
          </p:cNvPr>
          <p:cNvSpPr>
            <a:spLocks noGrp="1"/>
          </p:cNvSpPr>
          <p:nvPr/>
        </p:nvSpPr>
        <p:spPr>
          <a:xfrm>
            <a:off x="2514600" y="23009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3" name="matrix_220::253_path">
            <a:extLst>
              <a:ext uri="{FF2B5EF4-FFF2-40B4-BE49-F238E27FC236}">
                <a16:creationId xmlns:a16="http://schemas.microsoft.com/office/drawing/2014/main" id="{DF5D3861-E6C5-4D45-A4A6-FCEFD128781B}"/>
              </a:ext>
            </a:extLst>
          </p:cNvPr>
          <p:cNvSpPr>
            <a:spLocks noGrp="1"/>
          </p:cNvSpPr>
          <p:nvPr/>
        </p:nvSpPr>
        <p:spPr>
          <a:xfrm>
            <a:off x="2578100" y="23009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matrix_220::254_path">
            <a:extLst>
              <a:ext uri="{FF2B5EF4-FFF2-40B4-BE49-F238E27FC236}">
                <a16:creationId xmlns:a16="http://schemas.microsoft.com/office/drawing/2014/main" id="{39E40AC2-FB12-48FA-A6E4-1280F0A52BC6}"/>
              </a:ext>
            </a:extLst>
          </p:cNvPr>
          <p:cNvSpPr>
            <a:spLocks noGrp="1"/>
          </p:cNvSpPr>
          <p:nvPr/>
        </p:nvSpPr>
        <p:spPr>
          <a:xfrm>
            <a:off x="2641600" y="23009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matrix_220::255_path">
            <a:extLst>
              <a:ext uri="{FF2B5EF4-FFF2-40B4-BE49-F238E27FC236}">
                <a16:creationId xmlns:a16="http://schemas.microsoft.com/office/drawing/2014/main" id="{A233CB51-D8C6-4A80-9205-071FD4EFC562}"/>
              </a:ext>
            </a:extLst>
          </p:cNvPr>
          <p:cNvSpPr>
            <a:spLocks noGrp="1"/>
          </p:cNvSpPr>
          <p:nvPr/>
        </p:nvSpPr>
        <p:spPr>
          <a:xfrm>
            <a:off x="2705100" y="23009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6" name="matrix_220::256_path">
            <a:extLst>
              <a:ext uri="{FF2B5EF4-FFF2-40B4-BE49-F238E27FC236}">
                <a16:creationId xmlns:a16="http://schemas.microsoft.com/office/drawing/2014/main" id="{59D142BC-6AA8-4FC8-9A8E-6B14B9EA37AF}"/>
              </a:ext>
            </a:extLst>
          </p:cNvPr>
          <p:cNvSpPr>
            <a:spLocks noGrp="1"/>
          </p:cNvSpPr>
          <p:nvPr/>
        </p:nvSpPr>
        <p:spPr>
          <a:xfrm>
            <a:off x="2768600" y="23009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7" name="matrix_220::257_path">
            <a:extLst>
              <a:ext uri="{FF2B5EF4-FFF2-40B4-BE49-F238E27FC236}">
                <a16:creationId xmlns:a16="http://schemas.microsoft.com/office/drawing/2014/main" id="{95E641B4-73CE-467B-9B56-2672D366461E}"/>
              </a:ext>
            </a:extLst>
          </p:cNvPr>
          <p:cNvSpPr>
            <a:spLocks noGrp="1"/>
          </p:cNvSpPr>
          <p:nvPr/>
        </p:nvSpPr>
        <p:spPr>
          <a:xfrm>
            <a:off x="2832100" y="23009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matrix_220::258_path">
            <a:extLst>
              <a:ext uri="{FF2B5EF4-FFF2-40B4-BE49-F238E27FC236}">
                <a16:creationId xmlns:a16="http://schemas.microsoft.com/office/drawing/2014/main" id="{7B306E39-E946-475D-968B-53FAE3FFEA1C}"/>
              </a:ext>
            </a:extLst>
          </p:cNvPr>
          <p:cNvSpPr>
            <a:spLocks noGrp="1"/>
          </p:cNvSpPr>
          <p:nvPr/>
        </p:nvSpPr>
        <p:spPr>
          <a:xfrm>
            <a:off x="2514600" y="23458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9" name="matrix_220::259_path">
            <a:extLst>
              <a:ext uri="{FF2B5EF4-FFF2-40B4-BE49-F238E27FC236}">
                <a16:creationId xmlns:a16="http://schemas.microsoft.com/office/drawing/2014/main" id="{7E68E889-9466-48EB-95F2-E5CB56A27711}"/>
              </a:ext>
            </a:extLst>
          </p:cNvPr>
          <p:cNvSpPr>
            <a:spLocks noGrp="1"/>
          </p:cNvSpPr>
          <p:nvPr/>
        </p:nvSpPr>
        <p:spPr>
          <a:xfrm>
            <a:off x="2578100" y="23458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matrix_220::260_path">
            <a:extLst>
              <a:ext uri="{FF2B5EF4-FFF2-40B4-BE49-F238E27FC236}">
                <a16:creationId xmlns:a16="http://schemas.microsoft.com/office/drawing/2014/main" id="{042C4A29-E058-4311-81AC-0EA5D876DC99}"/>
              </a:ext>
            </a:extLst>
          </p:cNvPr>
          <p:cNvSpPr>
            <a:spLocks noGrp="1"/>
          </p:cNvSpPr>
          <p:nvPr/>
        </p:nvSpPr>
        <p:spPr>
          <a:xfrm>
            <a:off x="2641600" y="23458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matrix_220::261_path">
            <a:extLst>
              <a:ext uri="{FF2B5EF4-FFF2-40B4-BE49-F238E27FC236}">
                <a16:creationId xmlns:a16="http://schemas.microsoft.com/office/drawing/2014/main" id="{C969185B-FC34-4652-AFF8-C84BA79BB5A4}"/>
              </a:ext>
            </a:extLst>
          </p:cNvPr>
          <p:cNvSpPr>
            <a:spLocks noGrp="1"/>
          </p:cNvSpPr>
          <p:nvPr/>
        </p:nvSpPr>
        <p:spPr>
          <a:xfrm>
            <a:off x="2705100" y="23458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2" name="matrix_220::262_path">
            <a:extLst>
              <a:ext uri="{FF2B5EF4-FFF2-40B4-BE49-F238E27FC236}">
                <a16:creationId xmlns:a16="http://schemas.microsoft.com/office/drawing/2014/main" id="{E9C061ED-362D-4090-A551-94CC280FC5B7}"/>
              </a:ext>
            </a:extLst>
          </p:cNvPr>
          <p:cNvSpPr>
            <a:spLocks noGrp="1"/>
          </p:cNvSpPr>
          <p:nvPr/>
        </p:nvSpPr>
        <p:spPr>
          <a:xfrm>
            <a:off x="2768600" y="23458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3" name="matrix_220::263_path">
            <a:extLst>
              <a:ext uri="{FF2B5EF4-FFF2-40B4-BE49-F238E27FC236}">
                <a16:creationId xmlns:a16="http://schemas.microsoft.com/office/drawing/2014/main" id="{AB04F709-C994-494E-90DD-F9184FE21A7B}"/>
              </a:ext>
            </a:extLst>
          </p:cNvPr>
          <p:cNvSpPr>
            <a:spLocks noGrp="1"/>
          </p:cNvSpPr>
          <p:nvPr/>
        </p:nvSpPr>
        <p:spPr>
          <a:xfrm>
            <a:off x="2832100" y="23458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4" name="matrix_220::264_path">
            <a:extLst>
              <a:ext uri="{FF2B5EF4-FFF2-40B4-BE49-F238E27FC236}">
                <a16:creationId xmlns:a16="http://schemas.microsoft.com/office/drawing/2014/main" id="{91E06BB0-D66A-4539-9AC8-F2BD963207E2}"/>
              </a:ext>
            </a:extLst>
          </p:cNvPr>
          <p:cNvSpPr>
            <a:spLocks noGrp="1"/>
          </p:cNvSpPr>
          <p:nvPr/>
        </p:nvSpPr>
        <p:spPr>
          <a:xfrm>
            <a:off x="2514600" y="239077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5" name="matrix_220::265_path">
            <a:extLst>
              <a:ext uri="{FF2B5EF4-FFF2-40B4-BE49-F238E27FC236}">
                <a16:creationId xmlns:a16="http://schemas.microsoft.com/office/drawing/2014/main" id="{3DED7BDE-EE2F-406A-BFA6-B61CB81C27E0}"/>
              </a:ext>
            </a:extLst>
          </p:cNvPr>
          <p:cNvSpPr>
            <a:spLocks noGrp="1"/>
          </p:cNvSpPr>
          <p:nvPr/>
        </p:nvSpPr>
        <p:spPr>
          <a:xfrm>
            <a:off x="2578100" y="239077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6" name="matrix_220::266_path">
            <a:extLst>
              <a:ext uri="{FF2B5EF4-FFF2-40B4-BE49-F238E27FC236}">
                <a16:creationId xmlns:a16="http://schemas.microsoft.com/office/drawing/2014/main" id="{307E9E37-02A0-4170-A9C5-5D0BF07932FA}"/>
              </a:ext>
            </a:extLst>
          </p:cNvPr>
          <p:cNvSpPr>
            <a:spLocks noGrp="1"/>
          </p:cNvSpPr>
          <p:nvPr/>
        </p:nvSpPr>
        <p:spPr>
          <a:xfrm>
            <a:off x="2641600" y="239077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matrix_220::267_path">
            <a:extLst>
              <a:ext uri="{FF2B5EF4-FFF2-40B4-BE49-F238E27FC236}">
                <a16:creationId xmlns:a16="http://schemas.microsoft.com/office/drawing/2014/main" id="{E166EDC2-63A2-40A0-9EC5-61CED6AF1A6C}"/>
              </a:ext>
            </a:extLst>
          </p:cNvPr>
          <p:cNvSpPr>
            <a:spLocks noGrp="1"/>
          </p:cNvSpPr>
          <p:nvPr/>
        </p:nvSpPr>
        <p:spPr>
          <a:xfrm>
            <a:off x="2705100" y="239077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" name="matrix_220::268_path">
            <a:extLst>
              <a:ext uri="{FF2B5EF4-FFF2-40B4-BE49-F238E27FC236}">
                <a16:creationId xmlns:a16="http://schemas.microsoft.com/office/drawing/2014/main" id="{60172F83-BE63-4302-A5C2-E5A81E0DCE0E}"/>
              </a:ext>
            </a:extLst>
          </p:cNvPr>
          <p:cNvSpPr>
            <a:spLocks noGrp="1"/>
          </p:cNvSpPr>
          <p:nvPr/>
        </p:nvSpPr>
        <p:spPr>
          <a:xfrm>
            <a:off x="2768600" y="239077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9" name="matrix_220::269_path">
            <a:extLst>
              <a:ext uri="{FF2B5EF4-FFF2-40B4-BE49-F238E27FC236}">
                <a16:creationId xmlns:a16="http://schemas.microsoft.com/office/drawing/2014/main" id="{B90F1908-5070-43D8-8BA5-C1A41084E0C3}"/>
              </a:ext>
            </a:extLst>
          </p:cNvPr>
          <p:cNvSpPr>
            <a:spLocks noGrp="1"/>
          </p:cNvSpPr>
          <p:nvPr/>
        </p:nvSpPr>
        <p:spPr>
          <a:xfrm>
            <a:off x="2832100" y="239077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0" name="matrix_220::270_path">
            <a:extLst>
              <a:ext uri="{FF2B5EF4-FFF2-40B4-BE49-F238E27FC236}">
                <a16:creationId xmlns:a16="http://schemas.microsoft.com/office/drawing/2014/main" id="{240666F5-BEFE-4213-8E25-89711BCFD67B}"/>
              </a:ext>
            </a:extLst>
          </p:cNvPr>
          <p:cNvSpPr>
            <a:spLocks noGrp="1"/>
          </p:cNvSpPr>
          <p:nvPr/>
        </p:nvSpPr>
        <p:spPr>
          <a:xfrm>
            <a:off x="2514600" y="243567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matrix_220::271_path">
            <a:extLst>
              <a:ext uri="{FF2B5EF4-FFF2-40B4-BE49-F238E27FC236}">
                <a16:creationId xmlns:a16="http://schemas.microsoft.com/office/drawing/2014/main" id="{AEFB7BB0-541A-4F11-B378-F7A32A5460C2}"/>
              </a:ext>
            </a:extLst>
          </p:cNvPr>
          <p:cNvSpPr>
            <a:spLocks noGrp="1"/>
          </p:cNvSpPr>
          <p:nvPr/>
        </p:nvSpPr>
        <p:spPr>
          <a:xfrm>
            <a:off x="2578100" y="243567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" name="matrix_220::272_path">
            <a:extLst>
              <a:ext uri="{FF2B5EF4-FFF2-40B4-BE49-F238E27FC236}">
                <a16:creationId xmlns:a16="http://schemas.microsoft.com/office/drawing/2014/main" id="{E279E304-ADFF-4000-B4B7-6096A69A716C}"/>
              </a:ext>
            </a:extLst>
          </p:cNvPr>
          <p:cNvSpPr>
            <a:spLocks noGrp="1"/>
          </p:cNvSpPr>
          <p:nvPr/>
        </p:nvSpPr>
        <p:spPr>
          <a:xfrm>
            <a:off x="2641600" y="243567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3" name="matrix_220::273_path">
            <a:extLst>
              <a:ext uri="{FF2B5EF4-FFF2-40B4-BE49-F238E27FC236}">
                <a16:creationId xmlns:a16="http://schemas.microsoft.com/office/drawing/2014/main" id="{C5AC9EC3-4EC8-4AEC-8592-C91B44D5C969}"/>
              </a:ext>
            </a:extLst>
          </p:cNvPr>
          <p:cNvSpPr>
            <a:spLocks noGrp="1"/>
          </p:cNvSpPr>
          <p:nvPr/>
        </p:nvSpPr>
        <p:spPr>
          <a:xfrm>
            <a:off x="2705100" y="243567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4" name="matrix_220::274_path">
            <a:extLst>
              <a:ext uri="{FF2B5EF4-FFF2-40B4-BE49-F238E27FC236}">
                <a16:creationId xmlns:a16="http://schemas.microsoft.com/office/drawing/2014/main" id="{84BA5AC8-1157-46B9-922E-5193D3413F8D}"/>
              </a:ext>
            </a:extLst>
          </p:cNvPr>
          <p:cNvSpPr>
            <a:spLocks noGrp="1"/>
          </p:cNvSpPr>
          <p:nvPr/>
        </p:nvSpPr>
        <p:spPr>
          <a:xfrm>
            <a:off x="2768600" y="243567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" name="matrix_220::275_path">
            <a:extLst>
              <a:ext uri="{FF2B5EF4-FFF2-40B4-BE49-F238E27FC236}">
                <a16:creationId xmlns:a16="http://schemas.microsoft.com/office/drawing/2014/main" id="{F260FF54-713C-4EE7-9391-8A00598DF59C}"/>
              </a:ext>
            </a:extLst>
          </p:cNvPr>
          <p:cNvSpPr>
            <a:spLocks noGrp="1"/>
          </p:cNvSpPr>
          <p:nvPr/>
        </p:nvSpPr>
        <p:spPr>
          <a:xfrm>
            <a:off x="2832100" y="243567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" name="matrix_220::276_path">
            <a:extLst>
              <a:ext uri="{FF2B5EF4-FFF2-40B4-BE49-F238E27FC236}">
                <a16:creationId xmlns:a16="http://schemas.microsoft.com/office/drawing/2014/main" id="{81112A48-2B67-4631-BC10-8B0756896560}"/>
              </a:ext>
            </a:extLst>
          </p:cNvPr>
          <p:cNvSpPr>
            <a:spLocks noGrp="1"/>
          </p:cNvSpPr>
          <p:nvPr/>
        </p:nvSpPr>
        <p:spPr>
          <a:xfrm>
            <a:off x="2514600" y="248058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7" name="matrix_220::277_path">
            <a:extLst>
              <a:ext uri="{FF2B5EF4-FFF2-40B4-BE49-F238E27FC236}">
                <a16:creationId xmlns:a16="http://schemas.microsoft.com/office/drawing/2014/main" id="{2A9FD209-C639-43BD-BB30-44CA7248EB41}"/>
              </a:ext>
            </a:extLst>
          </p:cNvPr>
          <p:cNvSpPr>
            <a:spLocks noGrp="1"/>
          </p:cNvSpPr>
          <p:nvPr/>
        </p:nvSpPr>
        <p:spPr>
          <a:xfrm>
            <a:off x="2578100" y="248058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8" name="matrix_220::278_path">
            <a:extLst>
              <a:ext uri="{FF2B5EF4-FFF2-40B4-BE49-F238E27FC236}">
                <a16:creationId xmlns:a16="http://schemas.microsoft.com/office/drawing/2014/main" id="{0F0974EE-5C0C-47DB-9EB4-759A75EFA2C3}"/>
              </a:ext>
            </a:extLst>
          </p:cNvPr>
          <p:cNvSpPr>
            <a:spLocks noGrp="1"/>
          </p:cNvSpPr>
          <p:nvPr/>
        </p:nvSpPr>
        <p:spPr>
          <a:xfrm>
            <a:off x="2641600" y="248058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9" name="matrix_220::279_path">
            <a:extLst>
              <a:ext uri="{FF2B5EF4-FFF2-40B4-BE49-F238E27FC236}">
                <a16:creationId xmlns:a16="http://schemas.microsoft.com/office/drawing/2014/main" id="{2E6DB1AB-4C2E-4A3A-91B5-FA53ABEA5146}"/>
              </a:ext>
            </a:extLst>
          </p:cNvPr>
          <p:cNvSpPr>
            <a:spLocks noGrp="1"/>
          </p:cNvSpPr>
          <p:nvPr/>
        </p:nvSpPr>
        <p:spPr>
          <a:xfrm>
            <a:off x="2705100" y="248058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0" name="matrix_220::280_path">
            <a:extLst>
              <a:ext uri="{FF2B5EF4-FFF2-40B4-BE49-F238E27FC236}">
                <a16:creationId xmlns:a16="http://schemas.microsoft.com/office/drawing/2014/main" id="{CD22AF26-CDA3-436D-ABC8-CC3B9D5F055F}"/>
              </a:ext>
            </a:extLst>
          </p:cNvPr>
          <p:cNvSpPr>
            <a:spLocks noGrp="1"/>
          </p:cNvSpPr>
          <p:nvPr/>
        </p:nvSpPr>
        <p:spPr>
          <a:xfrm>
            <a:off x="2768600" y="248058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matrix_220::281_path">
            <a:extLst>
              <a:ext uri="{FF2B5EF4-FFF2-40B4-BE49-F238E27FC236}">
                <a16:creationId xmlns:a16="http://schemas.microsoft.com/office/drawing/2014/main" id="{7936CFE8-7376-47DE-A5F2-6AFDA6E91F7D}"/>
              </a:ext>
            </a:extLst>
          </p:cNvPr>
          <p:cNvSpPr>
            <a:spLocks noGrp="1"/>
          </p:cNvSpPr>
          <p:nvPr/>
        </p:nvSpPr>
        <p:spPr>
          <a:xfrm>
            <a:off x="2832100" y="248058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2" name="matrix_220::282_path">
            <a:extLst>
              <a:ext uri="{FF2B5EF4-FFF2-40B4-BE49-F238E27FC236}">
                <a16:creationId xmlns:a16="http://schemas.microsoft.com/office/drawing/2014/main" id="{41C71898-E095-484B-BA8C-A5BACB9F7986}"/>
              </a:ext>
            </a:extLst>
          </p:cNvPr>
          <p:cNvSpPr>
            <a:spLocks noGrp="1"/>
          </p:cNvSpPr>
          <p:nvPr/>
        </p:nvSpPr>
        <p:spPr>
          <a:xfrm>
            <a:off x="2514600" y="252548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matrix_220::283_path">
            <a:extLst>
              <a:ext uri="{FF2B5EF4-FFF2-40B4-BE49-F238E27FC236}">
                <a16:creationId xmlns:a16="http://schemas.microsoft.com/office/drawing/2014/main" id="{D0827713-BFCD-4DCA-9CA0-D63443791EAA}"/>
              </a:ext>
            </a:extLst>
          </p:cNvPr>
          <p:cNvSpPr>
            <a:spLocks noGrp="1"/>
          </p:cNvSpPr>
          <p:nvPr/>
        </p:nvSpPr>
        <p:spPr>
          <a:xfrm>
            <a:off x="2578100" y="252548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4" name="matrix_220::284_path">
            <a:extLst>
              <a:ext uri="{FF2B5EF4-FFF2-40B4-BE49-F238E27FC236}">
                <a16:creationId xmlns:a16="http://schemas.microsoft.com/office/drawing/2014/main" id="{2F1DBA38-119E-4BED-9FF2-EE9ECABB6A04}"/>
              </a:ext>
            </a:extLst>
          </p:cNvPr>
          <p:cNvSpPr>
            <a:spLocks noGrp="1"/>
          </p:cNvSpPr>
          <p:nvPr/>
        </p:nvSpPr>
        <p:spPr>
          <a:xfrm>
            <a:off x="2641600" y="252548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5" name="matrix_220::285_path">
            <a:extLst>
              <a:ext uri="{FF2B5EF4-FFF2-40B4-BE49-F238E27FC236}">
                <a16:creationId xmlns:a16="http://schemas.microsoft.com/office/drawing/2014/main" id="{180CBB14-B231-41C9-B990-118E19D2CFD1}"/>
              </a:ext>
            </a:extLst>
          </p:cNvPr>
          <p:cNvSpPr>
            <a:spLocks noGrp="1"/>
          </p:cNvSpPr>
          <p:nvPr/>
        </p:nvSpPr>
        <p:spPr>
          <a:xfrm>
            <a:off x="2705100" y="252548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6" name="matrix_220::286_path">
            <a:extLst>
              <a:ext uri="{FF2B5EF4-FFF2-40B4-BE49-F238E27FC236}">
                <a16:creationId xmlns:a16="http://schemas.microsoft.com/office/drawing/2014/main" id="{C72446CD-859D-469F-BE56-E7202A3CDDC9}"/>
              </a:ext>
            </a:extLst>
          </p:cNvPr>
          <p:cNvSpPr>
            <a:spLocks noGrp="1"/>
          </p:cNvSpPr>
          <p:nvPr/>
        </p:nvSpPr>
        <p:spPr>
          <a:xfrm>
            <a:off x="2768600" y="252548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7" name="matrix_220::287_path">
            <a:extLst>
              <a:ext uri="{FF2B5EF4-FFF2-40B4-BE49-F238E27FC236}">
                <a16:creationId xmlns:a16="http://schemas.microsoft.com/office/drawing/2014/main" id="{163571BF-7E4A-42F8-B542-584D14743C87}"/>
              </a:ext>
            </a:extLst>
          </p:cNvPr>
          <p:cNvSpPr>
            <a:spLocks noGrp="1"/>
          </p:cNvSpPr>
          <p:nvPr/>
        </p:nvSpPr>
        <p:spPr>
          <a:xfrm>
            <a:off x="2832100" y="252548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8" name="matrix_220::288_path">
            <a:extLst>
              <a:ext uri="{FF2B5EF4-FFF2-40B4-BE49-F238E27FC236}">
                <a16:creationId xmlns:a16="http://schemas.microsoft.com/office/drawing/2014/main" id="{60344ABA-6231-4B8F-93EB-280A55ABA3A3}"/>
              </a:ext>
            </a:extLst>
          </p:cNvPr>
          <p:cNvSpPr>
            <a:spLocks noGrp="1"/>
          </p:cNvSpPr>
          <p:nvPr/>
        </p:nvSpPr>
        <p:spPr>
          <a:xfrm>
            <a:off x="2514600" y="257038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9" name="matrix_220::289_path">
            <a:extLst>
              <a:ext uri="{FF2B5EF4-FFF2-40B4-BE49-F238E27FC236}">
                <a16:creationId xmlns:a16="http://schemas.microsoft.com/office/drawing/2014/main" id="{5DAE2ED4-5487-4EF3-834E-72A6455DB504}"/>
              </a:ext>
            </a:extLst>
          </p:cNvPr>
          <p:cNvSpPr>
            <a:spLocks noGrp="1"/>
          </p:cNvSpPr>
          <p:nvPr/>
        </p:nvSpPr>
        <p:spPr>
          <a:xfrm>
            <a:off x="2578100" y="257038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0" name="matrix_220::290_path">
            <a:extLst>
              <a:ext uri="{FF2B5EF4-FFF2-40B4-BE49-F238E27FC236}">
                <a16:creationId xmlns:a16="http://schemas.microsoft.com/office/drawing/2014/main" id="{1CF51AF3-5F13-4718-BEC2-F7F017754A8C}"/>
              </a:ext>
            </a:extLst>
          </p:cNvPr>
          <p:cNvSpPr>
            <a:spLocks noGrp="1"/>
          </p:cNvSpPr>
          <p:nvPr/>
        </p:nvSpPr>
        <p:spPr>
          <a:xfrm>
            <a:off x="2641600" y="257038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1" name="matrix_220::291_path">
            <a:extLst>
              <a:ext uri="{FF2B5EF4-FFF2-40B4-BE49-F238E27FC236}">
                <a16:creationId xmlns:a16="http://schemas.microsoft.com/office/drawing/2014/main" id="{B6777727-F5F6-4F50-85F5-9D3B50DF3C17}"/>
              </a:ext>
            </a:extLst>
          </p:cNvPr>
          <p:cNvSpPr>
            <a:spLocks noGrp="1"/>
          </p:cNvSpPr>
          <p:nvPr/>
        </p:nvSpPr>
        <p:spPr>
          <a:xfrm>
            <a:off x="2705100" y="257038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2" name="matrix_220::292_path">
            <a:extLst>
              <a:ext uri="{FF2B5EF4-FFF2-40B4-BE49-F238E27FC236}">
                <a16:creationId xmlns:a16="http://schemas.microsoft.com/office/drawing/2014/main" id="{2F4AE739-38AB-4F99-85A6-9E9B16001D0A}"/>
              </a:ext>
            </a:extLst>
          </p:cNvPr>
          <p:cNvSpPr>
            <a:spLocks noGrp="1"/>
          </p:cNvSpPr>
          <p:nvPr/>
        </p:nvSpPr>
        <p:spPr>
          <a:xfrm>
            <a:off x="2768600" y="257038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3" name="matrix_220::293_path">
            <a:extLst>
              <a:ext uri="{FF2B5EF4-FFF2-40B4-BE49-F238E27FC236}">
                <a16:creationId xmlns:a16="http://schemas.microsoft.com/office/drawing/2014/main" id="{3ABF5EC8-C501-4685-8208-F41611AA4291}"/>
              </a:ext>
            </a:extLst>
          </p:cNvPr>
          <p:cNvSpPr>
            <a:spLocks noGrp="1"/>
          </p:cNvSpPr>
          <p:nvPr/>
        </p:nvSpPr>
        <p:spPr>
          <a:xfrm>
            <a:off x="2832100" y="257038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4" name="matrix_220::294_path">
            <a:extLst>
              <a:ext uri="{FF2B5EF4-FFF2-40B4-BE49-F238E27FC236}">
                <a16:creationId xmlns:a16="http://schemas.microsoft.com/office/drawing/2014/main" id="{8C801B7F-A65B-4478-833C-B0F0ED613188}"/>
              </a:ext>
            </a:extLst>
          </p:cNvPr>
          <p:cNvSpPr>
            <a:spLocks noGrp="1"/>
          </p:cNvSpPr>
          <p:nvPr/>
        </p:nvSpPr>
        <p:spPr>
          <a:xfrm>
            <a:off x="2514600" y="261529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5" name="matrix_220::295_path">
            <a:extLst>
              <a:ext uri="{FF2B5EF4-FFF2-40B4-BE49-F238E27FC236}">
                <a16:creationId xmlns:a16="http://schemas.microsoft.com/office/drawing/2014/main" id="{F55037A8-A7BD-4D9F-80DF-53EDF277BB75}"/>
              </a:ext>
            </a:extLst>
          </p:cNvPr>
          <p:cNvSpPr>
            <a:spLocks noGrp="1"/>
          </p:cNvSpPr>
          <p:nvPr/>
        </p:nvSpPr>
        <p:spPr>
          <a:xfrm>
            <a:off x="2578100" y="261529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6" name="matrix_220::296_path">
            <a:extLst>
              <a:ext uri="{FF2B5EF4-FFF2-40B4-BE49-F238E27FC236}">
                <a16:creationId xmlns:a16="http://schemas.microsoft.com/office/drawing/2014/main" id="{A11B6BA2-88FE-4B06-B367-220B7CF264BF}"/>
              </a:ext>
            </a:extLst>
          </p:cNvPr>
          <p:cNvSpPr>
            <a:spLocks noGrp="1"/>
          </p:cNvSpPr>
          <p:nvPr/>
        </p:nvSpPr>
        <p:spPr>
          <a:xfrm>
            <a:off x="2641600" y="261529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7" name="matrix_220::297_path">
            <a:extLst>
              <a:ext uri="{FF2B5EF4-FFF2-40B4-BE49-F238E27FC236}">
                <a16:creationId xmlns:a16="http://schemas.microsoft.com/office/drawing/2014/main" id="{FF4049E4-AE1A-47E6-BB0D-98D1ACE55F00}"/>
              </a:ext>
            </a:extLst>
          </p:cNvPr>
          <p:cNvSpPr>
            <a:spLocks noGrp="1"/>
          </p:cNvSpPr>
          <p:nvPr/>
        </p:nvSpPr>
        <p:spPr>
          <a:xfrm>
            <a:off x="2705100" y="261529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matrix_220::298_path">
            <a:extLst>
              <a:ext uri="{FF2B5EF4-FFF2-40B4-BE49-F238E27FC236}">
                <a16:creationId xmlns:a16="http://schemas.microsoft.com/office/drawing/2014/main" id="{9F1F6BAE-B5F4-489A-B5E6-6D5A12FDF721}"/>
              </a:ext>
            </a:extLst>
          </p:cNvPr>
          <p:cNvSpPr>
            <a:spLocks noGrp="1"/>
          </p:cNvSpPr>
          <p:nvPr/>
        </p:nvSpPr>
        <p:spPr>
          <a:xfrm>
            <a:off x="2768600" y="261529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9" name="matrix_220::299_path">
            <a:extLst>
              <a:ext uri="{FF2B5EF4-FFF2-40B4-BE49-F238E27FC236}">
                <a16:creationId xmlns:a16="http://schemas.microsoft.com/office/drawing/2014/main" id="{5CB042F4-18BF-409A-B7E6-02532CF8F8E6}"/>
              </a:ext>
            </a:extLst>
          </p:cNvPr>
          <p:cNvSpPr>
            <a:spLocks noGrp="1"/>
          </p:cNvSpPr>
          <p:nvPr/>
        </p:nvSpPr>
        <p:spPr>
          <a:xfrm>
            <a:off x="2832100" y="261529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0" name="matrix_220::300_path">
            <a:extLst>
              <a:ext uri="{FF2B5EF4-FFF2-40B4-BE49-F238E27FC236}">
                <a16:creationId xmlns:a16="http://schemas.microsoft.com/office/drawing/2014/main" id="{0C287FB2-E864-4DAE-ADE8-3DD941440C25}"/>
              </a:ext>
            </a:extLst>
          </p:cNvPr>
          <p:cNvSpPr>
            <a:spLocks noGrp="1"/>
          </p:cNvSpPr>
          <p:nvPr/>
        </p:nvSpPr>
        <p:spPr>
          <a:xfrm>
            <a:off x="2514600" y="266019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1" name="matrix_220::301_path">
            <a:extLst>
              <a:ext uri="{FF2B5EF4-FFF2-40B4-BE49-F238E27FC236}">
                <a16:creationId xmlns:a16="http://schemas.microsoft.com/office/drawing/2014/main" id="{EEE9209E-684B-4334-8F1D-2BD571120266}"/>
              </a:ext>
            </a:extLst>
          </p:cNvPr>
          <p:cNvSpPr>
            <a:spLocks noGrp="1"/>
          </p:cNvSpPr>
          <p:nvPr/>
        </p:nvSpPr>
        <p:spPr>
          <a:xfrm>
            <a:off x="2578100" y="266019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matrix_220::302_path">
            <a:extLst>
              <a:ext uri="{FF2B5EF4-FFF2-40B4-BE49-F238E27FC236}">
                <a16:creationId xmlns:a16="http://schemas.microsoft.com/office/drawing/2014/main" id="{3BF8428A-081B-4554-8BD0-8928DEC26B39}"/>
              </a:ext>
            </a:extLst>
          </p:cNvPr>
          <p:cNvSpPr>
            <a:spLocks noGrp="1"/>
          </p:cNvSpPr>
          <p:nvPr/>
        </p:nvSpPr>
        <p:spPr>
          <a:xfrm>
            <a:off x="2641600" y="266019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3" name="matrix_220::303_path">
            <a:extLst>
              <a:ext uri="{FF2B5EF4-FFF2-40B4-BE49-F238E27FC236}">
                <a16:creationId xmlns:a16="http://schemas.microsoft.com/office/drawing/2014/main" id="{378765EF-A9CF-4F4A-BE39-5C8C30AD8B59}"/>
              </a:ext>
            </a:extLst>
          </p:cNvPr>
          <p:cNvSpPr>
            <a:spLocks noGrp="1"/>
          </p:cNvSpPr>
          <p:nvPr/>
        </p:nvSpPr>
        <p:spPr>
          <a:xfrm>
            <a:off x="2705100" y="266019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4" name="matrix_220::304_path">
            <a:extLst>
              <a:ext uri="{FF2B5EF4-FFF2-40B4-BE49-F238E27FC236}">
                <a16:creationId xmlns:a16="http://schemas.microsoft.com/office/drawing/2014/main" id="{28CC53DC-2144-4589-9908-C93CB1C55EB0}"/>
              </a:ext>
            </a:extLst>
          </p:cNvPr>
          <p:cNvSpPr>
            <a:spLocks noGrp="1"/>
          </p:cNvSpPr>
          <p:nvPr/>
        </p:nvSpPr>
        <p:spPr>
          <a:xfrm>
            <a:off x="2768600" y="266019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" name="matrix_220::305_path">
            <a:extLst>
              <a:ext uri="{FF2B5EF4-FFF2-40B4-BE49-F238E27FC236}">
                <a16:creationId xmlns:a16="http://schemas.microsoft.com/office/drawing/2014/main" id="{158636A9-D16C-457C-94E9-842193952C74}"/>
              </a:ext>
            </a:extLst>
          </p:cNvPr>
          <p:cNvSpPr>
            <a:spLocks noGrp="1"/>
          </p:cNvSpPr>
          <p:nvPr/>
        </p:nvSpPr>
        <p:spPr>
          <a:xfrm>
            <a:off x="2832100" y="266019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6" name="306_roundRect">
            <a:extLst>
              <a:ext uri="{FF2B5EF4-FFF2-40B4-BE49-F238E27FC236}">
                <a16:creationId xmlns:a16="http://schemas.microsoft.com/office/drawing/2014/main" id="{3EDF40D7-AF33-41F3-B040-8A61B8C11520}"/>
              </a:ext>
            </a:extLst>
          </p:cNvPr>
          <p:cNvSpPr>
            <a:spLocks noGrp="1"/>
          </p:cNvSpPr>
          <p:nvPr/>
        </p:nvSpPr>
        <p:spPr>
          <a:xfrm>
            <a:off x="3028950" y="1981200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FF3CA"/>
          </a:solidFill>
          <a:ln w="13335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7" name="307_textbox">
            <a:extLst>
              <a:ext uri="{FF2B5EF4-FFF2-40B4-BE49-F238E27FC236}">
                <a16:creationId xmlns:a16="http://schemas.microsoft.com/office/drawing/2014/main" id="{A38DE6F1-C8D4-4E03-BBD1-A5003AAB35FB}"/>
              </a:ext>
            </a:extLst>
          </p:cNvPr>
          <p:cNvSpPr>
            <a:spLocks noGrp="1"/>
          </p:cNvSpPr>
          <p:nvPr/>
        </p:nvSpPr>
        <p:spPr>
          <a:xfrm>
            <a:off x="3038475" y="1990725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8D61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8D6100"/>
                </a:solidFill>
                <a:latin typeface="Nimbus Sans Narrow"/>
                <a:ea typeface="Nimbus Sans Narrow"/>
                <a:cs typeface="Nimbus Sans Narrow"/>
              </a:rPr>
              <a:t>Prediction</a:t>
            </a:r>
          </a:p>
        </p:txBody>
      </p:sp>
      <p:sp>
        <p:nvSpPr>
          <p:cNvPr id="308" name="308_roundRect">
            <a:extLst>
              <a:ext uri="{FF2B5EF4-FFF2-40B4-BE49-F238E27FC236}">
                <a16:creationId xmlns:a16="http://schemas.microsoft.com/office/drawing/2014/main" id="{C3CE596E-5A90-4C5A-BC7F-7CBD073E41F5}"/>
              </a:ext>
            </a:extLst>
          </p:cNvPr>
          <p:cNvSpPr>
            <a:spLocks noGrp="1"/>
          </p:cNvSpPr>
          <p:nvPr/>
        </p:nvSpPr>
        <p:spPr>
          <a:xfrm>
            <a:off x="3028950" y="2200275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" name="309_textbox">
            <a:extLst>
              <a:ext uri="{FF2B5EF4-FFF2-40B4-BE49-F238E27FC236}">
                <a16:creationId xmlns:a16="http://schemas.microsoft.com/office/drawing/2014/main" id="{16B140D2-64BC-40C9-AEFA-322E35291E00}"/>
              </a:ext>
            </a:extLst>
          </p:cNvPr>
          <p:cNvSpPr>
            <a:spLocks noGrp="1"/>
          </p:cNvSpPr>
          <p:nvPr/>
        </p:nvSpPr>
        <p:spPr>
          <a:xfrm>
            <a:off x="3038475" y="2209800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Hidden repr.</a:t>
            </a:r>
          </a:p>
        </p:txBody>
      </p:sp>
      <p:sp>
        <p:nvSpPr>
          <p:cNvPr id="310" name="310_roundRect">
            <a:extLst>
              <a:ext uri="{FF2B5EF4-FFF2-40B4-BE49-F238E27FC236}">
                <a16:creationId xmlns:a16="http://schemas.microsoft.com/office/drawing/2014/main" id="{B48FBDD8-F906-4318-9836-58F1276E32BD}"/>
              </a:ext>
            </a:extLst>
          </p:cNvPr>
          <p:cNvSpPr>
            <a:spLocks noGrp="1"/>
          </p:cNvSpPr>
          <p:nvPr/>
        </p:nvSpPr>
        <p:spPr>
          <a:xfrm>
            <a:off x="3028950" y="2419350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" name="311_textbox">
            <a:extLst>
              <a:ext uri="{FF2B5EF4-FFF2-40B4-BE49-F238E27FC236}">
                <a16:creationId xmlns:a16="http://schemas.microsoft.com/office/drawing/2014/main" id="{FAB15D3E-2386-417C-87A4-E310406346C7}"/>
              </a:ext>
            </a:extLst>
          </p:cNvPr>
          <p:cNvSpPr>
            <a:spLocks noGrp="1"/>
          </p:cNvSpPr>
          <p:nvPr/>
        </p:nvSpPr>
        <p:spPr>
          <a:xfrm>
            <a:off x="3038475" y="2428875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Uncertainty</a:t>
            </a:r>
          </a:p>
        </p:txBody>
      </p:sp>
      <p:sp>
        <p:nvSpPr>
          <p:cNvPr id="312" name="312_roundRect">
            <a:extLst>
              <a:ext uri="{FF2B5EF4-FFF2-40B4-BE49-F238E27FC236}">
                <a16:creationId xmlns:a16="http://schemas.microsoft.com/office/drawing/2014/main" id="{AA5E87C7-4C62-4A41-80E1-8581884D1EBF}"/>
              </a:ext>
            </a:extLst>
          </p:cNvPr>
          <p:cNvSpPr>
            <a:spLocks noGrp="1"/>
          </p:cNvSpPr>
          <p:nvPr/>
        </p:nvSpPr>
        <p:spPr>
          <a:xfrm>
            <a:off x="3028950" y="2638425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3" name="313_textbox">
            <a:extLst>
              <a:ext uri="{FF2B5EF4-FFF2-40B4-BE49-F238E27FC236}">
                <a16:creationId xmlns:a16="http://schemas.microsoft.com/office/drawing/2014/main" id="{56329909-4FDD-4188-B309-F9ABDF135E8C}"/>
              </a:ext>
            </a:extLst>
          </p:cNvPr>
          <p:cNvSpPr>
            <a:spLocks noGrp="1"/>
          </p:cNvSpPr>
          <p:nvPr/>
        </p:nvSpPr>
        <p:spPr>
          <a:xfrm>
            <a:off x="3038475" y="2647950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Availability</a:t>
            </a:r>
          </a:p>
        </p:txBody>
      </p:sp>
      <p:sp>
        <p:nvSpPr>
          <p:cNvPr id="314" name="matrix_313::314_path">
            <a:extLst>
              <a:ext uri="{FF2B5EF4-FFF2-40B4-BE49-F238E27FC236}">
                <a16:creationId xmlns:a16="http://schemas.microsoft.com/office/drawing/2014/main" id="{2704ED78-7BC3-48B4-A125-144C92F2755C}"/>
              </a:ext>
            </a:extLst>
          </p:cNvPr>
          <p:cNvSpPr>
            <a:spLocks noGrp="1"/>
          </p:cNvSpPr>
          <p:nvPr/>
        </p:nvSpPr>
        <p:spPr>
          <a:xfrm>
            <a:off x="2486025" y="2952750"/>
            <a:ext cx="438150" cy="685800"/>
          </a:xfrm>
          <a:custGeom>
            <a:avLst/>
            <a:gdLst/>
            <a:ahLst/>
            <a:cxnLst/>
            <a:rect l="0" t="0" r="0" b="0"/>
            <a:pathLst>
              <a:path w="438150" h="685800">
                <a:moveTo>
                  <a:pt x="0" y="0"/>
                </a:moveTo>
                <a:lnTo>
                  <a:pt x="438150" y="0"/>
                </a:lnTo>
                <a:lnTo>
                  <a:pt x="43815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5" name="matrix_313::315_path">
            <a:extLst>
              <a:ext uri="{FF2B5EF4-FFF2-40B4-BE49-F238E27FC236}">
                <a16:creationId xmlns:a16="http://schemas.microsoft.com/office/drawing/2014/main" id="{6D2833CB-8E9A-49DF-A930-981C49656C6E}"/>
              </a:ext>
            </a:extLst>
          </p:cNvPr>
          <p:cNvSpPr>
            <a:spLocks noGrp="1"/>
          </p:cNvSpPr>
          <p:nvPr/>
        </p:nvSpPr>
        <p:spPr>
          <a:xfrm>
            <a:off x="2514600" y="29813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6" name="matrix_313::316_path">
            <a:extLst>
              <a:ext uri="{FF2B5EF4-FFF2-40B4-BE49-F238E27FC236}">
                <a16:creationId xmlns:a16="http://schemas.microsoft.com/office/drawing/2014/main" id="{FCBEF3D2-14A4-475D-99AB-F8CE202361FC}"/>
              </a:ext>
            </a:extLst>
          </p:cNvPr>
          <p:cNvSpPr>
            <a:spLocks noGrp="1"/>
          </p:cNvSpPr>
          <p:nvPr/>
        </p:nvSpPr>
        <p:spPr>
          <a:xfrm>
            <a:off x="2578100" y="29813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7" name="matrix_313::317_path">
            <a:extLst>
              <a:ext uri="{FF2B5EF4-FFF2-40B4-BE49-F238E27FC236}">
                <a16:creationId xmlns:a16="http://schemas.microsoft.com/office/drawing/2014/main" id="{54BB454F-7B1A-45F8-811B-A0E5FAE7B48C}"/>
              </a:ext>
            </a:extLst>
          </p:cNvPr>
          <p:cNvSpPr>
            <a:spLocks noGrp="1"/>
          </p:cNvSpPr>
          <p:nvPr/>
        </p:nvSpPr>
        <p:spPr>
          <a:xfrm>
            <a:off x="2641600" y="29813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8" name="matrix_313::318_path">
            <a:extLst>
              <a:ext uri="{FF2B5EF4-FFF2-40B4-BE49-F238E27FC236}">
                <a16:creationId xmlns:a16="http://schemas.microsoft.com/office/drawing/2014/main" id="{AE309711-B9E1-419C-9EC1-FBAD9090A527}"/>
              </a:ext>
            </a:extLst>
          </p:cNvPr>
          <p:cNvSpPr>
            <a:spLocks noGrp="1"/>
          </p:cNvSpPr>
          <p:nvPr/>
        </p:nvSpPr>
        <p:spPr>
          <a:xfrm>
            <a:off x="2705100" y="29813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9" name="matrix_313::319_path">
            <a:extLst>
              <a:ext uri="{FF2B5EF4-FFF2-40B4-BE49-F238E27FC236}">
                <a16:creationId xmlns:a16="http://schemas.microsoft.com/office/drawing/2014/main" id="{B49400C4-6C3E-4E02-99E5-10DDD96773C8}"/>
              </a:ext>
            </a:extLst>
          </p:cNvPr>
          <p:cNvSpPr>
            <a:spLocks noGrp="1"/>
          </p:cNvSpPr>
          <p:nvPr/>
        </p:nvSpPr>
        <p:spPr>
          <a:xfrm>
            <a:off x="2768600" y="29813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0" name="matrix_313::320_path">
            <a:extLst>
              <a:ext uri="{FF2B5EF4-FFF2-40B4-BE49-F238E27FC236}">
                <a16:creationId xmlns:a16="http://schemas.microsoft.com/office/drawing/2014/main" id="{917031B0-839D-4D21-9446-B47C1599908F}"/>
              </a:ext>
            </a:extLst>
          </p:cNvPr>
          <p:cNvSpPr>
            <a:spLocks noGrp="1"/>
          </p:cNvSpPr>
          <p:nvPr/>
        </p:nvSpPr>
        <p:spPr>
          <a:xfrm>
            <a:off x="2832100" y="2981325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1" name="matrix_313::321_path">
            <a:extLst>
              <a:ext uri="{FF2B5EF4-FFF2-40B4-BE49-F238E27FC236}">
                <a16:creationId xmlns:a16="http://schemas.microsoft.com/office/drawing/2014/main" id="{34971999-90A1-4F69-9ACC-AF127B96EC79}"/>
              </a:ext>
            </a:extLst>
          </p:cNvPr>
          <p:cNvSpPr>
            <a:spLocks noGrp="1"/>
          </p:cNvSpPr>
          <p:nvPr/>
        </p:nvSpPr>
        <p:spPr>
          <a:xfrm>
            <a:off x="2514600" y="30262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2" name="matrix_313::322_path">
            <a:extLst>
              <a:ext uri="{FF2B5EF4-FFF2-40B4-BE49-F238E27FC236}">
                <a16:creationId xmlns:a16="http://schemas.microsoft.com/office/drawing/2014/main" id="{6D8DD89F-C446-45E6-8A71-FDB459B12651}"/>
              </a:ext>
            </a:extLst>
          </p:cNvPr>
          <p:cNvSpPr>
            <a:spLocks noGrp="1"/>
          </p:cNvSpPr>
          <p:nvPr/>
        </p:nvSpPr>
        <p:spPr>
          <a:xfrm>
            <a:off x="2578100" y="30262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3" name="matrix_313::323_path">
            <a:extLst>
              <a:ext uri="{FF2B5EF4-FFF2-40B4-BE49-F238E27FC236}">
                <a16:creationId xmlns:a16="http://schemas.microsoft.com/office/drawing/2014/main" id="{3365C812-209D-44DD-900C-62F15D120D7D}"/>
              </a:ext>
            </a:extLst>
          </p:cNvPr>
          <p:cNvSpPr>
            <a:spLocks noGrp="1"/>
          </p:cNvSpPr>
          <p:nvPr/>
        </p:nvSpPr>
        <p:spPr>
          <a:xfrm>
            <a:off x="2641600" y="30262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4" name="matrix_313::324_path">
            <a:extLst>
              <a:ext uri="{FF2B5EF4-FFF2-40B4-BE49-F238E27FC236}">
                <a16:creationId xmlns:a16="http://schemas.microsoft.com/office/drawing/2014/main" id="{1DD951EA-26D3-49CA-91E9-DE5F606217DB}"/>
              </a:ext>
            </a:extLst>
          </p:cNvPr>
          <p:cNvSpPr>
            <a:spLocks noGrp="1"/>
          </p:cNvSpPr>
          <p:nvPr/>
        </p:nvSpPr>
        <p:spPr>
          <a:xfrm>
            <a:off x="2705100" y="30262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5" name="matrix_313::325_path">
            <a:extLst>
              <a:ext uri="{FF2B5EF4-FFF2-40B4-BE49-F238E27FC236}">
                <a16:creationId xmlns:a16="http://schemas.microsoft.com/office/drawing/2014/main" id="{E5937469-3B04-4AD3-838D-AB53FF36EFC1}"/>
              </a:ext>
            </a:extLst>
          </p:cNvPr>
          <p:cNvSpPr>
            <a:spLocks noGrp="1"/>
          </p:cNvSpPr>
          <p:nvPr/>
        </p:nvSpPr>
        <p:spPr>
          <a:xfrm>
            <a:off x="2768600" y="30262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6" name="matrix_313::326_path">
            <a:extLst>
              <a:ext uri="{FF2B5EF4-FFF2-40B4-BE49-F238E27FC236}">
                <a16:creationId xmlns:a16="http://schemas.microsoft.com/office/drawing/2014/main" id="{71B2842E-7BF2-474F-AA1B-398F1E126994}"/>
              </a:ext>
            </a:extLst>
          </p:cNvPr>
          <p:cNvSpPr>
            <a:spLocks noGrp="1"/>
          </p:cNvSpPr>
          <p:nvPr/>
        </p:nvSpPr>
        <p:spPr>
          <a:xfrm>
            <a:off x="2832100" y="302622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7" name="matrix_313::327_path">
            <a:extLst>
              <a:ext uri="{FF2B5EF4-FFF2-40B4-BE49-F238E27FC236}">
                <a16:creationId xmlns:a16="http://schemas.microsoft.com/office/drawing/2014/main" id="{B5086F97-DDC3-4CBC-A66E-63B83B292B7E}"/>
              </a:ext>
            </a:extLst>
          </p:cNvPr>
          <p:cNvSpPr>
            <a:spLocks noGrp="1"/>
          </p:cNvSpPr>
          <p:nvPr/>
        </p:nvSpPr>
        <p:spPr>
          <a:xfrm>
            <a:off x="2514600" y="30711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8" name="matrix_313::328_path">
            <a:extLst>
              <a:ext uri="{FF2B5EF4-FFF2-40B4-BE49-F238E27FC236}">
                <a16:creationId xmlns:a16="http://schemas.microsoft.com/office/drawing/2014/main" id="{8699A328-CB94-4901-84B5-6D4309A79A62}"/>
              </a:ext>
            </a:extLst>
          </p:cNvPr>
          <p:cNvSpPr>
            <a:spLocks noGrp="1"/>
          </p:cNvSpPr>
          <p:nvPr/>
        </p:nvSpPr>
        <p:spPr>
          <a:xfrm>
            <a:off x="2578100" y="30711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9" name="matrix_313::329_path">
            <a:extLst>
              <a:ext uri="{FF2B5EF4-FFF2-40B4-BE49-F238E27FC236}">
                <a16:creationId xmlns:a16="http://schemas.microsoft.com/office/drawing/2014/main" id="{BE580608-C054-4E84-BE0F-415770D61B5D}"/>
              </a:ext>
            </a:extLst>
          </p:cNvPr>
          <p:cNvSpPr>
            <a:spLocks noGrp="1"/>
          </p:cNvSpPr>
          <p:nvPr/>
        </p:nvSpPr>
        <p:spPr>
          <a:xfrm>
            <a:off x="2641600" y="30711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" name="matrix_313::330_path">
            <a:extLst>
              <a:ext uri="{FF2B5EF4-FFF2-40B4-BE49-F238E27FC236}">
                <a16:creationId xmlns:a16="http://schemas.microsoft.com/office/drawing/2014/main" id="{B6A19A35-7EEF-4C7C-BDBC-461C41746F3B}"/>
              </a:ext>
            </a:extLst>
          </p:cNvPr>
          <p:cNvSpPr>
            <a:spLocks noGrp="1"/>
          </p:cNvSpPr>
          <p:nvPr/>
        </p:nvSpPr>
        <p:spPr>
          <a:xfrm>
            <a:off x="2705100" y="30711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" name="matrix_313::331_path">
            <a:extLst>
              <a:ext uri="{FF2B5EF4-FFF2-40B4-BE49-F238E27FC236}">
                <a16:creationId xmlns:a16="http://schemas.microsoft.com/office/drawing/2014/main" id="{41210FB0-DA44-4BFD-8C43-49012E7E472A}"/>
              </a:ext>
            </a:extLst>
          </p:cNvPr>
          <p:cNvSpPr>
            <a:spLocks noGrp="1"/>
          </p:cNvSpPr>
          <p:nvPr/>
        </p:nvSpPr>
        <p:spPr>
          <a:xfrm>
            <a:off x="2768600" y="30711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" name="matrix_313::332_path">
            <a:extLst>
              <a:ext uri="{FF2B5EF4-FFF2-40B4-BE49-F238E27FC236}">
                <a16:creationId xmlns:a16="http://schemas.microsoft.com/office/drawing/2014/main" id="{75489469-22CA-4202-A623-37A75A0FD614}"/>
              </a:ext>
            </a:extLst>
          </p:cNvPr>
          <p:cNvSpPr>
            <a:spLocks noGrp="1"/>
          </p:cNvSpPr>
          <p:nvPr/>
        </p:nvSpPr>
        <p:spPr>
          <a:xfrm>
            <a:off x="2832100" y="3071132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3" name="matrix_313::333_path">
            <a:extLst>
              <a:ext uri="{FF2B5EF4-FFF2-40B4-BE49-F238E27FC236}">
                <a16:creationId xmlns:a16="http://schemas.microsoft.com/office/drawing/2014/main" id="{854B0109-A5C2-40ED-9FF0-9931A8A3B8C6}"/>
              </a:ext>
            </a:extLst>
          </p:cNvPr>
          <p:cNvSpPr>
            <a:spLocks noGrp="1"/>
          </p:cNvSpPr>
          <p:nvPr/>
        </p:nvSpPr>
        <p:spPr>
          <a:xfrm>
            <a:off x="2514600" y="31160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4" name="matrix_313::334_path">
            <a:extLst>
              <a:ext uri="{FF2B5EF4-FFF2-40B4-BE49-F238E27FC236}">
                <a16:creationId xmlns:a16="http://schemas.microsoft.com/office/drawing/2014/main" id="{5A612220-4E10-4E0F-92A2-99DCB5C78128}"/>
              </a:ext>
            </a:extLst>
          </p:cNvPr>
          <p:cNvSpPr>
            <a:spLocks noGrp="1"/>
          </p:cNvSpPr>
          <p:nvPr/>
        </p:nvSpPr>
        <p:spPr>
          <a:xfrm>
            <a:off x="2578100" y="31160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5" name="matrix_313::335_path">
            <a:extLst>
              <a:ext uri="{FF2B5EF4-FFF2-40B4-BE49-F238E27FC236}">
                <a16:creationId xmlns:a16="http://schemas.microsoft.com/office/drawing/2014/main" id="{42B31727-609F-4962-95B0-106E7B380729}"/>
              </a:ext>
            </a:extLst>
          </p:cNvPr>
          <p:cNvSpPr>
            <a:spLocks noGrp="1"/>
          </p:cNvSpPr>
          <p:nvPr/>
        </p:nvSpPr>
        <p:spPr>
          <a:xfrm>
            <a:off x="2641600" y="31160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" name="matrix_313::336_path">
            <a:extLst>
              <a:ext uri="{FF2B5EF4-FFF2-40B4-BE49-F238E27FC236}">
                <a16:creationId xmlns:a16="http://schemas.microsoft.com/office/drawing/2014/main" id="{C65E303D-6BDE-4D42-8D2B-29AD11C65890}"/>
              </a:ext>
            </a:extLst>
          </p:cNvPr>
          <p:cNvSpPr>
            <a:spLocks noGrp="1"/>
          </p:cNvSpPr>
          <p:nvPr/>
        </p:nvSpPr>
        <p:spPr>
          <a:xfrm>
            <a:off x="2705100" y="31160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7" name="matrix_313::337_path">
            <a:extLst>
              <a:ext uri="{FF2B5EF4-FFF2-40B4-BE49-F238E27FC236}">
                <a16:creationId xmlns:a16="http://schemas.microsoft.com/office/drawing/2014/main" id="{40BC91E5-77CD-4B7B-AC68-E4AB0B996775}"/>
              </a:ext>
            </a:extLst>
          </p:cNvPr>
          <p:cNvSpPr>
            <a:spLocks noGrp="1"/>
          </p:cNvSpPr>
          <p:nvPr/>
        </p:nvSpPr>
        <p:spPr>
          <a:xfrm>
            <a:off x="2768600" y="31160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8" name="matrix_313::338_path">
            <a:extLst>
              <a:ext uri="{FF2B5EF4-FFF2-40B4-BE49-F238E27FC236}">
                <a16:creationId xmlns:a16="http://schemas.microsoft.com/office/drawing/2014/main" id="{095D17E9-E872-4D8F-BEE7-D266D65EED34}"/>
              </a:ext>
            </a:extLst>
          </p:cNvPr>
          <p:cNvSpPr>
            <a:spLocks noGrp="1"/>
          </p:cNvSpPr>
          <p:nvPr/>
        </p:nvSpPr>
        <p:spPr>
          <a:xfrm>
            <a:off x="2832100" y="311603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9" name="matrix_313::339_path">
            <a:extLst>
              <a:ext uri="{FF2B5EF4-FFF2-40B4-BE49-F238E27FC236}">
                <a16:creationId xmlns:a16="http://schemas.microsoft.com/office/drawing/2014/main" id="{5C4AE971-CB82-4696-BCC0-BE602F8A9A7F}"/>
              </a:ext>
            </a:extLst>
          </p:cNvPr>
          <p:cNvSpPr>
            <a:spLocks noGrp="1"/>
          </p:cNvSpPr>
          <p:nvPr/>
        </p:nvSpPr>
        <p:spPr>
          <a:xfrm>
            <a:off x="2514600" y="31609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0" name="matrix_313::340_path">
            <a:extLst>
              <a:ext uri="{FF2B5EF4-FFF2-40B4-BE49-F238E27FC236}">
                <a16:creationId xmlns:a16="http://schemas.microsoft.com/office/drawing/2014/main" id="{A2E008E7-A5A0-4FE3-9F0B-4F7F35362DFE}"/>
              </a:ext>
            </a:extLst>
          </p:cNvPr>
          <p:cNvSpPr>
            <a:spLocks noGrp="1"/>
          </p:cNvSpPr>
          <p:nvPr/>
        </p:nvSpPr>
        <p:spPr>
          <a:xfrm>
            <a:off x="2578100" y="31609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1" name="matrix_313::341_path">
            <a:extLst>
              <a:ext uri="{FF2B5EF4-FFF2-40B4-BE49-F238E27FC236}">
                <a16:creationId xmlns:a16="http://schemas.microsoft.com/office/drawing/2014/main" id="{FCF97C91-5F6B-4AC3-B91B-BF540E3B58BA}"/>
              </a:ext>
            </a:extLst>
          </p:cNvPr>
          <p:cNvSpPr>
            <a:spLocks noGrp="1"/>
          </p:cNvSpPr>
          <p:nvPr/>
        </p:nvSpPr>
        <p:spPr>
          <a:xfrm>
            <a:off x="2641600" y="31609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2" name="matrix_313::342_path">
            <a:extLst>
              <a:ext uri="{FF2B5EF4-FFF2-40B4-BE49-F238E27FC236}">
                <a16:creationId xmlns:a16="http://schemas.microsoft.com/office/drawing/2014/main" id="{107FA53E-0F73-4FCB-AA40-F876C5C199B0}"/>
              </a:ext>
            </a:extLst>
          </p:cNvPr>
          <p:cNvSpPr>
            <a:spLocks noGrp="1"/>
          </p:cNvSpPr>
          <p:nvPr/>
        </p:nvSpPr>
        <p:spPr>
          <a:xfrm>
            <a:off x="2705100" y="31609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3" name="matrix_313::343_path">
            <a:extLst>
              <a:ext uri="{FF2B5EF4-FFF2-40B4-BE49-F238E27FC236}">
                <a16:creationId xmlns:a16="http://schemas.microsoft.com/office/drawing/2014/main" id="{4D5F28C9-4641-4419-AE06-A16FC45ED22E}"/>
              </a:ext>
            </a:extLst>
          </p:cNvPr>
          <p:cNvSpPr>
            <a:spLocks noGrp="1"/>
          </p:cNvSpPr>
          <p:nvPr/>
        </p:nvSpPr>
        <p:spPr>
          <a:xfrm>
            <a:off x="2768600" y="31609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4" name="matrix_313::344_path">
            <a:extLst>
              <a:ext uri="{FF2B5EF4-FFF2-40B4-BE49-F238E27FC236}">
                <a16:creationId xmlns:a16="http://schemas.microsoft.com/office/drawing/2014/main" id="{A4C73458-6243-4A40-A21C-DA5C0B547055}"/>
              </a:ext>
            </a:extLst>
          </p:cNvPr>
          <p:cNvSpPr>
            <a:spLocks noGrp="1"/>
          </p:cNvSpPr>
          <p:nvPr/>
        </p:nvSpPr>
        <p:spPr>
          <a:xfrm>
            <a:off x="2832100" y="3160939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5" name="matrix_313::345_path">
            <a:extLst>
              <a:ext uri="{FF2B5EF4-FFF2-40B4-BE49-F238E27FC236}">
                <a16:creationId xmlns:a16="http://schemas.microsoft.com/office/drawing/2014/main" id="{8AE13245-387B-45C5-9717-357EB1E1AE86}"/>
              </a:ext>
            </a:extLst>
          </p:cNvPr>
          <p:cNvSpPr>
            <a:spLocks noGrp="1"/>
          </p:cNvSpPr>
          <p:nvPr/>
        </p:nvSpPr>
        <p:spPr>
          <a:xfrm>
            <a:off x="2514600" y="32058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6" name="matrix_313::346_path">
            <a:extLst>
              <a:ext uri="{FF2B5EF4-FFF2-40B4-BE49-F238E27FC236}">
                <a16:creationId xmlns:a16="http://schemas.microsoft.com/office/drawing/2014/main" id="{440F7E28-F257-4CBB-9671-EE8EEC34795C}"/>
              </a:ext>
            </a:extLst>
          </p:cNvPr>
          <p:cNvSpPr>
            <a:spLocks noGrp="1"/>
          </p:cNvSpPr>
          <p:nvPr/>
        </p:nvSpPr>
        <p:spPr>
          <a:xfrm>
            <a:off x="2578100" y="32058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7" name="matrix_313::347_path">
            <a:extLst>
              <a:ext uri="{FF2B5EF4-FFF2-40B4-BE49-F238E27FC236}">
                <a16:creationId xmlns:a16="http://schemas.microsoft.com/office/drawing/2014/main" id="{05722743-497A-49DC-84A6-4A0A6E21B7DE}"/>
              </a:ext>
            </a:extLst>
          </p:cNvPr>
          <p:cNvSpPr>
            <a:spLocks noGrp="1"/>
          </p:cNvSpPr>
          <p:nvPr/>
        </p:nvSpPr>
        <p:spPr>
          <a:xfrm>
            <a:off x="2641600" y="32058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8" name="matrix_313::348_path">
            <a:extLst>
              <a:ext uri="{FF2B5EF4-FFF2-40B4-BE49-F238E27FC236}">
                <a16:creationId xmlns:a16="http://schemas.microsoft.com/office/drawing/2014/main" id="{A97D8AE9-4CD8-43A5-AF97-490BECC37CA7}"/>
              </a:ext>
            </a:extLst>
          </p:cNvPr>
          <p:cNvSpPr>
            <a:spLocks noGrp="1"/>
          </p:cNvSpPr>
          <p:nvPr/>
        </p:nvSpPr>
        <p:spPr>
          <a:xfrm>
            <a:off x="2705100" y="32058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9" name="matrix_313::349_path">
            <a:extLst>
              <a:ext uri="{FF2B5EF4-FFF2-40B4-BE49-F238E27FC236}">
                <a16:creationId xmlns:a16="http://schemas.microsoft.com/office/drawing/2014/main" id="{57825E88-2EA7-4314-B07D-9119E12E0A86}"/>
              </a:ext>
            </a:extLst>
          </p:cNvPr>
          <p:cNvSpPr>
            <a:spLocks noGrp="1"/>
          </p:cNvSpPr>
          <p:nvPr/>
        </p:nvSpPr>
        <p:spPr>
          <a:xfrm>
            <a:off x="2768600" y="32058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0" name="matrix_313::350_path">
            <a:extLst>
              <a:ext uri="{FF2B5EF4-FFF2-40B4-BE49-F238E27FC236}">
                <a16:creationId xmlns:a16="http://schemas.microsoft.com/office/drawing/2014/main" id="{DF86B6EE-E7A6-41F8-8409-F5234A99AF85}"/>
              </a:ext>
            </a:extLst>
          </p:cNvPr>
          <p:cNvSpPr>
            <a:spLocks noGrp="1"/>
          </p:cNvSpPr>
          <p:nvPr/>
        </p:nvSpPr>
        <p:spPr>
          <a:xfrm>
            <a:off x="2832100" y="3205843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1" name="matrix_313::351_path">
            <a:extLst>
              <a:ext uri="{FF2B5EF4-FFF2-40B4-BE49-F238E27FC236}">
                <a16:creationId xmlns:a16="http://schemas.microsoft.com/office/drawing/2014/main" id="{8992CD4C-9883-4A0E-88C7-05A00B060F74}"/>
              </a:ext>
            </a:extLst>
          </p:cNvPr>
          <p:cNvSpPr>
            <a:spLocks noGrp="1"/>
          </p:cNvSpPr>
          <p:nvPr/>
        </p:nvSpPr>
        <p:spPr>
          <a:xfrm>
            <a:off x="2514600" y="32507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2" name="matrix_313::352_path">
            <a:extLst>
              <a:ext uri="{FF2B5EF4-FFF2-40B4-BE49-F238E27FC236}">
                <a16:creationId xmlns:a16="http://schemas.microsoft.com/office/drawing/2014/main" id="{0105D954-ABC0-413A-B135-0D8302E42EB8}"/>
              </a:ext>
            </a:extLst>
          </p:cNvPr>
          <p:cNvSpPr>
            <a:spLocks noGrp="1"/>
          </p:cNvSpPr>
          <p:nvPr/>
        </p:nvSpPr>
        <p:spPr>
          <a:xfrm>
            <a:off x="2578100" y="32507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3" name="matrix_313::353_path">
            <a:extLst>
              <a:ext uri="{FF2B5EF4-FFF2-40B4-BE49-F238E27FC236}">
                <a16:creationId xmlns:a16="http://schemas.microsoft.com/office/drawing/2014/main" id="{54E5BEA1-CC05-4FC2-B097-71CC051BD090}"/>
              </a:ext>
            </a:extLst>
          </p:cNvPr>
          <p:cNvSpPr>
            <a:spLocks noGrp="1"/>
          </p:cNvSpPr>
          <p:nvPr/>
        </p:nvSpPr>
        <p:spPr>
          <a:xfrm>
            <a:off x="2641600" y="32507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4" name="matrix_313::354_path">
            <a:extLst>
              <a:ext uri="{FF2B5EF4-FFF2-40B4-BE49-F238E27FC236}">
                <a16:creationId xmlns:a16="http://schemas.microsoft.com/office/drawing/2014/main" id="{62956520-5F50-4ACA-A87E-4F860001ED0D}"/>
              </a:ext>
            </a:extLst>
          </p:cNvPr>
          <p:cNvSpPr>
            <a:spLocks noGrp="1"/>
          </p:cNvSpPr>
          <p:nvPr/>
        </p:nvSpPr>
        <p:spPr>
          <a:xfrm>
            <a:off x="2705100" y="32507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5" name="matrix_313::355_path">
            <a:extLst>
              <a:ext uri="{FF2B5EF4-FFF2-40B4-BE49-F238E27FC236}">
                <a16:creationId xmlns:a16="http://schemas.microsoft.com/office/drawing/2014/main" id="{3AAEA2EA-C9CD-406D-9790-BD281498A9F3}"/>
              </a:ext>
            </a:extLst>
          </p:cNvPr>
          <p:cNvSpPr>
            <a:spLocks noGrp="1"/>
          </p:cNvSpPr>
          <p:nvPr/>
        </p:nvSpPr>
        <p:spPr>
          <a:xfrm>
            <a:off x="2768600" y="32507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6" name="matrix_313::356_path">
            <a:extLst>
              <a:ext uri="{FF2B5EF4-FFF2-40B4-BE49-F238E27FC236}">
                <a16:creationId xmlns:a16="http://schemas.microsoft.com/office/drawing/2014/main" id="{79A270AD-3050-45CC-8A7A-B50D1DFC05C3}"/>
              </a:ext>
            </a:extLst>
          </p:cNvPr>
          <p:cNvSpPr>
            <a:spLocks noGrp="1"/>
          </p:cNvSpPr>
          <p:nvPr/>
        </p:nvSpPr>
        <p:spPr>
          <a:xfrm>
            <a:off x="2832100" y="3250746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7" name="matrix_313::357_path">
            <a:extLst>
              <a:ext uri="{FF2B5EF4-FFF2-40B4-BE49-F238E27FC236}">
                <a16:creationId xmlns:a16="http://schemas.microsoft.com/office/drawing/2014/main" id="{0C3F9A32-0216-4C77-800E-92AFDB857DB0}"/>
              </a:ext>
            </a:extLst>
          </p:cNvPr>
          <p:cNvSpPr>
            <a:spLocks noGrp="1"/>
          </p:cNvSpPr>
          <p:nvPr/>
        </p:nvSpPr>
        <p:spPr>
          <a:xfrm>
            <a:off x="2514600" y="32956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8" name="matrix_313::358_path">
            <a:extLst>
              <a:ext uri="{FF2B5EF4-FFF2-40B4-BE49-F238E27FC236}">
                <a16:creationId xmlns:a16="http://schemas.microsoft.com/office/drawing/2014/main" id="{2F6C690D-1CBF-4AC5-983B-132B862A286A}"/>
              </a:ext>
            </a:extLst>
          </p:cNvPr>
          <p:cNvSpPr>
            <a:spLocks noGrp="1"/>
          </p:cNvSpPr>
          <p:nvPr/>
        </p:nvSpPr>
        <p:spPr>
          <a:xfrm>
            <a:off x="2578100" y="32956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9" name="matrix_313::359_path">
            <a:extLst>
              <a:ext uri="{FF2B5EF4-FFF2-40B4-BE49-F238E27FC236}">
                <a16:creationId xmlns:a16="http://schemas.microsoft.com/office/drawing/2014/main" id="{2495680E-679F-4A10-BCA3-6D68E9900568}"/>
              </a:ext>
            </a:extLst>
          </p:cNvPr>
          <p:cNvSpPr>
            <a:spLocks noGrp="1"/>
          </p:cNvSpPr>
          <p:nvPr/>
        </p:nvSpPr>
        <p:spPr>
          <a:xfrm>
            <a:off x="2641600" y="32956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0" name="matrix_313::360_path">
            <a:extLst>
              <a:ext uri="{FF2B5EF4-FFF2-40B4-BE49-F238E27FC236}">
                <a16:creationId xmlns:a16="http://schemas.microsoft.com/office/drawing/2014/main" id="{EF520F71-7C2E-4B2A-B850-46858BD0F642}"/>
              </a:ext>
            </a:extLst>
          </p:cNvPr>
          <p:cNvSpPr>
            <a:spLocks noGrp="1"/>
          </p:cNvSpPr>
          <p:nvPr/>
        </p:nvSpPr>
        <p:spPr>
          <a:xfrm>
            <a:off x="2705100" y="32956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1" name="matrix_313::361_path">
            <a:extLst>
              <a:ext uri="{FF2B5EF4-FFF2-40B4-BE49-F238E27FC236}">
                <a16:creationId xmlns:a16="http://schemas.microsoft.com/office/drawing/2014/main" id="{0CCAF3A3-2CA0-4EF9-A82B-1AACA234114F}"/>
              </a:ext>
            </a:extLst>
          </p:cNvPr>
          <p:cNvSpPr>
            <a:spLocks noGrp="1"/>
          </p:cNvSpPr>
          <p:nvPr/>
        </p:nvSpPr>
        <p:spPr>
          <a:xfrm>
            <a:off x="2768600" y="32956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2" name="matrix_313::362_path">
            <a:extLst>
              <a:ext uri="{FF2B5EF4-FFF2-40B4-BE49-F238E27FC236}">
                <a16:creationId xmlns:a16="http://schemas.microsoft.com/office/drawing/2014/main" id="{9197DF0A-1A94-4593-ABCE-979D4AD92992}"/>
              </a:ext>
            </a:extLst>
          </p:cNvPr>
          <p:cNvSpPr>
            <a:spLocks noGrp="1"/>
          </p:cNvSpPr>
          <p:nvPr/>
        </p:nvSpPr>
        <p:spPr>
          <a:xfrm>
            <a:off x="2832100" y="3295650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3" name="matrix_313::363_path">
            <a:extLst>
              <a:ext uri="{FF2B5EF4-FFF2-40B4-BE49-F238E27FC236}">
                <a16:creationId xmlns:a16="http://schemas.microsoft.com/office/drawing/2014/main" id="{5A08DA39-F035-425F-8236-A0817629FBAE}"/>
              </a:ext>
            </a:extLst>
          </p:cNvPr>
          <p:cNvSpPr>
            <a:spLocks noGrp="1"/>
          </p:cNvSpPr>
          <p:nvPr/>
        </p:nvSpPr>
        <p:spPr>
          <a:xfrm>
            <a:off x="2514600" y="33405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4" name="matrix_313::364_path">
            <a:extLst>
              <a:ext uri="{FF2B5EF4-FFF2-40B4-BE49-F238E27FC236}">
                <a16:creationId xmlns:a16="http://schemas.microsoft.com/office/drawing/2014/main" id="{30843890-6905-41AB-8440-53119743ABCE}"/>
              </a:ext>
            </a:extLst>
          </p:cNvPr>
          <p:cNvSpPr>
            <a:spLocks noGrp="1"/>
          </p:cNvSpPr>
          <p:nvPr/>
        </p:nvSpPr>
        <p:spPr>
          <a:xfrm>
            <a:off x="2578100" y="33405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5" name="matrix_313::365_path">
            <a:extLst>
              <a:ext uri="{FF2B5EF4-FFF2-40B4-BE49-F238E27FC236}">
                <a16:creationId xmlns:a16="http://schemas.microsoft.com/office/drawing/2014/main" id="{4FE6C973-E05A-4EBE-9E32-73DC3E35B981}"/>
              </a:ext>
            </a:extLst>
          </p:cNvPr>
          <p:cNvSpPr>
            <a:spLocks noGrp="1"/>
          </p:cNvSpPr>
          <p:nvPr/>
        </p:nvSpPr>
        <p:spPr>
          <a:xfrm>
            <a:off x="2641600" y="33405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6" name="matrix_313::366_path">
            <a:extLst>
              <a:ext uri="{FF2B5EF4-FFF2-40B4-BE49-F238E27FC236}">
                <a16:creationId xmlns:a16="http://schemas.microsoft.com/office/drawing/2014/main" id="{E89D0715-F247-4277-9566-914CB1DF28A5}"/>
              </a:ext>
            </a:extLst>
          </p:cNvPr>
          <p:cNvSpPr>
            <a:spLocks noGrp="1"/>
          </p:cNvSpPr>
          <p:nvPr/>
        </p:nvSpPr>
        <p:spPr>
          <a:xfrm>
            <a:off x="2705100" y="33405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7" name="matrix_313::367_path">
            <a:extLst>
              <a:ext uri="{FF2B5EF4-FFF2-40B4-BE49-F238E27FC236}">
                <a16:creationId xmlns:a16="http://schemas.microsoft.com/office/drawing/2014/main" id="{5FBE0BC8-9C2A-43A7-BCE9-791C11C23349}"/>
              </a:ext>
            </a:extLst>
          </p:cNvPr>
          <p:cNvSpPr>
            <a:spLocks noGrp="1"/>
          </p:cNvSpPr>
          <p:nvPr/>
        </p:nvSpPr>
        <p:spPr>
          <a:xfrm>
            <a:off x="2768600" y="33405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8" name="matrix_313::368_path">
            <a:extLst>
              <a:ext uri="{FF2B5EF4-FFF2-40B4-BE49-F238E27FC236}">
                <a16:creationId xmlns:a16="http://schemas.microsoft.com/office/drawing/2014/main" id="{D0BAF5F5-253D-45BD-AF14-3631FF5599F7}"/>
              </a:ext>
            </a:extLst>
          </p:cNvPr>
          <p:cNvSpPr>
            <a:spLocks noGrp="1"/>
          </p:cNvSpPr>
          <p:nvPr/>
        </p:nvSpPr>
        <p:spPr>
          <a:xfrm>
            <a:off x="2832100" y="334055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9" name="matrix_313::369_path">
            <a:extLst>
              <a:ext uri="{FF2B5EF4-FFF2-40B4-BE49-F238E27FC236}">
                <a16:creationId xmlns:a16="http://schemas.microsoft.com/office/drawing/2014/main" id="{0A50F50A-5883-433A-8222-339E0B16444F}"/>
              </a:ext>
            </a:extLst>
          </p:cNvPr>
          <p:cNvSpPr>
            <a:spLocks noGrp="1"/>
          </p:cNvSpPr>
          <p:nvPr/>
        </p:nvSpPr>
        <p:spPr>
          <a:xfrm>
            <a:off x="2514600" y="33854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0" name="matrix_313::370_path">
            <a:extLst>
              <a:ext uri="{FF2B5EF4-FFF2-40B4-BE49-F238E27FC236}">
                <a16:creationId xmlns:a16="http://schemas.microsoft.com/office/drawing/2014/main" id="{D057089F-4034-471B-B254-764E47CF9A56}"/>
              </a:ext>
            </a:extLst>
          </p:cNvPr>
          <p:cNvSpPr>
            <a:spLocks noGrp="1"/>
          </p:cNvSpPr>
          <p:nvPr/>
        </p:nvSpPr>
        <p:spPr>
          <a:xfrm>
            <a:off x="2578100" y="33854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1" name="matrix_313::371_path">
            <a:extLst>
              <a:ext uri="{FF2B5EF4-FFF2-40B4-BE49-F238E27FC236}">
                <a16:creationId xmlns:a16="http://schemas.microsoft.com/office/drawing/2014/main" id="{1F230DCD-AB20-4264-B4CA-57F73AEC0622}"/>
              </a:ext>
            </a:extLst>
          </p:cNvPr>
          <p:cNvSpPr>
            <a:spLocks noGrp="1"/>
          </p:cNvSpPr>
          <p:nvPr/>
        </p:nvSpPr>
        <p:spPr>
          <a:xfrm>
            <a:off x="2641600" y="33854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2" name="matrix_313::372_path">
            <a:extLst>
              <a:ext uri="{FF2B5EF4-FFF2-40B4-BE49-F238E27FC236}">
                <a16:creationId xmlns:a16="http://schemas.microsoft.com/office/drawing/2014/main" id="{5DD51F53-D3CB-4446-9FC5-38ED26186C8E}"/>
              </a:ext>
            </a:extLst>
          </p:cNvPr>
          <p:cNvSpPr>
            <a:spLocks noGrp="1"/>
          </p:cNvSpPr>
          <p:nvPr/>
        </p:nvSpPr>
        <p:spPr>
          <a:xfrm>
            <a:off x="2705100" y="33854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3" name="matrix_313::373_path">
            <a:extLst>
              <a:ext uri="{FF2B5EF4-FFF2-40B4-BE49-F238E27FC236}">
                <a16:creationId xmlns:a16="http://schemas.microsoft.com/office/drawing/2014/main" id="{BBD6A987-59A3-4922-815C-D982A713C306}"/>
              </a:ext>
            </a:extLst>
          </p:cNvPr>
          <p:cNvSpPr>
            <a:spLocks noGrp="1"/>
          </p:cNvSpPr>
          <p:nvPr/>
        </p:nvSpPr>
        <p:spPr>
          <a:xfrm>
            <a:off x="2768600" y="33854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4" name="matrix_313::374_path">
            <a:extLst>
              <a:ext uri="{FF2B5EF4-FFF2-40B4-BE49-F238E27FC236}">
                <a16:creationId xmlns:a16="http://schemas.microsoft.com/office/drawing/2014/main" id="{9A2A55D4-CDAE-4F96-9C07-4926586296E1}"/>
              </a:ext>
            </a:extLst>
          </p:cNvPr>
          <p:cNvSpPr>
            <a:spLocks noGrp="1"/>
          </p:cNvSpPr>
          <p:nvPr/>
        </p:nvSpPr>
        <p:spPr>
          <a:xfrm>
            <a:off x="2832100" y="3385457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5" name="matrix_313::375_path">
            <a:extLst>
              <a:ext uri="{FF2B5EF4-FFF2-40B4-BE49-F238E27FC236}">
                <a16:creationId xmlns:a16="http://schemas.microsoft.com/office/drawing/2014/main" id="{D9329077-943E-47AB-B6CE-04F8AD55803B}"/>
              </a:ext>
            </a:extLst>
          </p:cNvPr>
          <p:cNvSpPr>
            <a:spLocks noGrp="1"/>
          </p:cNvSpPr>
          <p:nvPr/>
        </p:nvSpPr>
        <p:spPr>
          <a:xfrm>
            <a:off x="2514600" y="34303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6" name="matrix_313::376_path">
            <a:extLst>
              <a:ext uri="{FF2B5EF4-FFF2-40B4-BE49-F238E27FC236}">
                <a16:creationId xmlns:a16="http://schemas.microsoft.com/office/drawing/2014/main" id="{2A4E4D51-6307-4E50-BFCF-261EC30069A9}"/>
              </a:ext>
            </a:extLst>
          </p:cNvPr>
          <p:cNvSpPr>
            <a:spLocks noGrp="1"/>
          </p:cNvSpPr>
          <p:nvPr/>
        </p:nvSpPr>
        <p:spPr>
          <a:xfrm>
            <a:off x="2578100" y="34303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7" name="matrix_313::377_path">
            <a:extLst>
              <a:ext uri="{FF2B5EF4-FFF2-40B4-BE49-F238E27FC236}">
                <a16:creationId xmlns:a16="http://schemas.microsoft.com/office/drawing/2014/main" id="{83CAFF7B-635C-4F6F-BDA9-3914C8F12889}"/>
              </a:ext>
            </a:extLst>
          </p:cNvPr>
          <p:cNvSpPr>
            <a:spLocks noGrp="1"/>
          </p:cNvSpPr>
          <p:nvPr/>
        </p:nvSpPr>
        <p:spPr>
          <a:xfrm>
            <a:off x="2641600" y="34303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8" name="matrix_313::378_path">
            <a:extLst>
              <a:ext uri="{FF2B5EF4-FFF2-40B4-BE49-F238E27FC236}">
                <a16:creationId xmlns:a16="http://schemas.microsoft.com/office/drawing/2014/main" id="{7A45766B-070E-4686-A7A3-A7025120F2B1}"/>
              </a:ext>
            </a:extLst>
          </p:cNvPr>
          <p:cNvSpPr>
            <a:spLocks noGrp="1"/>
          </p:cNvSpPr>
          <p:nvPr/>
        </p:nvSpPr>
        <p:spPr>
          <a:xfrm>
            <a:off x="2705100" y="34303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9" name="matrix_313::379_path">
            <a:extLst>
              <a:ext uri="{FF2B5EF4-FFF2-40B4-BE49-F238E27FC236}">
                <a16:creationId xmlns:a16="http://schemas.microsoft.com/office/drawing/2014/main" id="{47BEBACB-DCC6-4935-AA6C-C066788D8965}"/>
              </a:ext>
            </a:extLst>
          </p:cNvPr>
          <p:cNvSpPr>
            <a:spLocks noGrp="1"/>
          </p:cNvSpPr>
          <p:nvPr/>
        </p:nvSpPr>
        <p:spPr>
          <a:xfrm>
            <a:off x="2768600" y="34303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0" name="matrix_313::380_path">
            <a:extLst>
              <a:ext uri="{FF2B5EF4-FFF2-40B4-BE49-F238E27FC236}">
                <a16:creationId xmlns:a16="http://schemas.microsoft.com/office/drawing/2014/main" id="{A3A418E7-49D4-4D33-804C-7423145D9AE7}"/>
              </a:ext>
            </a:extLst>
          </p:cNvPr>
          <p:cNvSpPr>
            <a:spLocks noGrp="1"/>
          </p:cNvSpPr>
          <p:nvPr/>
        </p:nvSpPr>
        <p:spPr>
          <a:xfrm>
            <a:off x="2832100" y="343036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1" name="matrix_313::381_path">
            <a:extLst>
              <a:ext uri="{FF2B5EF4-FFF2-40B4-BE49-F238E27FC236}">
                <a16:creationId xmlns:a16="http://schemas.microsoft.com/office/drawing/2014/main" id="{588728DF-BC5B-45ED-BD9A-2F85BCA3B250}"/>
              </a:ext>
            </a:extLst>
          </p:cNvPr>
          <p:cNvSpPr>
            <a:spLocks noGrp="1"/>
          </p:cNvSpPr>
          <p:nvPr/>
        </p:nvSpPr>
        <p:spPr>
          <a:xfrm>
            <a:off x="2514600" y="34752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2" name="matrix_313::382_path">
            <a:extLst>
              <a:ext uri="{FF2B5EF4-FFF2-40B4-BE49-F238E27FC236}">
                <a16:creationId xmlns:a16="http://schemas.microsoft.com/office/drawing/2014/main" id="{D319B41E-9833-4D01-9C94-F560855423AD}"/>
              </a:ext>
            </a:extLst>
          </p:cNvPr>
          <p:cNvSpPr>
            <a:spLocks noGrp="1"/>
          </p:cNvSpPr>
          <p:nvPr/>
        </p:nvSpPr>
        <p:spPr>
          <a:xfrm>
            <a:off x="2578100" y="34752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3" name="matrix_313::383_path">
            <a:extLst>
              <a:ext uri="{FF2B5EF4-FFF2-40B4-BE49-F238E27FC236}">
                <a16:creationId xmlns:a16="http://schemas.microsoft.com/office/drawing/2014/main" id="{732DBB41-58BA-4AC8-A106-FC0849A71B1F}"/>
              </a:ext>
            </a:extLst>
          </p:cNvPr>
          <p:cNvSpPr>
            <a:spLocks noGrp="1"/>
          </p:cNvSpPr>
          <p:nvPr/>
        </p:nvSpPr>
        <p:spPr>
          <a:xfrm>
            <a:off x="2641600" y="34752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4" name="matrix_313::384_path">
            <a:extLst>
              <a:ext uri="{FF2B5EF4-FFF2-40B4-BE49-F238E27FC236}">
                <a16:creationId xmlns:a16="http://schemas.microsoft.com/office/drawing/2014/main" id="{59CAEFAD-F28E-4CDB-909E-FD1C6EFD9B38}"/>
              </a:ext>
            </a:extLst>
          </p:cNvPr>
          <p:cNvSpPr>
            <a:spLocks noGrp="1"/>
          </p:cNvSpPr>
          <p:nvPr/>
        </p:nvSpPr>
        <p:spPr>
          <a:xfrm>
            <a:off x="2705100" y="34752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5" name="matrix_313::385_path">
            <a:extLst>
              <a:ext uri="{FF2B5EF4-FFF2-40B4-BE49-F238E27FC236}">
                <a16:creationId xmlns:a16="http://schemas.microsoft.com/office/drawing/2014/main" id="{10F3E7C8-C035-49C5-BEBA-DD6B91EAEB34}"/>
              </a:ext>
            </a:extLst>
          </p:cNvPr>
          <p:cNvSpPr>
            <a:spLocks noGrp="1"/>
          </p:cNvSpPr>
          <p:nvPr/>
        </p:nvSpPr>
        <p:spPr>
          <a:xfrm>
            <a:off x="2768600" y="34752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6" name="matrix_313::386_path">
            <a:extLst>
              <a:ext uri="{FF2B5EF4-FFF2-40B4-BE49-F238E27FC236}">
                <a16:creationId xmlns:a16="http://schemas.microsoft.com/office/drawing/2014/main" id="{48BF2602-E924-4247-A282-7760D83524C7}"/>
              </a:ext>
            </a:extLst>
          </p:cNvPr>
          <p:cNvSpPr>
            <a:spLocks noGrp="1"/>
          </p:cNvSpPr>
          <p:nvPr/>
        </p:nvSpPr>
        <p:spPr>
          <a:xfrm>
            <a:off x="2832100" y="3475264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7" name="matrix_313::387_path">
            <a:extLst>
              <a:ext uri="{FF2B5EF4-FFF2-40B4-BE49-F238E27FC236}">
                <a16:creationId xmlns:a16="http://schemas.microsoft.com/office/drawing/2014/main" id="{00EB332B-1E09-4CBD-A8BC-1BC60794F8CE}"/>
              </a:ext>
            </a:extLst>
          </p:cNvPr>
          <p:cNvSpPr>
            <a:spLocks noGrp="1"/>
          </p:cNvSpPr>
          <p:nvPr/>
        </p:nvSpPr>
        <p:spPr>
          <a:xfrm>
            <a:off x="2514600" y="35201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8" name="matrix_313::388_path">
            <a:extLst>
              <a:ext uri="{FF2B5EF4-FFF2-40B4-BE49-F238E27FC236}">
                <a16:creationId xmlns:a16="http://schemas.microsoft.com/office/drawing/2014/main" id="{8D95613C-09DE-4A4A-8DFF-CBC27F0E9949}"/>
              </a:ext>
            </a:extLst>
          </p:cNvPr>
          <p:cNvSpPr>
            <a:spLocks noGrp="1"/>
          </p:cNvSpPr>
          <p:nvPr/>
        </p:nvSpPr>
        <p:spPr>
          <a:xfrm>
            <a:off x="2578100" y="35201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9" name="matrix_313::389_path">
            <a:extLst>
              <a:ext uri="{FF2B5EF4-FFF2-40B4-BE49-F238E27FC236}">
                <a16:creationId xmlns:a16="http://schemas.microsoft.com/office/drawing/2014/main" id="{7ABBE070-291B-4A1F-A3F1-C45A302F56DF}"/>
              </a:ext>
            </a:extLst>
          </p:cNvPr>
          <p:cNvSpPr>
            <a:spLocks noGrp="1"/>
          </p:cNvSpPr>
          <p:nvPr/>
        </p:nvSpPr>
        <p:spPr>
          <a:xfrm>
            <a:off x="2641600" y="35201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0" name="matrix_313::390_path">
            <a:extLst>
              <a:ext uri="{FF2B5EF4-FFF2-40B4-BE49-F238E27FC236}">
                <a16:creationId xmlns:a16="http://schemas.microsoft.com/office/drawing/2014/main" id="{446B7BA0-A282-4CC1-9C94-7873E11B9D00}"/>
              </a:ext>
            </a:extLst>
          </p:cNvPr>
          <p:cNvSpPr>
            <a:spLocks noGrp="1"/>
          </p:cNvSpPr>
          <p:nvPr/>
        </p:nvSpPr>
        <p:spPr>
          <a:xfrm>
            <a:off x="2705100" y="35201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1" name="matrix_313::391_path">
            <a:extLst>
              <a:ext uri="{FF2B5EF4-FFF2-40B4-BE49-F238E27FC236}">
                <a16:creationId xmlns:a16="http://schemas.microsoft.com/office/drawing/2014/main" id="{7919398E-C0D0-4CA2-964B-C7DDD86CDF94}"/>
              </a:ext>
            </a:extLst>
          </p:cNvPr>
          <p:cNvSpPr>
            <a:spLocks noGrp="1"/>
          </p:cNvSpPr>
          <p:nvPr/>
        </p:nvSpPr>
        <p:spPr>
          <a:xfrm>
            <a:off x="2768600" y="35201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matrix_313::392_path">
            <a:extLst>
              <a:ext uri="{FF2B5EF4-FFF2-40B4-BE49-F238E27FC236}">
                <a16:creationId xmlns:a16="http://schemas.microsoft.com/office/drawing/2014/main" id="{18B57415-B06D-43C8-9BC5-C87C6CC3E539}"/>
              </a:ext>
            </a:extLst>
          </p:cNvPr>
          <p:cNvSpPr>
            <a:spLocks noGrp="1"/>
          </p:cNvSpPr>
          <p:nvPr/>
        </p:nvSpPr>
        <p:spPr>
          <a:xfrm>
            <a:off x="2832100" y="3520168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3" name="matrix_313::393_path">
            <a:extLst>
              <a:ext uri="{FF2B5EF4-FFF2-40B4-BE49-F238E27FC236}">
                <a16:creationId xmlns:a16="http://schemas.microsoft.com/office/drawing/2014/main" id="{AFC03DA5-DCE0-40B7-9CB8-15C7095C81E1}"/>
              </a:ext>
            </a:extLst>
          </p:cNvPr>
          <p:cNvSpPr>
            <a:spLocks noGrp="1"/>
          </p:cNvSpPr>
          <p:nvPr/>
        </p:nvSpPr>
        <p:spPr>
          <a:xfrm>
            <a:off x="2514600" y="35650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4" name="matrix_313::394_path">
            <a:extLst>
              <a:ext uri="{FF2B5EF4-FFF2-40B4-BE49-F238E27FC236}">
                <a16:creationId xmlns:a16="http://schemas.microsoft.com/office/drawing/2014/main" id="{BD30F9B3-3F5F-4B2D-AE21-11486E341904}"/>
              </a:ext>
            </a:extLst>
          </p:cNvPr>
          <p:cNvSpPr>
            <a:spLocks noGrp="1"/>
          </p:cNvSpPr>
          <p:nvPr/>
        </p:nvSpPr>
        <p:spPr>
          <a:xfrm>
            <a:off x="2578100" y="35650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5" name="matrix_313::395_path">
            <a:extLst>
              <a:ext uri="{FF2B5EF4-FFF2-40B4-BE49-F238E27FC236}">
                <a16:creationId xmlns:a16="http://schemas.microsoft.com/office/drawing/2014/main" id="{7D91D928-3B04-449E-94B4-70BF654738B2}"/>
              </a:ext>
            </a:extLst>
          </p:cNvPr>
          <p:cNvSpPr>
            <a:spLocks noGrp="1"/>
          </p:cNvSpPr>
          <p:nvPr/>
        </p:nvSpPr>
        <p:spPr>
          <a:xfrm>
            <a:off x="2641600" y="35650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6" name="matrix_313::396_path">
            <a:extLst>
              <a:ext uri="{FF2B5EF4-FFF2-40B4-BE49-F238E27FC236}">
                <a16:creationId xmlns:a16="http://schemas.microsoft.com/office/drawing/2014/main" id="{B4C14D43-7C27-4435-8C8B-CFFE307008A3}"/>
              </a:ext>
            </a:extLst>
          </p:cNvPr>
          <p:cNvSpPr>
            <a:spLocks noGrp="1"/>
          </p:cNvSpPr>
          <p:nvPr/>
        </p:nvSpPr>
        <p:spPr>
          <a:xfrm>
            <a:off x="2705100" y="35650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7" name="matrix_313::397_path">
            <a:extLst>
              <a:ext uri="{FF2B5EF4-FFF2-40B4-BE49-F238E27FC236}">
                <a16:creationId xmlns:a16="http://schemas.microsoft.com/office/drawing/2014/main" id="{17000499-2503-4219-B770-9DD9A0D451E3}"/>
              </a:ext>
            </a:extLst>
          </p:cNvPr>
          <p:cNvSpPr>
            <a:spLocks noGrp="1"/>
          </p:cNvSpPr>
          <p:nvPr/>
        </p:nvSpPr>
        <p:spPr>
          <a:xfrm>
            <a:off x="2768600" y="35650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8" name="matrix_313::398_path">
            <a:extLst>
              <a:ext uri="{FF2B5EF4-FFF2-40B4-BE49-F238E27FC236}">
                <a16:creationId xmlns:a16="http://schemas.microsoft.com/office/drawing/2014/main" id="{807C31BD-2638-4700-956B-351BA1150134}"/>
              </a:ext>
            </a:extLst>
          </p:cNvPr>
          <p:cNvSpPr>
            <a:spLocks noGrp="1"/>
          </p:cNvSpPr>
          <p:nvPr/>
        </p:nvSpPr>
        <p:spPr>
          <a:xfrm>
            <a:off x="2832100" y="3565071"/>
            <a:ext cx="46355" cy="28711"/>
          </a:xfrm>
          <a:custGeom>
            <a:avLst/>
            <a:gdLst/>
            <a:ahLst/>
            <a:cxnLst/>
            <a:rect l="0" t="0" r="0" b="0"/>
            <a:pathLst>
              <a:path w="46355" h="28711">
                <a:moveTo>
                  <a:pt x="0" y="0"/>
                </a:moveTo>
                <a:lnTo>
                  <a:pt x="46355" y="0"/>
                </a:lnTo>
                <a:lnTo>
                  <a:pt x="46355" y="28711"/>
                </a:lnTo>
                <a:lnTo>
                  <a:pt x="0" y="28711"/>
                </a:lnTo>
                <a:close/>
              </a:path>
            </a:pathLst>
          </a:custGeom>
          <a:solidFill>
            <a:srgbClr val="81B8D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9" name="399_roundRect">
            <a:extLst>
              <a:ext uri="{FF2B5EF4-FFF2-40B4-BE49-F238E27FC236}">
                <a16:creationId xmlns:a16="http://schemas.microsoft.com/office/drawing/2014/main" id="{07520925-D031-45FB-A352-6423AD76500B}"/>
              </a:ext>
            </a:extLst>
          </p:cNvPr>
          <p:cNvSpPr>
            <a:spLocks noGrp="1"/>
          </p:cNvSpPr>
          <p:nvPr/>
        </p:nvSpPr>
        <p:spPr>
          <a:xfrm>
            <a:off x="3028950" y="2886075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0" name="400_textbox">
            <a:extLst>
              <a:ext uri="{FF2B5EF4-FFF2-40B4-BE49-F238E27FC236}">
                <a16:creationId xmlns:a16="http://schemas.microsoft.com/office/drawing/2014/main" id="{A0AB7F5D-C857-4609-809A-A0E3D1A69D94}"/>
              </a:ext>
            </a:extLst>
          </p:cNvPr>
          <p:cNvSpPr>
            <a:spLocks noGrp="1"/>
          </p:cNvSpPr>
          <p:nvPr/>
        </p:nvSpPr>
        <p:spPr>
          <a:xfrm>
            <a:off x="3038475" y="2895600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Prediction</a:t>
            </a:r>
          </a:p>
        </p:txBody>
      </p:sp>
      <p:sp>
        <p:nvSpPr>
          <p:cNvPr id="401" name="401_roundRect">
            <a:extLst>
              <a:ext uri="{FF2B5EF4-FFF2-40B4-BE49-F238E27FC236}">
                <a16:creationId xmlns:a16="http://schemas.microsoft.com/office/drawing/2014/main" id="{16E3E99A-224F-4497-881A-433094A004DA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2" name="402_textbox">
            <a:extLst>
              <a:ext uri="{FF2B5EF4-FFF2-40B4-BE49-F238E27FC236}">
                <a16:creationId xmlns:a16="http://schemas.microsoft.com/office/drawing/2014/main" id="{FC047278-8935-4E65-A3E0-647B0FEEB92F}"/>
              </a:ext>
            </a:extLst>
          </p:cNvPr>
          <p:cNvSpPr>
            <a:spLocks noGrp="1"/>
          </p:cNvSpPr>
          <p:nvPr/>
        </p:nvSpPr>
        <p:spPr>
          <a:xfrm>
            <a:off x="3038475" y="3114675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Hidden repr.</a:t>
            </a:r>
          </a:p>
        </p:txBody>
      </p:sp>
      <p:sp>
        <p:nvSpPr>
          <p:cNvPr id="403" name="403_roundRect">
            <a:extLst>
              <a:ext uri="{FF2B5EF4-FFF2-40B4-BE49-F238E27FC236}">
                <a16:creationId xmlns:a16="http://schemas.microsoft.com/office/drawing/2014/main" id="{C6A92C68-2C2F-4420-A7EB-59A17ACCAE58}"/>
              </a:ext>
            </a:extLst>
          </p:cNvPr>
          <p:cNvSpPr>
            <a:spLocks noGrp="1"/>
          </p:cNvSpPr>
          <p:nvPr/>
        </p:nvSpPr>
        <p:spPr>
          <a:xfrm>
            <a:off x="3028950" y="3324225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4" name="404_textbox">
            <a:extLst>
              <a:ext uri="{FF2B5EF4-FFF2-40B4-BE49-F238E27FC236}">
                <a16:creationId xmlns:a16="http://schemas.microsoft.com/office/drawing/2014/main" id="{05C7C6F1-C416-4CED-8374-62093CC88B1D}"/>
              </a:ext>
            </a:extLst>
          </p:cNvPr>
          <p:cNvSpPr>
            <a:spLocks noGrp="1"/>
          </p:cNvSpPr>
          <p:nvPr/>
        </p:nvSpPr>
        <p:spPr>
          <a:xfrm>
            <a:off x="3038475" y="3333750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Uncertainty</a:t>
            </a:r>
          </a:p>
        </p:txBody>
      </p:sp>
      <p:sp>
        <p:nvSpPr>
          <p:cNvPr id="405" name="405_roundRect">
            <a:extLst>
              <a:ext uri="{FF2B5EF4-FFF2-40B4-BE49-F238E27FC236}">
                <a16:creationId xmlns:a16="http://schemas.microsoft.com/office/drawing/2014/main" id="{64243132-2358-44A4-956B-D61F14E16CF9}"/>
              </a:ext>
            </a:extLst>
          </p:cNvPr>
          <p:cNvSpPr>
            <a:spLocks noGrp="1"/>
          </p:cNvSpPr>
          <p:nvPr/>
        </p:nvSpPr>
        <p:spPr>
          <a:xfrm>
            <a:off x="3028950" y="3543300"/>
            <a:ext cx="752475" cy="190500"/>
          </a:xfrm>
          <a:prstGeom prst="roundRect">
            <a:avLst>
              <a:gd name="adj" fmla="val 10000"/>
            </a:avLst>
          </a:prstGeom>
          <a:solidFill>
            <a:srgbClr val="FBFEFF"/>
          </a:solidFill>
          <a:ln w="7620">
            <a:solidFill>
              <a:srgbClr val="76B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6" name="406_textbox">
            <a:extLst>
              <a:ext uri="{FF2B5EF4-FFF2-40B4-BE49-F238E27FC236}">
                <a16:creationId xmlns:a16="http://schemas.microsoft.com/office/drawing/2014/main" id="{F082D168-1741-4B6E-B31E-F297A4D630E0}"/>
              </a:ext>
            </a:extLst>
          </p:cNvPr>
          <p:cNvSpPr>
            <a:spLocks noGrp="1"/>
          </p:cNvSpPr>
          <p:nvPr/>
        </p:nvSpPr>
        <p:spPr>
          <a:xfrm>
            <a:off x="3038475" y="3552825"/>
            <a:ext cx="733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Availability</a:t>
            </a:r>
          </a:p>
        </p:txBody>
      </p:sp>
      <p:sp>
        <p:nvSpPr>
          <p:cNvPr id="407" name="407_path">
            <a:extLst>
              <a:ext uri="{FF2B5EF4-FFF2-40B4-BE49-F238E27FC236}">
                <a16:creationId xmlns:a16="http://schemas.microsoft.com/office/drawing/2014/main" id="{EC505E40-C013-40E4-8FE1-1C72EC7A3ED2}"/>
              </a:ext>
            </a:extLst>
          </p:cNvPr>
          <p:cNvSpPr>
            <a:spLocks noGrp="1"/>
          </p:cNvSpPr>
          <p:nvPr/>
        </p:nvSpPr>
        <p:spPr>
          <a:xfrm>
            <a:off x="3788704" y="1019175"/>
            <a:ext cx="7927046" cy="2057400"/>
          </a:xfrm>
          <a:custGeom>
            <a:avLst/>
            <a:gdLst/>
            <a:ahLst/>
            <a:cxnLst/>
            <a:rect l="0" t="0" r="0" b="0"/>
            <a:pathLst>
              <a:path w="7924800" h="2057400">
                <a:moveTo>
                  <a:pt x="0" y="1057275"/>
                </a:moveTo>
                <a:lnTo>
                  <a:pt x="66675" y="1057275"/>
                </a:lnTo>
                <a:lnTo>
                  <a:pt x="66675" y="0"/>
                </a:lnTo>
                <a:lnTo>
                  <a:pt x="7924800" y="0"/>
                </a:lnTo>
                <a:lnTo>
                  <a:pt x="7924800" y="2057400"/>
                </a:lnTo>
              </a:path>
            </a:pathLst>
          </a:custGeom>
          <a:noFill/>
          <a:ln w="20003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8" name="408_path">
            <a:extLst>
              <a:ext uri="{FF2B5EF4-FFF2-40B4-BE49-F238E27FC236}">
                <a16:creationId xmlns:a16="http://schemas.microsoft.com/office/drawing/2014/main" id="{14E41E35-874C-4E9F-A3C9-8FA34588C4EF}"/>
              </a:ext>
            </a:extLst>
          </p:cNvPr>
          <p:cNvSpPr>
            <a:spLocks noGrp="1"/>
          </p:cNvSpPr>
          <p:nvPr/>
        </p:nvSpPr>
        <p:spPr>
          <a:xfrm>
            <a:off x="11679174" y="3000375"/>
            <a:ext cx="73152" cy="76200"/>
          </a:xfrm>
          <a:custGeom>
            <a:avLst/>
            <a:gdLst/>
            <a:ahLst/>
            <a:cxnLst/>
            <a:rect l="0" t="0" r="0" b="0"/>
            <a:pathLst>
              <a:path w="73152" h="76200">
                <a:moveTo>
                  <a:pt x="36576" y="76200"/>
                </a:moveTo>
                <a:lnTo>
                  <a:pt x="7315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9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0" name="410_textbox">
            <a:extLst>
              <a:ext uri="{FF2B5EF4-FFF2-40B4-BE49-F238E27FC236}">
                <a16:creationId xmlns:a16="http://schemas.microsoft.com/office/drawing/2014/main" id="{C733B65E-2DFC-4203-8757-D1CBC6BA3EB5}"/>
              </a:ext>
            </a:extLst>
          </p:cNvPr>
          <p:cNvSpPr>
            <a:spLocks noGrp="1"/>
          </p:cNvSpPr>
          <p:nvPr/>
        </p:nvSpPr>
        <p:spPr>
          <a:xfrm>
            <a:off x="6324600" y="8096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75" b="0" i="0">
                <a:solidFill>
                  <a:srgbClr val="A464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275" b="0" i="0">
                <a:solidFill>
                  <a:srgbClr val="A46400"/>
                </a:solidFill>
                <a:latin typeface="Nimbus Sans Narrow"/>
                <a:ea typeface="Nimbus Sans Narrow"/>
                <a:cs typeface="Nimbus Sans Narrow"/>
              </a:rPr>
              <a:t>Anchor prediction</a:t>
            </a:r>
          </a:p>
        </p:txBody>
      </p:sp>
      <p:sp>
        <p:nvSpPr>
          <p:cNvPr id="411" name="symbol_410::411_textbox">
            <a:extLst>
              <a:ext uri="{FF2B5EF4-FFF2-40B4-BE49-F238E27FC236}">
                <a16:creationId xmlns:a16="http://schemas.microsoft.com/office/drawing/2014/main" id="{478806CF-C508-4731-AF53-237BF1EE36CF}"/>
              </a:ext>
            </a:extLst>
          </p:cNvPr>
          <p:cNvSpPr>
            <a:spLocks noGrp="1"/>
          </p:cNvSpPr>
          <p:nvPr/>
        </p:nvSpPr>
        <p:spPr>
          <a:xfrm>
            <a:off x="7562850" y="800100"/>
            <a:ext cx="133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1">
                <a:solidFill>
                  <a:srgbClr val="A46400"/>
                </a:solidFill>
                <a:latin typeface="Nimbus Roman"/>
                <a:ea typeface="Nimbus Roman"/>
                <a:cs typeface="Nimbus Roman"/>
              </a:defRPr>
            </a:pPr>
            <a:r>
              <a:rPr sz="1425" b="0" i="1">
                <a:solidFill>
                  <a:srgbClr val="A46400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412" name="symbol_410::412_textbox">
            <a:extLst>
              <a:ext uri="{FF2B5EF4-FFF2-40B4-BE49-F238E27FC236}">
                <a16:creationId xmlns:a16="http://schemas.microsoft.com/office/drawing/2014/main" id="{AC8BDA4C-E4CA-4B79-922A-C2B58C4E1B97}"/>
              </a:ext>
            </a:extLst>
          </p:cNvPr>
          <p:cNvSpPr>
            <a:spLocks noGrp="1"/>
          </p:cNvSpPr>
          <p:nvPr/>
        </p:nvSpPr>
        <p:spPr>
          <a:xfrm>
            <a:off x="7658100" y="885158"/>
            <a:ext cx="190500" cy="126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26" b="0" i="0">
                <a:solidFill>
                  <a:srgbClr val="A46400"/>
                </a:solidFill>
                <a:latin typeface="Nimbus Roman"/>
                <a:ea typeface="Nimbus Roman"/>
                <a:cs typeface="Nimbus Roman"/>
              </a:defRPr>
            </a:pPr>
            <a:r>
              <a:rPr sz="926" b="0" i="0">
                <a:solidFill>
                  <a:srgbClr val="A46400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413" name="413_path">
            <a:extLst>
              <a:ext uri="{FF2B5EF4-FFF2-40B4-BE49-F238E27FC236}">
                <a16:creationId xmlns:a16="http://schemas.microsoft.com/office/drawing/2014/main" id="{48A381EC-15BB-4A74-9E2A-7337B77AA33A}"/>
              </a:ext>
            </a:extLst>
          </p:cNvPr>
          <p:cNvSpPr>
            <a:spLocks noGrp="1"/>
          </p:cNvSpPr>
          <p:nvPr/>
        </p:nvSpPr>
        <p:spPr>
          <a:xfrm>
            <a:off x="8639175" y="1019175"/>
            <a:ext cx="361950" cy="95"/>
          </a:xfrm>
          <a:custGeom>
            <a:avLst/>
            <a:gdLst/>
            <a:ahLst/>
            <a:cxnLst/>
            <a:rect l="0" t="0" r="0" b="0"/>
            <a:pathLst>
              <a:path w="361950" h="9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0003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7" name="417_rect">
            <a:extLst>
              <a:ext uri="{FF2B5EF4-FFF2-40B4-BE49-F238E27FC236}">
                <a16:creationId xmlns:a16="http://schemas.microsoft.com/office/drawing/2014/main" id="{1AD387A8-59A2-4087-AC39-94F536C9C763}"/>
              </a:ext>
            </a:extLst>
          </p:cNvPr>
          <p:cNvSpPr>
            <a:spLocks noGrp="1"/>
          </p:cNvSpPr>
          <p:nvPr/>
        </p:nvSpPr>
        <p:spPr>
          <a:xfrm>
            <a:off x="4105275" y="1400175"/>
            <a:ext cx="238125" cy="1714500"/>
          </a:xfrm>
          <a:prstGeom prst="rect">
            <a:avLst/>
          </a:prstGeom>
          <a:gradFill>
            <a:gsLst>
              <a:gs pos="0">
                <a:srgbClr val="EDB995"/>
              </a:gs>
              <a:gs pos="100000">
                <a:srgbClr val="F0C9AE"/>
              </a:gs>
            </a:gsLst>
            <a:lin ang="5400000"/>
          </a:gradFill>
          <a:ln w="1428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8" name="418_textbox">
            <a:extLst>
              <a:ext uri="{FF2B5EF4-FFF2-40B4-BE49-F238E27FC236}">
                <a16:creationId xmlns:a16="http://schemas.microsoft.com/office/drawing/2014/main" id="{BC1C67A8-F087-488A-8D36-44F3D3DBABE4}"/>
              </a:ext>
            </a:extLst>
          </p:cNvPr>
          <p:cNvSpPr>
            <a:spLocks noGrp="1"/>
          </p:cNvSpPr>
          <p:nvPr/>
        </p:nvSpPr>
        <p:spPr>
          <a:xfrm rot="16200000">
            <a:off x="3705225" y="21526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Adapters (b)</a:t>
            </a:r>
          </a:p>
        </p:txBody>
      </p:sp>
      <p:sp>
        <p:nvSpPr>
          <p:cNvPr id="421" name="matrix_420::421_path">
            <a:extLst>
              <a:ext uri="{FF2B5EF4-FFF2-40B4-BE49-F238E27FC236}">
                <a16:creationId xmlns:a16="http://schemas.microsoft.com/office/drawing/2014/main" id="{B4E410F6-6753-47C4-B653-76C7E0EE4C04}"/>
              </a:ext>
            </a:extLst>
          </p:cNvPr>
          <p:cNvSpPr>
            <a:spLocks noGrp="1"/>
          </p:cNvSpPr>
          <p:nvPr/>
        </p:nvSpPr>
        <p:spPr>
          <a:xfrm>
            <a:off x="4610100" y="1800225"/>
            <a:ext cx="514350" cy="923925"/>
          </a:xfrm>
          <a:custGeom>
            <a:avLst/>
            <a:gdLst/>
            <a:ahLst/>
            <a:cxnLst/>
            <a:rect l="0" t="0" r="0" b="0"/>
            <a:pathLst>
              <a:path w="514350" h="923925">
                <a:moveTo>
                  <a:pt x="0" y="0"/>
                </a:moveTo>
                <a:lnTo>
                  <a:pt x="514350" y="0"/>
                </a:lnTo>
                <a:lnTo>
                  <a:pt x="514350" y="923925"/>
                </a:lnTo>
                <a:lnTo>
                  <a:pt x="0" y="923925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2" name="matrix_420::422_path">
            <a:extLst>
              <a:ext uri="{FF2B5EF4-FFF2-40B4-BE49-F238E27FC236}">
                <a16:creationId xmlns:a16="http://schemas.microsoft.com/office/drawing/2014/main" id="{35F0A343-CD40-4EC3-B78A-E69228E4CF05}"/>
              </a:ext>
            </a:extLst>
          </p:cNvPr>
          <p:cNvSpPr>
            <a:spLocks noGrp="1"/>
          </p:cNvSpPr>
          <p:nvPr/>
        </p:nvSpPr>
        <p:spPr>
          <a:xfrm>
            <a:off x="4638675" y="18288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3" name="matrix_420::423_path">
            <a:extLst>
              <a:ext uri="{FF2B5EF4-FFF2-40B4-BE49-F238E27FC236}">
                <a16:creationId xmlns:a16="http://schemas.microsoft.com/office/drawing/2014/main" id="{B555CD0B-0853-402D-B387-816D66F08935}"/>
              </a:ext>
            </a:extLst>
          </p:cNvPr>
          <p:cNvSpPr>
            <a:spLocks noGrp="1"/>
          </p:cNvSpPr>
          <p:nvPr/>
        </p:nvSpPr>
        <p:spPr>
          <a:xfrm>
            <a:off x="4714875" y="18288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4" name="matrix_420::424_path">
            <a:extLst>
              <a:ext uri="{FF2B5EF4-FFF2-40B4-BE49-F238E27FC236}">
                <a16:creationId xmlns:a16="http://schemas.microsoft.com/office/drawing/2014/main" id="{AE99C243-159F-4706-AF91-3396C184FC5B}"/>
              </a:ext>
            </a:extLst>
          </p:cNvPr>
          <p:cNvSpPr>
            <a:spLocks noGrp="1"/>
          </p:cNvSpPr>
          <p:nvPr/>
        </p:nvSpPr>
        <p:spPr>
          <a:xfrm>
            <a:off x="4791075" y="18288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5" name="matrix_420::425_path">
            <a:extLst>
              <a:ext uri="{FF2B5EF4-FFF2-40B4-BE49-F238E27FC236}">
                <a16:creationId xmlns:a16="http://schemas.microsoft.com/office/drawing/2014/main" id="{723E5A06-FFEB-4EA6-978E-374ED35F2CA9}"/>
              </a:ext>
            </a:extLst>
          </p:cNvPr>
          <p:cNvSpPr>
            <a:spLocks noGrp="1"/>
          </p:cNvSpPr>
          <p:nvPr/>
        </p:nvSpPr>
        <p:spPr>
          <a:xfrm>
            <a:off x="4867275" y="18288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6" name="matrix_420::426_path">
            <a:extLst>
              <a:ext uri="{FF2B5EF4-FFF2-40B4-BE49-F238E27FC236}">
                <a16:creationId xmlns:a16="http://schemas.microsoft.com/office/drawing/2014/main" id="{340F3671-82A8-470A-9922-D947AE1B54B2}"/>
              </a:ext>
            </a:extLst>
          </p:cNvPr>
          <p:cNvSpPr>
            <a:spLocks noGrp="1"/>
          </p:cNvSpPr>
          <p:nvPr/>
        </p:nvSpPr>
        <p:spPr>
          <a:xfrm>
            <a:off x="4943475" y="18288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7" name="matrix_420::427_path">
            <a:extLst>
              <a:ext uri="{FF2B5EF4-FFF2-40B4-BE49-F238E27FC236}">
                <a16:creationId xmlns:a16="http://schemas.microsoft.com/office/drawing/2014/main" id="{90C8BFE4-6936-4860-B022-A0DBA83DB2CB}"/>
              </a:ext>
            </a:extLst>
          </p:cNvPr>
          <p:cNvSpPr>
            <a:spLocks noGrp="1"/>
          </p:cNvSpPr>
          <p:nvPr/>
        </p:nvSpPr>
        <p:spPr>
          <a:xfrm>
            <a:off x="5019675" y="18288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8" name="matrix_420::428_path">
            <a:extLst>
              <a:ext uri="{FF2B5EF4-FFF2-40B4-BE49-F238E27FC236}">
                <a16:creationId xmlns:a16="http://schemas.microsoft.com/office/drawing/2014/main" id="{1221DC52-9042-476B-B953-A1D38B7CBA18}"/>
              </a:ext>
            </a:extLst>
          </p:cNvPr>
          <p:cNvSpPr>
            <a:spLocks noGrp="1"/>
          </p:cNvSpPr>
          <p:nvPr/>
        </p:nvSpPr>
        <p:spPr>
          <a:xfrm>
            <a:off x="4638675" y="18954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9" name="matrix_420::429_path">
            <a:extLst>
              <a:ext uri="{FF2B5EF4-FFF2-40B4-BE49-F238E27FC236}">
                <a16:creationId xmlns:a16="http://schemas.microsoft.com/office/drawing/2014/main" id="{7B777846-4932-4DC4-9207-10F7EF82800F}"/>
              </a:ext>
            </a:extLst>
          </p:cNvPr>
          <p:cNvSpPr>
            <a:spLocks noGrp="1"/>
          </p:cNvSpPr>
          <p:nvPr/>
        </p:nvSpPr>
        <p:spPr>
          <a:xfrm>
            <a:off x="4714875" y="18954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matrix_420::430_path">
            <a:extLst>
              <a:ext uri="{FF2B5EF4-FFF2-40B4-BE49-F238E27FC236}">
                <a16:creationId xmlns:a16="http://schemas.microsoft.com/office/drawing/2014/main" id="{BDE1C80E-80FC-4B7D-AC03-1DCEE2479F71}"/>
              </a:ext>
            </a:extLst>
          </p:cNvPr>
          <p:cNvSpPr>
            <a:spLocks noGrp="1"/>
          </p:cNvSpPr>
          <p:nvPr/>
        </p:nvSpPr>
        <p:spPr>
          <a:xfrm>
            <a:off x="4791075" y="18954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1" name="matrix_420::431_path">
            <a:extLst>
              <a:ext uri="{FF2B5EF4-FFF2-40B4-BE49-F238E27FC236}">
                <a16:creationId xmlns:a16="http://schemas.microsoft.com/office/drawing/2014/main" id="{2CEA5F80-D38C-43A0-9447-932630DAE6CA}"/>
              </a:ext>
            </a:extLst>
          </p:cNvPr>
          <p:cNvSpPr>
            <a:spLocks noGrp="1"/>
          </p:cNvSpPr>
          <p:nvPr/>
        </p:nvSpPr>
        <p:spPr>
          <a:xfrm>
            <a:off x="4867275" y="18954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2" name="matrix_420::432_path">
            <a:extLst>
              <a:ext uri="{FF2B5EF4-FFF2-40B4-BE49-F238E27FC236}">
                <a16:creationId xmlns:a16="http://schemas.microsoft.com/office/drawing/2014/main" id="{1EBA222A-9BEA-40E8-9171-E5F93DC86465}"/>
              </a:ext>
            </a:extLst>
          </p:cNvPr>
          <p:cNvSpPr>
            <a:spLocks noGrp="1"/>
          </p:cNvSpPr>
          <p:nvPr/>
        </p:nvSpPr>
        <p:spPr>
          <a:xfrm>
            <a:off x="4943475" y="18954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3" name="matrix_420::433_path">
            <a:extLst>
              <a:ext uri="{FF2B5EF4-FFF2-40B4-BE49-F238E27FC236}">
                <a16:creationId xmlns:a16="http://schemas.microsoft.com/office/drawing/2014/main" id="{BFAE5C87-1BF9-4B4A-8C3A-321CD7DB8E4D}"/>
              </a:ext>
            </a:extLst>
          </p:cNvPr>
          <p:cNvSpPr>
            <a:spLocks noGrp="1"/>
          </p:cNvSpPr>
          <p:nvPr/>
        </p:nvSpPr>
        <p:spPr>
          <a:xfrm>
            <a:off x="5019675" y="18954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4" name="matrix_420::434_path">
            <a:extLst>
              <a:ext uri="{FF2B5EF4-FFF2-40B4-BE49-F238E27FC236}">
                <a16:creationId xmlns:a16="http://schemas.microsoft.com/office/drawing/2014/main" id="{516EF322-1A2C-451C-ABB7-CDA32A7A076A}"/>
              </a:ext>
            </a:extLst>
          </p:cNvPr>
          <p:cNvSpPr>
            <a:spLocks noGrp="1"/>
          </p:cNvSpPr>
          <p:nvPr/>
        </p:nvSpPr>
        <p:spPr>
          <a:xfrm>
            <a:off x="4638675" y="19621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5" name="matrix_420::435_path">
            <a:extLst>
              <a:ext uri="{FF2B5EF4-FFF2-40B4-BE49-F238E27FC236}">
                <a16:creationId xmlns:a16="http://schemas.microsoft.com/office/drawing/2014/main" id="{9425BD75-257A-4D54-82D6-17DAC65B65DC}"/>
              </a:ext>
            </a:extLst>
          </p:cNvPr>
          <p:cNvSpPr>
            <a:spLocks noGrp="1"/>
          </p:cNvSpPr>
          <p:nvPr/>
        </p:nvSpPr>
        <p:spPr>
          <a:xfrm>
            <a:off x="4714875" y="19621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6" name="matrix_420::436_path">
            <a:extLst>
              <a:ext uri="{FF2B5EF4-FFF2-40B4-BE49-F238E27FC236}">
                <a16:creationId xmlns:a16="http://schemas.microsoft.com/office/drawing/2014/main" id="{7DEEA756-2262-4743-B141-2753E6B6648D}"/>
              </a:ext>
            </a:extLst>
          </p:cNvPr>
          <p:cNvSpPr>
            <a:spLocks noGrp="1"/>
          </p:cNvSpPr>
          <p:nvPr/>
        </p:nvSpPr>
        <p:spPr>
          <a:xfrm>
            <a:off x="4791075" y="19621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7" name="matrix_420::437_path">
            <a:extLst>
              <a:ext uri="{FF2B5EF4-FFF2-40B4-BE49-F238E27FC236}">
                <a16:creationId xmlns:a16="http://schemas.microsoft.com/office/drawing/2014/main" id="{891C19FB-1B68-446F-B086-8FCAC00D5509}"/>
              </a:ext>
            </a:extLst>
          </p:cNvPr>
          <p:cNvSpPr>
            <a:spLocks noGrp="1"/>
          </p:cNvSpPr>
          <p:nvPr/>
        </p:nvSpPr>
        <p:spPr>
          <a:xfrm>
            <a:off x="4867275" y="19621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matrix_420::438_path">
            <a:extLst>
              <a:ext uri="{FF2B5EF4-FFF2-40B4-BE49-F238E27FC236}">
                <a16:creationId xmlns:a16="http://schemas.microsoft.com/office/drawing/2014/main" id="{3E52DAEC-3910-4C6B-B90F-E795BAB8C31C}"/>
              </a:ext>
            </a:extLst>
          </p:cNvPr>
          <p:cNvSpPr>
            <a:spLocks noGrp="1"/>
          </p:cNvSpPr>
          <p:nvPr/>
        </p:nvSpPr>
        <p:spPr>
          <a:xfrm>
            <a:off x="4943475" y="19621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9" name="matrix_420::439_path">
            <a:extLst>
              <a:ext uri="{FF2B5EF4-FFF2-40B4-BE49-F238E27FC236}">
                <a16:creationId xmlns:a16="http://schemas.microsoft.com/office/drawing/2014/main" id="{4A194A4A-4E45-4831-81E0-EB4A6E7B0719}"/>
              </a:ext>
            </a:extLst>
          </p:cNvPr>
          <p:cNvSpPr>
            <a:spLocks noGrp="1"/>
          </p:cNvSpPr>
          <p:nvPr/>
        </p:nvSpPr>
        <p:spPr>
          <a:xfrm>
            <a:off x="5019675" y="19621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0" name="matrix_420::440_path">
            <a:extLst>
              <a:ext uri="{FF2B5EF4-FFF2-40B4-BE49-F238E27FC236}">
                <a16:creationId xmlns:a16="http://schemas.microsoft.com/office/drawing/2014/main" id="{79EA7982-D263-4162-8838-36EDF3A0241D}"/>
              </a:ext>
            </a:extLst>
          </p:cNvPr>
          <p:cNvSpPr>
            <a:spLocks noGrp="1"/>
          </p:cNvSpPr>
          <p:nvPr/>
        </p:nvSpPr>
        <p:spPr>
          <a:xfrm>
            <a:off x="4638675" y="20288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1" name="matrix_420::441_path">
            <a:extLst>
              <a:ext uri="{FF2B5EF4-FFF2-40B4-BE49-F238E27FC236}">
                <a16:creationId xmlns:a16="http://schemas.microsoft.com/office/drawing/2014/main" id="{22EBBD68-666B-4E76-BBAC-A5A51A3320CD}"/>
              </a:ext>
            </a:extLst>
          </p:cNvPr>
          <p:cNvSpPr>
            <a:spLocks noGrp="1"/>
          </p:cNvSpPr>
          <p:nvPr/>
        </p:nvSpPr>
        <p:spPr>
          <a:xfrm>
            <a:off x="4714875" y="20288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2" name="matrix_420::442_path">
            <a:extLst>
              <a:ext uri="{FF2B5EF4-FFF2-40B4-BE49-F238E27FC236}">
                <a16:creationId xmlns:a16="http://schemas.microsoft.com/office/drawing/2014/main" id="{9BA82074-03EA-499E-9A8B-9815686B4519}"/>
              </a:ext>
            </a:extLst>
          </p:cNvPr>
          <p:cNvSpPr>
            <a:spLocks noGrp="1"/>
          </p:cNvSpPr>
          <p:nvPr/>
        </p:nvSpPr>
        <p:spPr>
          <a:xfrm>
            <a:off x="4791075" y="20288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3" name="matrix_420::443_path">
            <a:extLst>
              <a:ext uri="{FF2B5EF4-FFF2-40B4-BE49-F238E27FC236}">
                <a16:creationId xmlns:a16="http://schemas.microsoft.com/office/drawing/2014/main" id="{53A34F04-95A5-41E8-9BCB-1B7A198815F8}"/>
              </a:ext>
            </a:extLst>
          </p:cNvPr>
          <p:cNvSpPr>
            <a:spLocks noGrp="1"/>
          </p:cNvSpPr>
          <p:nvPr/>
        </p:nvSpPr>
        <p:spPr>
          <a:xfrm>
            <a:off x="4867275" y="20288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4" name="matrix_420::444_path">
            <a:extLst>
              <a:ext uri="{FF2B5EF4-FFF2-40B4-BE49-F238E27FC236}">
                <a16:creationId xmlns:a16="http://schemas.microsoft.com/office/drawing/2014/main" id="{CB08C582-C9DC-440A-BF60-9346AA357D24}"/>
              </a:ext>
            </a:extLst>
          </p:cNvPr>
          <p:cNvSpPr>
            <a:spLocks noGrp="1"/>
          </p:cNvSpPr>
          <p:nvPr/>
        </p:nvSpPr>
        <p:spPr>
          <a:xfrm>
            <a:off x="4943475" y="20288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5" name="matrix_420::445_path">
            <a:extLst>
              <a:ext uri="{FF2B5EF4-FFF2-40B4-BE49-F238E27FC236}">
                <a16:creationId xmlns:a16="http://schemas.microsoft.com/office/drawing/2014/main" id="{61B551FA-C9FB-421B-8410-0EBEB6D4884D}"/>
              </a:ext>
            </a:extLst>
          </p:cNvPr>
          <p:cNvSpPr>
            <a:spLocks noGrp="1"/>
          </p:cNvSpPr>
          <p:nvPr/>
        </p:nvSpPr>
        <p:spPr>
          <a:xfrm>
            <a:off x="5019675" y="20288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6" name="matrix_420::446_path">
            <a:extLst>
              <a:ext uri="{FF2B5EF4-FFF2-40B4-BE49-F238E27FC236}">
                <a16:creationId xmlns:a16="http://schemas.microsoft.com/office/drawing/2014/main" id="{79E23E73-3F6F-4B88-9545-C7A01A73364B}"/>
              </a:ext>
            </a:extLst>
          </p:cNvPr>
          <p:cNvSpPr>
            <a:spLocks noGrp="1"/>
          </p:cNvSpPr>
          <p:nvPr/>
        </p:nvSpPr>
        <p:spPr>
          <a:xfrm>
            <a:off x="4638675" y="20955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7" name="matrix_420::447_path">
            <a:extLst>
              <a:ext uri="{FF2B5EF4-FFF2-40B4-BE49-F238E27FC236}">
                <a16:creationId xmlns:a16="http://schemas.microsoft.com/office/drawing/2014/main" id="{8DBA3C50-3D7F-4034-985A-AD8F3032A38D}"/>
              </a:ext>
            </a:extLst>
          </p:cNvPr>
          <p:cNvSpPr>
            <a:spLocks noGrp="1"/>
          </p:cNvSpPr>
          <p:nvPr/>
        </p:nvSpPr>
        <p:spPr>
          <a:xfrm>
            <a:off x="4714875" y="20955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8" name="matrix_420::448_path">
            <a:extLst>
              <a:ext uri="{FF2B5EF4-FFF2-40B4-BE49-F238E27FC236}">
                <a16:creationId xmlns:a16="http://schemas.microsoft.com/office/drawing/2014/main" id="{D0FCC3C6-1064-4855-8B4A-3C9E97DE040A}"/>
              </a:ext>
            </a:extLst>
          </p:cNvPr>
          <p:cNvSpPr>
            <a:spLocks noGrp="1"/>
          </p:cNvSpPr>
          <p:nvPr/>
        </p:nvSpPr>
        <p:spPr>
          <a:xfrm>
            <a:off x="4791075" y="20955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9" name="matrix_420::449_path">
            <a:extLst>
              <a:ext uri="{FF2B5EF4-FFF2-40B4-BE49-F238E27FC236}">
                <a16:creationId xmlns:a16="http://schemas.microsoft.com/office/drawing/2014/main" id="{C536F615-6070-447F-898E-14B42B1021C5}"/>
              </a:ext>
            </a:extLst>
          </p:cNvPr>
          <p:cNvSpPr>
            <a:spLocks noGrp="1"/>
          </p:cNvSpPr>
          <p:nvPr/>
        </p:nvSpPr>
        <p:spPr>
          <a:xfrm>
            <a:off x="4867275" y="20955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0" name="matrix_420::450_path">
            <a:extLst>
              <a:ext uri="{FF2B5EF4-FFF2-40B4-BE49-F238E27FC236}">
                <a16:creationId xmlns:a16="http://schemas.microsoft.com/office/drawing/2014/main" id="{CD6AF050-A0D5-44A7-937C-8E85BFC7FD38}"/>
              </a:ext>
            </a:extLst>
          </p:cNvPr>
          <p:cNvSpPr>
            <a:spLocks noGrp="1"/>
          </p:cNvSpPr>
          <p:nvPr/>
        </p:nvSpPr>
        <p:spPr>
          <a:xfrm>
            <a:off x="4943475" y="20955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1" name="matrix_420::451_path">
            <a:extLst>
              <a:ext uri="{FF2B5EF4-FFF2-40B4-BE49-F238E27FC236}">
                <a16:creationId xmlns:a16="http://schemas.microsoft.com/office/drawing/2014/main" id="{A4BB9B6F-AD85-4FAA-9A08-245363B3B3D8}"/>
              </a:ext>
            </a:extLst>
          </p:cNvPr>
          <p:cNvSpPr>
            <a:spLocks noGrp="1"/>
          </p:cNvSpPr>
          <p:nvPr/>
        </p:nvSpPr>
        <p:spPr>
          <a:xfrm>
            <a:off x="5019675" y="20955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2" name="matrix_420::452_path">
            <a:extLst>
              <a:ext uri="{FF2B5EF4-FFF2-40B4-BE49-F238E27FC236}">
                <a16:creationId xmlns:a16="http://schemas.microsoft.com/office/drawing/2014/main" id="{11870CD0-ED15-47AC-8F97-63368AE7C90C}"/>
              </a:ext>
            </a:extLst>
          </p:cNvPr>
          <p:cNvSpPr>
            <a:spLocks noGrp="1"/>
          </p:cNvSpPr>
          <p:nvPr/>
        </p:nvSpPr>
        <p:spPr>
          <a:xfrm>
            <a:off x="4638675" y="21621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3" name="matrix_420::453_path">
            <a:extLst>
              <a:ext uri="{FF2B5EF4-FFF2-40B4-BE49-F238E27FC236}">
                <a16:creationId xmlns:a16="http://schemas.microsoft.com/office/drawing/2014/main" id="{05924F18-4E26-4E83-B185-A18EEC88F7F6}"/>
              </a:ext>
            </a:extLst>
          </p:cNvPr>
          <p:cNvSpPr>
            <a:spLocks noGrp="1"/>
          </p:cNvSpPr>
          <p:nvPr/>
        </p:nvSpPr>
        <p:spPr>
          <a:xfrm>
            <a:off x="4714875" y="21621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4" name="matrix_420::454_path">
            <a:extLst>
              <a:ext uri="{FF2B5EF4-FFF2-40B4-BE49-F238E27FC236}">
                <a16:creationId xmlns:a16="http://schemas.microsoft.com/office/drawing/2014/main" id="{EB0EB00A-8643-4B98-B482-9AF8E55B80F9}"/>
              </a:ext>
            </a:extLst>
          </p:cNvPr>
          <p:cNvSpPr>
            <a:spLocks noGrp="1"/>
          </p:cNvSpPr>
          <p:nvPr/>
        </p:nvSpPr>
        <p:spPr>
          <a:xfrm>
            <a:off x="4791075" y="21621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5" name="matrix_420::455_path">
            <a:extLst>
              <a:ext uri="{FF2B5EF4-FFF2-40B4-BE49-F238E27FC236}">
                <a16:creationId xmlns:a16="http://schemas.microsoft.com/office/drawing/2014/main" id="{C05AD862-07EB-4F64-B3D8-2CCA2DCE7BC3}"/>
              </a:ext>
            </a:extLst>
          </p:cNvPr>
          <p:cNvSpPr>
            <a:spLocks noGrp="1"/>
          </p:cNvSpPr>
          <p:nvPr/>
        </p:nvSpPr>
        <p:spPr>
          <a:xfrm>
            <a:off x="4867275" y="21621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6" name="matrix_420::456_path">
            <a:extLst>
              <a:ext uri="{FF2B5EF4-FFF2-40B4-BE49-F238E27FC236}">
                <a16:creationId xmlns:a16="http://schemas.microsoft.com/office/drawing/2014/main" id="{5CD3419C-C39F-49B1-ACB7-8E153F665449}"/>
              </a:ext>
            </a:extLst>
          </p:cNvPr>
          <p:cNvSpPr>
            <a:spLocks noGrp="1"/>
          </p:cNvSpPr>
          <p:nvPr/>
        </p:nvSpPr>
        <p:spPr>
          <a:xfrm>
            <a:off x="4943475" y="21621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7" name="matrix_420::457_path">
            <a:extLst>
              <a:ext uri="{FF2B5EF4-FFF2-40B4-BE49-F238E27FC236}">
                <a16:creationId xmlns:a16="http://schemas.microsoft.com/office/drawing/2014/main" id="{83581690-D9B7-4621-B8F3-C9C44D4E68C1}"/>
              </a:ext>
            </a:extLst>
          </p:cNvPr>
          <p:cNvSpPr>
            <a:spLocks noGrp="1"/>
          </p:cNvSpPr>
          <p:nvPr/>
        </p:nvSpPr>
        <p:spPr>
          <a:xfrm>
            <a:off x="5019675" y="21621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8" name="matrix_420::458_path">
            <a:extLst>
              <a:ext uri="{FF2B5EF4-FFF2-40B4-BE49-F238E27FC236}">
                <a16:creationId xmlns:a16="http://schemas.microsoft.com/office/drawing/2014/main" id="{C27BF25F-3B59-4371-8938-5A251F0C25BC}"/>
              </a:ext>
            </a:extLst>
          </p:cNvPr>
          <p:cNvSpPr>
            <a:spLocks noGrp="1"/>
          </p:cNvSpPr>
          <p:nvPr/>
        </p:nvSpPr>
        <p:spPr>
          <a:xfrm>
            <a:off x="4638675" y="22288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9" name="matrix_420::459_path">
            <a:extLst>
              <a:ext uri="{FF2B5EF4-FFF2-40B4-BE49-F238E27FC236}">
                <a16:creationId xmlns:a16="http://schemas.microsoft.com/office/drawing/2014/main" id="{05BDA3EE-E10A-46B7-8018-B8C24B40AFDA}"/>
              </a:ext>
            </a:extLst>
          </p:cNvPr>
          <p:cNvSpPr>
            <a:spLocks noGrp="1"/>
          </p:cNvSpPr>
          <p:nvPr/>
        </p:nvSpPr>
        <p:spPr>
          <a:xfrm>
            <a:off x="4714875" y="22288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0" name="matrix_420::460_path">
            <a:extLst>
              <a:ext uri="{FF2B5EF4-FFF2-40B4-BE49-F238E27FC236}">
                <a16:creationId xmlns:a16="http://schemas.microsoft.com/office/drawing/2014/main" id="{F540CCBF-2A8D-4220-9504-741A78EF74B6}"/>
              </a:ext>
            </a:extLst>
          </p:cNvPr>
          <p:cNvSpPr>
            <a:spLocks noGrp="1"/>
          </p:cNvSpPr>
          <p:nvPr/>
        </p:nvSpPr>
        <p:spPr>
          <a:xfrm>
            <a:off x="4791075" y="22288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1" name="matrix_420::461_path">
            <a:extLst>
              <a:ext uri="{FF2B5EF4-FFF2-40B4-BE49-F238E27FC236}">
                <a16:creationId xmlns:a16="http://schemas.microsoft.com/office/drawing/2014/main" id="{683EABA9-E810-4E84-B198-70FB2812B4D2}"/>
              </a:ext>
            </a:extLst>
          </p:cNvPr>
          <p:cNvSpPr>
            <a:spLocks noGrp="1"/>
          </p:cNvSpPr>
          <p:nvPr/>
        </p:nvSpPr>
        <p:spPr>
          <a:xfrm>
            <a:off x="4867275" y="22288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2" name="matrix_420::462_path">
            <a:extLst>
              <a:ext uri="{FF2B5EF4-FFF2-40B4-BE49-F238E27FC236}">
                <a16:creationId xmlns:a16="http://schemas.microsoft.com/office/drawing/2014/main" id="{F857A0D7-86ED-49C8-82FD-FD654F928F99}"/>
              </a:ext>
            </a:extLst>
          </p:cNvPr>
          <p:cNvSpPr>
            <a:spLocks noGrp="1"/>
          </p:cNvSpPr>
          <p:nvPr/>
        </p:nvSpPr>
        <p:spPr>
          <a:xfrm>
            <a:off x="4943475" y="22288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3" name="matrix_420::463_path">
            <a:extLst>
              <a:ext uri="{FF2B5EF4-FFF2-40B4-BE49-F238E27FC236}">
                <a16:creationId xmlns:a16="http://schemas.microsoft.com/office/drawing/2014/main" id="{DC4E6DA1-5C8E-49A9-9243-0E9D822C8FE2}"/>
              </a:ext>
            </a:extLst>
          </p:cNvPr>
          <p:cNvSpPr>
            <a:spLocks noGrp="1"/>
          </p:cNvSpPr>
          <p:nvPr/>
        </p:nvSpPr>
        <p:spPr>
          <a:xfrm>
            <a:off x="5019675" y="22288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4" name="matrix_420::464_path">
            <a:extLst>
              <a:ext uri="{FF2B5EF4-FFF2-40B4-BE49-F238E27FC236}">
                <a16:creationId xmlns:a16="http://schemas.microsoft.com/office/drawing/2014/main" id="{9D401042-288A-4468-A31B-5C4DACA1C340}"/>
              </a:ext>
            </a:extLst>
          </p:cNvPr>
          <p:cNvSpPr>
            <a:spLocks noGrp="1"/>
          </p:cNvSpPr>
          <p:nvPr/>
        </p:nvSpPr>
        <p:spPr>
          <a:xfrm>
            <a:off x="4638675" y="22955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5" name="matrix_420::465_path">
            <a:extLst>
              <a:ext uri="{FF2B5EF4-FFF2-40B4-BE49-F238E27FC236}">
                <a16:creationId xmlns:a16="http://schemas.microsoft.com/office/drawing/2014/main" id="{4767FFF3-7954-4B5D-B77B-6204B3034660}"/>
              </a:ext>
            </a:extLst>
          </p:cNvPr>
          <p:cNvSpPr>
            <a:spLocks noGrp="1"/>
          </p:cNvSpPr>
          <p:nvPr/>
        </p:nvSpPr>
        <p:spPr>
          <a:xfrm>
            <a:off x="4714875" y="22955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6" name="matrix_420::466_path">
            <a:extLst>
              <a:ext uri="{FF2B5EF4-FFF2-40B4-BE49-F238E27FC236}">
                <a16:creationId xmlns:a16="http://schemas.microsoft.com/office/drawing/2014/main" id="{B4D6EF95-802E-4524-84B9-3D0074973BA4}"/>
              </a:ext>
            </a:extLst>
          </p:cNvPr>
          <p:cNvSpPr>
            <a:spLocks noGrp="1"/>
          </p:cNvSpPr>
          <p:nvPr/>
        </p:nvSpPr>
        <p:spPr>
          <a:xfrm>
            <a:off x="4791075" y="22955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7" name="matrix_420::467_path">
            <a:extLst>
              <a:ext uri="{FF2B5EF4-FFF2-40B4-BE49-F238E27FC236}">
                <a16:creationId xmlns:a16="http://schemas.microsoft.com/office/drawing/2014/main" id="{A4D8467E-6E57-4DBF-A0F3-EF53DCC14809}"/>
              </a:ext>
            </a:extLst>
          </p:cNvPr>
          <p:cNvSpPr>
            <a:spLocks noGrp="1"/>
          </p:cNvSpPr>
          <p:nvPr/>
        </p:nvSpPr>
        <p:spPr>
          <a:xfrm>
            <a:off x="4867275" y="22955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8" name="matrix_420::468_path">
            <a:extLst>
              <a:ext uri="{FF2B5EF4-FFF2-40B4-BE49-F238E27FC236}">
                <a16:creationId xmlns:a16="http://schemas.microsoft.com/office/drawing/2014/main" id="{910F170B-472D-4593-968F-3979FD8220FA}"/>
              </a:ext>
            </a:extLst>
          </p:cNvPr>
          <p:cNvSpPr>
            <a:spLocks noGrp="1"/>
          </p:cNvSpPr>
          <p:nvPr/>
        </p:nvSpPr>
        <p:spPr>
          <a:xfrm>
            <a:off x="4943475" y="22955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9" name="matrix_420::469_path">
            <a:extLst>
              <a:ext uri="{FF2B5EF4-FFF2-40B4-BE49-F238E27FC236}">
                <a16:creationId xmlns:a16="http://schemas.microsoft.com/office/drawing/2014/main" id="{4AC93489-DE21-4F0D-8244-2950C5A73027}"/>
              </a:ext>
            </a:extLst>
          </p:cNvPr>
          <p:cNvSpPr>
            <a:spLocks noGrp="1"/>
          </p:cNvSpPr>
          <p:nvPr/>
        </p:nvSpPr>
        <p:spPr>
          <a:xfrm>
            <a:off x="5019675" y="22955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0" name="matrix_420::470_path">
            <a:extLst>
              <a:ext uri="{FF2B5EF4-FFF2-40B4-BE49-F238E27FC236}">
                <a16:creationId xmlns:a16="http://schemas.microsoft.com/office/drawing/2014/main" id="{F6AD3EC5-1804-4149-84C8-CE8224484FBE}"/>
              </a:ext>
            </a:extLst>
          </p:cNvPr>
          <p:cNvSpPr>
            <a:spLocks noGrp="1"/>
          </p:cNvSpPr>
          <p:nvPr/>
        </p:nvSpPr>
        <p:spPr>
          <a:xfrm>
            <a:off x="4638675" y="23622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1" name="matrix_420::471_path">
            <a:extLst>
              <a:ext uri="{FF2B5EF4-FFF2-40B4-BE49-F238E27FC236}">
                <a16:creationId xmlns:a16="http://schemas.microsoft.com/office/drawing/2014/main" id="{60E2603F-AE1A-4D70-97B0-8C6E46716F35}"/>
              </a:ext>
            </a:extLst>
          </p:cNvPr>
          <p:cNvSpPr>
            <a:spLocks noGrp="1"/>
          </p:cNvSpPr>
          <p:nvPr/>
        </p:nvSpPr>
        <p:spPr>
          <a:xfrm>
            <a:off x="4714875" y="23622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2" name="matrix_420::472_path">
            <a:extLst>
              <a:ext uri="{FF2B5EF4-FFF2-40B4-BE49-F238E27FC236}">
                <a16:creationId xmlns:a16="http://schemas.microsoft.com/office/drawing/2014/main" id="{3D1EE4F1-81CF-4C30-B1DA-B0E79243AA2C}"/>
              </a:ext>
            </a:extLst>
          </p:cNvPr>
          <p:cNvSpPr>
            <a:spLocks noGrp="1"/>
          </p:cNvSpPr>
          <p:nvPr/>
        </p:nvSpPr>
        <p:spPr>
          <a:xfrm>
            <a:off x="4791075" y="23622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3" name="matrix_420::473_path">
            <a:extLst>
              <a:ext uri="{FF2B5EF4-FFF2-40B4-BE49-F238E27FC236}">
                <a16:creationId xmlns:a16="http://schemas.microsoft.com/office/drawing/2014/main" id="{9636C575-0728-4C7D-BDD1-BC1CEA3C747C}"/>
              </a:ext>
            </a:extLst>
          </p:cNvPr>
          <p:cNvSpPr>
            <a:spLocks noGrp="1"/>
          </p:cNvSpPr>
          <p:nvPr/>
        </p:nvSpPr>
        <p:spPr>
          <a:xfrm>
            <a:off x="4867275" y="23622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4" name="matrix_420::474_path">
            <a:extLst>
              <a:ext uri="{FF2B5EF4-FFF2-40B4-BE49-F238E27FC236}">
                <a16:creationId xmlns:a16="http://schemas.microsoft.com/office/drawing/2014/main" id="{35F47F16-DBAA-4F4C-8475-497D95B06E87}"/>
              </a:ext>
            </a:extLst>
          </p:cNvPr>
          <p:cNvSpPr>
            <a:spLocks noGrp="1"/>
          </p:cNvSpPr>
          <p:nvPr/>
        </p:nvSpPr>
        <p:spPr>
          <a:xfrm>
            <a:off x="4943475" y="23622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5" name="matrix_420::475_path">
            <a:extLst>
              <a:ext uri="{FF2B5EF4-FFF2-40B4-BE49-F238E27FC236}">
                <a16:creationId xmlns:a16="http://schemas.microsoft.com/office/drawing/2014/main" id="{83385536-E98B-4485-B7C4-E4709F2BEF9C}"/>
              </a:ext>
            </a:extLst>
          </p:cNvPr>
          <p:cNvSpPr>
            <a:spLocks noGrp="1"/>
          </p:cNvSpPr>
          <p:nvPr/>
        </p:nvSpPr>
        <p:spPr>
          <a:xfrm>
            <a:off x="5019675" y="23622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6" name="matrix_420::476_path">
            <a:extLst>
              <a:ext uri="{FF2B5EF4-FFF2-40B4-BE49-F238E27FC236}">
                <a16:creationId xmlns:a16="http://schemas.microsoft.com/office/drawing/2014/main" id="{418DAF11-BDE0-4402-AA91-D786F83D75D6}"/>
              </a:ext>
            </a:extLst>
          </p:cNvPr>
          <p:cNvSpPr>
            <a:spLocks noGrp="1"/>
          </p:cNvSpPr>
          <p:nvPr/>
        </p:nvSpPr>
        <p:spPr>
          <a:xfrm>
            <a:off x="4638675" y="24288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7" name="matrix_420::477_path">
            <a:extLst>
              <a:ext uri="{FF2B5EF4-FFF2-40B4-BE49-F238E27FC236}">
                <a16:creationId xmlns:a16="http://schemas.microsoft.com/office/drawing/2014/main" id="{785FC24F-787E-40B9-AE9A-8FEFD225B26C}"/>
              </a:ext>
            </a:extLst>
          </p:cNvPr>
          <p:cNvSpPr>
            <a:spLocks noGrp="1"/>
          </p:cNvSpPr>
          <p:nvPr/>
        </p:nvSpPr>
        <p:spPr>
          <a:xfrm>
            <a:off x="4714875" y="24288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8" name="matrix_420::478_path">
            <a:extLst>
              <a:ext uri="{FF2B5EF4-FFF2-40B4-BE49-F238E27FC236}">
                <a16:creationId xmlns:a16="http://schemas.microsoft.com/office/drawing/2014/main" id="{802B8AFE-8F0E-4EBD-9E54-96A1C0B9AAAB}"/>
              </a:ext>
            </a:extLst>
          </p:cNvPr>
          <p:cNvSpPr>
            <a:spLocks noGrp="1"/>
          </p:cNvSpPr>
          <p:nvPr/>
        </p:nvSpPr>
        <p:spPr>
          <a:xfrm>
            <a:off x="4791075" y="24288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9" name="matrix_420::479_path">
            <a:extLst>
              <a:ext uri="{FF2B5EF4-FFF2-40B4-BE49-F238E27FC236}">
                <a16:creationId xmlns:a16="http://schemas.microsoft.com/office/drawing/2014/main" id="{BF96F858-D63E-4521-9A8A-F2904B1C82C7}"/>
              </a:ext>
            </a:extLst>
          </p:cNvPr>
          <p:cNvSpPr>
            <a:spLocks noGrp="1"/>
          </p:cNvSpPr>
          <p:nvPr/>
        </p:nvSpPr>
        <p:spPr>
          <a:xfrm>
            <a:off x="4867275" y="24288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0" name="matrix_420::480_path">
            <a:extLst>
              <a:ext uri="{FF2B5EF4-FFF2-40B4-BE49-F238E27FC236}">
                <a16:creationId xmlns:a16="http://schemas.microsoft.com/office/drawing/2014/main" id="{0A4367BD-1DFD-4D22-AC25-DC4335CE69B6}"/>
              </a:ext>
            </a:extLst>
          </p:cNvPr>
          <p:cNvSpPr>
            <a:spLocks noGrp="1"/>
          </p:cNvSpPr>
          <p:nvPr/>
        </p:nvSpPr>
        <p:spPr>
          <a:xfrm>
            <a:off x="4943475" y="24288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1" name="matrix_420::481_path">
            <a:extLst>
              <a:ext uri="{FF2B5EF4-FFF2-40B4-BE49-F238E27FC236}">
                <a16:creationId xmlns:a16="http://schemas.microsoft.com/office/drawing/2014/main" id="{16CB1305-2339-410F-98BA-0E6EFFAF2F65}"/>
              </a:ext>
            </a:extLst>
          </p:cNvPr>
          <p:cNvSpPr>
            <a:spLocks noGrp="1"/>
          </p:cNvSpPr>
          <p:nvPr/>
        </p:nvSpPr>
        <p:spPr>
          <a:xfrm>
            <a:off x="5019675" y="242887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2" name="matrix_420::482_path">
            <a:extLst>
              <a:ext uri="{FF2B5EF4-FFF2-40B4-BE49-F238E27FC236}">
                <a16:creationId xmlns:a16="http://schemas.microsoft.com/office/drawing/2014/main" id="{47C21043-8116-46B5-B7EA-C4AEAC20A9DE}"/>
              </a:ext>
            </a:extLst>
          </p:cNvPr>
          <p:cNvSpPr>
            <a:spLocks noGrp="1"/>
          </p:cNvSpPr>
          <p:nvPr/>
        </p:nvSpPr>
        <p:spPr>
          <a:xfrm>
            <a:off x="4638675" y="24955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3" name="matrix_420::483_path">
            <a:extLst>
              <a:ext uri="{FF2B5EF4-FFF2-40B4-BE49-F238E27FC236}">
                <a16:creationId xmlns:a16="http://schemas.microsoft.com/office/drawing/2014/main" id="{C53E5140-32FB-4B96-9432-5D956621D062}"/>
              </a:ext>
            </a:extLst>
          </p:cNvPr>
          <p:cNvSpPr>
            <a:spLocks noGrp="1"/>
          </p:cNvSpPr>
          <p:nvPr/>
        </p:nvSpPr>
        <p:spPr>
          <a:xfrm>
            <a:off x="4714875" y="24955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4" name="matrix_420::484_path">
            <a:extLst>
              <a:ext uri="{FF2B5EF4-FFF2-40B4-BE49-F238E27FC236}">
                <a16:creationId xmlns:a16="http://schemas.microsoft.com/office/drawing/2014/main" id="{609EBD2F-E5DC-446F-B9E2-DDFB5DC26A98}"/>
              </a:ext>
            </a:extLst>
          </p:cNvPr>
          <p:cNvSpPr>
            <a:spLocks noGrp="1"/>
          </p:cNvSpPr>
          <p:nvPr/>
        </p:nvSpPr>
        <p:spPr>
          <a:xfrm>
            <a:off x="4791075" y="24955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5" name="matrix_420::485_path">
            <a:extLst>
              <a:ext uri="{FF2B5EF4-FFF2-40B4-BE49-F238E27FC236}">
                <a16:creationId xmlns:a16="http://schemas.microsoft.com/office/drawing/2014/main" id="{D03EA3CC-2C38-4201-8419-FF80416A6D1A}"/>
              </a:ext>
            </a:extLst>
          </p:cNvPr>
          <p:cNvSpPr>
            <a:spLocks noGrp="1"/>
          </p:cNvSpPr>
          <p:nvPr/>
        </p:nvSpPr>
        <p:spPr>
          <a:xfrm>
            <a:off x="4867275" y="24955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6" name="matrix_420::486_path">
            <a:extLst>
              <a:ext uri="{FF2B5EF4-FFF2-40B4-BE49-F238E27FC236}">
                <a16:creationId xmlns:a16="http://schemas.microsoft.com/office/drawing/2014/main" id="{8EF89FEA-D535-43B1-93A6-6E3AD2CD7653}"/>
              </a:ext>
            </a:extLst>
          </p:cNvPr>
          <p:cNvSpPr>
            <a:spLocks noGrp="1"/>
          </p:cNvSpPr>
          <p:nvPr/>
        </p:nvSpPr>
        <p:spPr>
          <a:xfrm>
            <a:off x="4943475" y="24955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7" name="matrix_420::487_path">
            <a:extLst>
              <a:ext uri="{FF2B5EF4-FFF2-40B4-BE49-F238E27FC236}">
                <a16:creationId xmlns:a16="http://schemas.microsoft.com/office/drawing/2014/main" id="{8E6F83EB-05A6-4597-8089-FEC790878F7A}"/>
              </a:ext>
            </a:extLst>
          </p:cNvPr>
          <p:cNvSpPr>
            <a:spLocks noGrp="1"/>
          </p:cNvSpPr>
          <p:nvPr/>
        </p:nvSpPr>
        <p:spPr>
          <a:xfrm>
            <a:off x="5019675" y="249555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8" name="matrix_420::488_path">
            <a:extLst>
              <a:ext uri="{FF2B5EF4-FFF2-40B4-BE49-F238E27FC236}">
                <a16:creationId xmlns:a16="http://schemas.microsoft.com/office/drawing/2014/main" id="{A1C11E3B-4C6B-4A74-97DD-F88FBB7331EE}"/>
              </a:ext>
            </a:extLst>
          </p:cNvPr>
          <p:cNvSpPr>
            <a:spLocks noGrp="1"/>
          </p:cNvSpPr>
          <p:nvPr/>
        </p:nvSpPr>
        <p:spPr>
          <a:xfrm>
            <a:off x="4638675" y="25622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9" name="matrix_420::489_path">
            <a:extLst>
              <a:ext uri="{FF2B5EF4-FFF2-40B4-BE49-F238E27FC236}">
                <a16:creationId xmlns:a16="http://schemas.microsoft.com/office/drawing/2014/main" id="{6C112A5D-B299-4344-AD74-F54FB3354677}"/>
              </a:ext>
            </a:extLst>
          </p:cNvPr>
          <p:cNvSpPr>
            <a:spLocks noGrp="1"/>
          </p:cNvSpPr>
          <p:nvPr/>
        </p:nvSpPr>
        <p:spPr>
          <a:xfrm>
            <a:off x="4714875" y="25622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0" name="matrix_420::490_path">
            <a:extLst>
              <a:ext uri="{FF2B5EF4-FFF2-40B4-BE49-F238E27FC236}">
                <a16:creationId xmlns:a16="http://schemas.microsoft.com/office/drawing/2014/main" id="{FD357159-8DEC-4A37-A019-4393299C6124}"/>
              </a:ext>
            </a:extLst>
          </p:cNvPr>
          <p:cNvSpPr>
            <a:spLocks noGrp="1"/>
          </p:cNvSpPr>
          <p:nvPr/>
        </p:nvSpPr>
        <p:spPr>
          <a:xfrm>
            <a:off x="4791075" y="25622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1" name="matrix_420::491_path">
            <a:extLst>
              <a:ext uri="{FF2B5EF4-FFF2-40B4-BE49-F238E27FC236}">
                <a16:creationId xmlns:a16="http://schemas.microsoft.com/office/drawing/2014/main" id="{9F634EF1-ACDB-420A-A2EE-663968F8FB90}"/>
              </a:ext>
            </a:extLst>
          </p:cNvPr>
          <p:cNvSpPr>
            <a:spLocks noGrp="1"/>
          </p:cNvSpPr>
          <p:nvPr/>
        </p:nvSpPr>
        <p:spPr>
          <a:xfrm>
            <a:off x="4867275" y="25622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2" name="matrix_420::492_path">
            <a:extLst>
              <a:ext uri="{FF2B5EF4-FFF2-40B4-BE49-F238E27FC236}">
                <a16:creationId xmlns:a16="http://schemas.microsoft.com/office/drawing/2014/main" id="{680EB11A-2CF4-43EE-AFF6-196471823C5E}"/>
              </a:ext>
            </a:extLst>
          </p:cNvPr>
          <p:cNvSpPr>
            <a:spLocks noGrp="1"/>
          </p:cNvSpPr>
          <p:nvPr/>
        </p:nvSpPr>
        <p:spPr>
          <a:xfrm>
            <a:off x="4943475" y="25622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3" name="matrix_420::493_path">
            <a:extLst>
              <a:ext uri="{FF2B5EF4-FFF2-40B4-BE49-F238E27FC236}">
                <a16:creationId xmlns:a16="http://schemas.microsoft.com/office/drawing/2014/main" id="{12B4D063-196F-46C9-BE04-A84AFA61B4B2}"/>
              </a:ext>
            </a:extLst>
          </p:cNvPr>
          <p:cNvSpPr>
            <a:spLocks noGrp="1"/>
          </p:cNvSpPr>
          <p:nvPr/>
        </p:nvSpPr>
        <p:spPr>
          <a:xfrm>
            <a:off x="5019675" y="2562225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4" name="matrix_420::494_path">
            <a:extLst>
              <a:ext uri="{FF2B5EF4-FFF2-40B4-BE49-F238E27FC236}">
                <a16:creationId xmlns:a16="http://schemas.microsoft.com/office/drawing/2014/main" id="{DE3E09BE-A3A5-4724-81BC-824DBF2DE392}"/>
              </a:ext>
            </a:extLst>
          </p:cNvPr>
          <p:cNvSpPr>
            <a:spLocks noGrp="1"/>
          </p:cNvSpPr>
          <p:nvPr/>
        </p:nvSpPr>
        <p:spPr>
          <a:xfrm>
            <a:off x="4638675" y="26289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5" name="matrix_420::495_path">
            <a:extLst>
              <a:ext uri="{FF2B5EF4-FFF2-40B4-BE49-F238E27FC236}">
                <a16:creationId xmlns:a16="http://schemas.microsoft.com/office/drawing/2014/main" id="{6869DF68-415A-4E4C-9049-3983BD9EABBE}"/>
              </a:ext>
            </a:extLst>
          </p:cNvPr>
          <p:cNvSpPr>
            <a:spLocks noGrp="1"/>
          </p:cNvSpPr>
          <p:nvPr/>
        </p:nvSpPr>
        <p:spPr>
          <a:xfrm>
            <a:off x="4714875" y="26289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6" name="matrix_420::496_path">
            <a:extLst>
              <a:ext uri="{FF2B5EF4-FFF2-40B4-BE49-F238E27FC236}">
                <a16:creationId xmlns:a16="http://schemas.microsoft.com/office/drawing/2014/main" id="{A48CF07D-A5C1-4438-823B-E6DE3B909A75}"/>
              </a:ext>
            </a:extLst>
          </p:cNvPr>
          <p:cNvSpPr>
            <a:spLocks noGrp="1"/>
          </p:cNvSpPr>
          <p:nvPr/>
        </p:nvSpPr>
        <p:spPr>
          <a:xfrm>
            <a:off x="4791075" y="26289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7" name="matrix_420::497_path">
            <a:extLst>
              <a:ext uri="{FF2B5EF4-FFF2-40B4-BE49-F238E27FC236}">
                <a16:creationId xmlns:a16="http://schemas.microsoft.com/office/drawing/2014/main" id="{4604EF67-B770-48D6-8DC1-B09753C6C662}"/>
              </a:ext>
            </a:extLst>
          </p:cNvPr>
          <p:cNvSpPr>
            <a:spLocks noGrp="1"/>
          </p:cNvSpPr>
          <p:nvPr/>
        </p:nvSpPr>
        <p:spPr>
          <a:xfrm>
            <a:off x="4867275" y="26289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8" name="matrix_420::498_path">
            <a:extLst>
              <a:ext uri="{FF2B5EF4-FFF2-40B4-BE49-F238E27FC236}">
                <a16:creationId xmlns:a16="http://schemas.microsoft.com/office/drawing/2014/main" id="{6021484B-EE1B-4376-A838-F42602AE8218}"/>
              </a:ext>
            </a:extLst>
          </p:cNvPr>
          <p:cNvSpPr>
            <a:spLocks noGrp="1"/>
          </p:cNvSpPr>
          <p:nvPr/>
        </p:nvSpPr>
        <p:spPr>
          <a:xfrm>
            <a:off x="4943475" y="26289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9" name="matrix_420::499_path">
            <a:extLst>
              <a:ext uri="{FF2B5EF4-FFF2-40B4-BE49-F238E27FC236}">
                <a16:creationId xmlns:a16="http://schemas.microsoft.com/office/drawing/2014/main" id="{534A2FB3-1274-4A67-AB5E-740731D6AD65}"/>
              </a:ext>
            </a:extLst>
          </p:cNvPr>
          <p:cNvSpPr>
            <a:spLocks noGrp="1"/>
          </p:cNvSpPr>
          <p:nvPr/>
        </p:nvSpPr>
        <p:spPr>
          <a:xfrm>
            <a:off x="5019675" y="2628900"/>
            <a:ext cx="59055" cy="50483"/>
          </a:xfrm>
          <a:custGeom>
            <a:avLst/>
            <a:gdLst/>
            <a:ahLst/>
            <a:cxnLst/>
            <a:rect l="0" t="0" r="0" b="0"/>
            <a:pathLst>
              <a:path w="59055" h="50483">
                <a:moveTo>
                  <a:pt x="0" y="0"/>
                </a:moveTo>
                <a:lnTo>
                  <a:pt x="59055" y="0"/>
                </a:lnTo>
                <a:lnTo>
                  <a:pt x="59055" y="50483"/>
                </a:lnTo>
                <a:lnTo>
                  <a:pt x="0" y="50483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0" name="500_textbox">
            <a:extLst>
              <a:ext uri="{FF2B5EF4-FFF2-40B4-BE49-F238E27FC236}">
                <a16:creationId xmlns:a16="http://schemas.microsoft.com/office/drawing/2014/main" id="{CBBB38E3-2B42-410D-B69A-2872318A3175}"/>
              </a:ext>
            </a:extLst>
          </p:cNvPr>
          <p:cNvSpPr>
            <a:spLocks noGrp="1"/>
          </p:cNvSpPr>
          <p:nvPr/>
        </p:nvSpPr>
        <p:spPr>
          <a:xfrm>
            <a:off x="4514850" y="2838450"/>
            <a:ext cx="742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Tokens</a:t>
            </a:r>
          </a:p>
        </p:txBody>
      </p:sp>
      <p:sp>
        <p:nvSpPr>
          <p:cNvPr id="501" name="501_textbox">
            <a:extLst>
              <a:ext uri="{FF2B5EF4-FFF2-40B4-BE49-F238E27FC236}">
                <a16:creationId xmlns:a16="http://schemas.microsoft.com/office/drawing/2014/main" id="{C740E961-36B0-4993-A37E-88440F2606B9}"/>
              </a:ext>
            </a:extLst>
          </p:cNvPr>
          <p:cNvSpPr>
            <a:spLocks noGrp="1"/>
          </p:cNvSpPr>
          <p:nvPr/>
        </p:nvSpPr>
        <p:spPr>
          <a:xfrm>
            <a:off x="4514850" y="3019425"/>
            <a:ext cx="790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Z : 13 × 128</a:t>
            </a:r>
          </a:p>
        </p:txBody>
      </p:sp>
      <p:sp>
        <p:nvSpPr>
          <p:cNvPr id="504" name="504_rect">
            <a:extLst>
              <a:ext uri="{FF2B5EF4-FFF2-40B4-BE49-F238E27FC236}">
                <a16:creationId xmlns:a16="http://schemas.microsoft.com/office/drawing/2014/main" id="{8FD2AD54-54CA-402B-9A4B-AB92D9318220}"/>
              </a:ext>
            </a:extLst>
          </p:cNvPr>
          <p:cNvSpPr>
            <a:spLocks noGrp="1"/>
          </p:cNvSpPr>
          <p:nvPr/>
        </p:nvSpPr>
        <p:spPr>
          <a:xfrm>
            <a:off x="5391150" y="1733550"/>
            <a:ext cx="257175" cy="8763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5" name="505_rect">
            <a:extLst>
              <a:ext uri="{FF2B5EF4-FFF2-40B4-BE49-F238E27FC236}">
                <a16:creationId xmlns:a16="http://schemas.microsoft.com/office/drawing/2014/main" id="{4A262967-A023-4A11-99BA-708D24F35480}"/>
              </a:ext>
            </a:extLst>
          </p:cNvPr>
          <p:cNvSpPr>
            <a:spLocks noGrp="1"/>
          </p:cNvSpPr>
          <p:nvPr/>
        </p:nvSpPr>
        <p:spPr>
          <a:xfrm>
            <a:off x="5457825" y="1790700"/>
            <a:ext cx="104775" cy="104775"/>
          </a:xfrm>
          <a:prstGeom prst="rect">
            <a:avLst/>
          </a:prstGeom>
          <a:solidFill>
            <a:srgbClr val="93ABB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6" name="506_rect">
            <a:extLst>
              <a:ext uri="{FF2B5EF4-FFF2-40B4-BE49-F238E27FC236}">
                <a16:creationId xmlns:a16="http://schemas.microsoft.com/office/drawing/2014/main" id="{60ABD953-A5DD-459A-A032-B25DB3B07F11}"/>
              </a:ext>
            </a:extLst>
          </p:cNvPr>
          <p:cNvSpPr>
            <a:spLocks noGrp="1"/>
          </p:cNvSpPr>
          <p:nvPr/>
        </p:nvSpPr>
        <p:spPr>
          <a:xfrm>
            <a:off x="5457825" y="1914525"/>
            <a:ext cx="104775" cy="104775"/>
          </a:xfrm>
          <a:prstGeom prst="rect">
            <a:avLst/>
          </a:prstGeom>
          <a:solidFill>
            <a:srgbClr val="93ABB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7" name="507_rect">
            <a:extLst>
              <a:ext uri="{FF2B5EF4-FFF2-40B4-BE49-F238E27FC236}">
                <a16:creationId xmlns:a16="http://schemas.microsoft.com/office/drawing/2014/main" id="{66E258AE-4970-4EF9-9996-C6055124E145}"/>
              </a:ext>
            </a:extLst>
          </p:cNvPr>
          <p:cNvSpPr>
            <a:spLocks noGrp="1"/>
          </p:cNvSpPr>
          <p:nvPr/>
        </p:nvSpPr>
        <p:spPr>
          <a:xfrm>
            <a:off x="5457825" y="2038350"/>
            <a:ext cx="104775" cy="104775"/>
          </a:xfrm>
          <a:prstGeom prst="rect">
            <a:avLst/>
          </a:prstGeom>
          <a:solidFill>
            <a:srgbClr val="BFC9C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8" name="508_path">
            <a:extLst>
              <a:ext uri="{FF2B5EF4-FFF2-40B4-BE49-F238E27FC236}">
                <a16:creationId xmlns:a16="http://schemas.microsoft.com/office/drawing/2014/main" id="{DFDFBAC0-FEAB-4201-A852-AB2BAFB6AFDE}"/>
              </a:ext>
            </a:extLst>
          </p:cNvPr>
          <p:cNvSpPr>
            <a:spLocks noGrp="1"/>
          </p:cNvSpPr>
          <p:nvPr/>
        </p:nvSpPr>
        <p:spPr>
          <a:xfrm>
            <a:off x="5467350" y="20478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/>
          <a:ln w="11430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9" name="509_path">
            <a:extLst>
              <a:ext uri="{FF2B5EF4-FFF2-40B4-BE49-F238E27FC236}">
                <a16:creationId xmlns:a16="http://schemas.microsoft.com/office/drawing/2014/main" id="{AE58DE07-0BA8-4302-936E-7AA88B40E2F0}"/>
              </a:ext>
            </a:extLst>
          </p:cNvPr>
          <p:cNvSpPr>
            <a:spLocks noGrp="1"/>
          </p:cNvSpPr>
          <p:nvPr/>
        </p:nvSpPr>
        <p:spPr>
          <a:xfrm>
            <a:off x="5467350" y="20478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/>
          <a:ln w="11430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0" name="510_rect">
            <a:extLst>
              <a:ext uri="{FF2B5EF4-FFF2-40B4-BE49-F238E27FC236}">
                <a16:creationId xmlns:a16="http://schemas.microsoft.com/office/drawing/2014/main" id="{2C020C92-55B7-4CCE-9BCA-C6B7E34E353D}"/>
              </a:ext>
            </a:extLst>
          </p:cNvPr>
          <p:cNvSpPr>
            <a:spLocks noGrp="1"/>
          </p:cNvSpPr>
          <p:nvPr/>
        </p:nvSpPr>
        <p:spPr>
          <a:xfrm>
            <a:off x="5457825" y="2162175"/>
            <a:ext cx="104775" cy="104775"/>
          </a:xfrm>
          <a:prstGeom prst="rect">
            <a:avLst/>
          </a:prstGeom>
          <a:solidFill>
            <a:srgbClr val="93ABB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1" name="511_rect">
            <a:extLst>
              <a:ext uri="{FF2B5EF4-FFF2-40B4-BE49-F238E27FC236}">
                <a16:creationId xmlns:a16="http://schemas.microsoft.com/office/drawing/2014/main" id="{53BCB17E-125C-4CC0-8108-A3059911F8C9}"/>
              </a:ext>
            </a:extLst>
          </p:cNvPr>
          <p:cNvSpPr>
            <a:spLocks noGrp="1"/>
          </p:cNvSpPr>
          <p:nvPr/>
        </p:nvSpPr>
        <p:spPr>
          <a:xfrm>
            <a:off x="5457825" y="2286000"/>
            <a:ext cx="104775" cy="104775"/>
          </a:xfrm>
          <a:prstGeom prst="rect">
            <a:avLst/>
          </a:prstGeom>
          <a:solidFill>
            <a:srgbClr val="BFC9C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2" name="512_path">
            <a:extLst>
              <a:ext uri="{FF2B5EF4-FFF2-40B4-BE49-F238E27FC236}">
                <a16:creationId xmlns:a16="http://schemas.microsoft.com/office/drawing/2014/main" id="{533458D6-9910-40FF-AB05-9AD23D8AD36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/>
          <a:ln w="11430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3" name="513_path">
            <a:extLst>
              <a:ext uri="{FF2B5EF4-FFF2-40B4-BE49-F238E27FC236}">
                <a16:creationId xmlns:a16="http://schemas.microsoft.com/office/drawing/2014/main" id="{F23D1900-FD06-4D1A-A6CB-04C23B701D38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/>
          <a:ln w="11430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4" name="514_rect">
            <a:extLst>
              <a:ext uri="{FF2B5EF4-FFF2-40B4-BE49-F238E27FC236}">
                <a16:creationId xmlns:a16="http://schemas.microsoft.com/office/drawing/2014/main" id="{3E11D0B7-981A-4C86-906D-E82C6436FBE8}"/>
              </a:ext>
            </a:extLst>
          </p:cNvPr>
          <p:cNvSpPr>
            <a:spLocks noGrp="1"/>
          </p:cNvSpPr>
          <p:nvPr/>
        </p:nvSpPr>
        <p:spPr>
          <a:xfrm>
            <a:off x="5457825" y="2409825"/>
            <a:ext cx="104775" cy="104775"/>
          </a:xfrm>
          <a:prstGeom prst="rect">
            <a:avLst/>
          </a:prstGeom>
          <a:solidFill>
            <a:srgbClr val="93ABB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5" name="515_textbox">
            <a:extLst>
              <a:ext uri="{FF2B5EF4-FFF2-40B4-BE49-F238E27FC236}">
                <a16:creationId xmlns:a16="http://schemas.microsoft.com/office/drawing/2014/main" id="{767F41EF-7AB9-4F0A-A404-7B8A8DE1FB6C}"/>
              </a:ext>
            </a:extLst>
          </p:cNvPr>
          <p:cNvSpPr>
            <a:spLocks noGrp="1"/>
          </p:cNvSpPr>
          <p:nvPr/>
        </p:nvSpPr>
        <p:spPr>
          <a:xfrm>
            <a:off x="5362575" y="2638425"/>
            <a:ext cx="3714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Mask</a:t>
            </a:r>
          </a:p>
        </p:txBody>
      </p:sp>
      <p:sp>
        <p:nvSpPr>
          <p:cNvPr id="516" name="516_textbox">
            <a:extLst>
              <a:ext uri="{FF2B5EF4-FFF2-40B4-BE49-F238E27FC236}">
                <a16:creationId xmlns:a16="http://schemas.microsoft.com/office/drawing/2014/main" id="{7FDC354D-3148-4362-8E58-0DAA2C2F2D91}"/>
              </a:ext>
            </a:extLst>
          </p:cNvPr>
          <p:cNvSpPr>
            <a:spLocks noGrp="1"/>
          </p:cNvSpPr>
          <p:nvPr/>
        </p:nvSpPr>
        <p:spPr>
          <a:xfrm>
            <a:off x="5391150" y="2876550"/>
            <a:ext cx="3524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i ≠ t</a:t>
            </a:r>
          </a:p>
        </p:txBody>
      </p:sp>
      <p:sp>
        <p:nvSpPr>
          <p:cNvPr id="517" name="517_textbox">
            <a:extLst>
              <a:ext uri="{FF2B5EF4-FFF2-40B4-BE49-F238E27FC236}">
                <a16:creationId xmlns:a16="http://schemas.microsoft.com/office/drawing/2014/main" id="{A572D605-0FF7-439C-B181-B233AF54FB05}"/>
              </a:ext>
            </a:extLst>
          </p:cNvPr>
          <p:cNvSpPr>
            <a:spLocks noGrp="1"/>
          </p:cNvSpPr>
          <p:nvPr/>
        </p:nvSpPr>
        <p:spPr>
          <a:xfrm>
            <a:off x="5362575" y="3048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9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aᵢ = 1</a:t>
            </a:r>
          </a:p>
        </p:txBody>
      </p:sp>
      <p:sp>
        <p:nvSpPr>
          <p:cNvPr id="518" name="518_path">
            <a:extLst>
              <a:ext uri="{FF2B5EF4-FFF2-40B4-BE49-F238E27FC236}">
                <a16:creationId xmlns:a16="http://schemas.microsoft.com/office/drawing/2014/main" id="{D298CEB7-2B8D-4D19-AE79-62AC2262729A}"/>
              </a:ext>
            </a:extLst>
          </p:cNvPr>
          <p:cNvSpPr>
            <a:spLocks noGrp="1"/>
          </p:cNvSpPr>
          <p:nvPr/>
        </p:nvSpPr>
        <p:spPr>
          <a:xfrm>
            <a:off x="5657850" y="2257425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9" name="519_path">
            <a:extLst>
              <a:ext uri="{FF2B5EF4-FFF2-40B4-BE49-F238E27FC236}">
                <a16:creationId xmlns:a16="http://schemas.microsoft.com/office/drawing/2014/main" id="{300F8EAF-B06E-4349-A145-234CA1A38CC9}"/>
              </a:ext>
            </a:extLst>
          </p:cNvPr>
          <p:cNvSpPr>
            <a:spLocks noGrp="1"/>
          </p:cNvSpPr>
          <p:nvPr/>
        </p:nvSpPr>
        <p:spPr>
          <a:xfrm>
            <a:off x="5791200" y="1800225"/>
            <a:ext cx="127907" cy="457200"/>
          </a:xfrm>
          <a:custGeom>
            <a:avLst/>
            <a:gdLst/>
            <a:ahLst/>
            <a:cxnLst/>
            <a:rect l="0" t="0" r="0" b="0"/>
            <a:pathLst>
              <a:path w="161925" h="457200">
                <a:moveTo>
                  <a:pt x="0" y="457200"/>
                </a:moveTo>
                <a:lnTo>
                  <a:pt x="0" y="0"/>
                </a:lnTo>
                <a:lnTo>
                  <a:pt x="1619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0" name="520_path">
            <a:extLst>
              <a:ext uri="{FF2B5EF4-FFF2-40B4-BE49-F238E27FC236}">
                <a16:creationId xmlns:a16="http://schemas.microsoft.com/office/drawing/2014/main" id="{8A16F1C1-BB45-49D9-B4E7-4EF2F1395B25}"/>
              </a:ext>
            </a:extLst>
          </p:cNvPr>
          <p:cNvSpPr>
            <a:spLocks noGrp="1"/>
          </p:cNvSpPr>
          <p:nvPr/>
        </p:nvSpPr>
        <p:spPr>
          <a:xfrm>
            <a:off x="5883729" y="17727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1" name="521_path">
            <a:extLst>
              <a:ext uri="{FF2B5EF4-FFF2-40B4-BE49-F238E27FC236}">
                <a16:creationId xmlns:a16="http://schemas.microsoft.com/office/drawing/2014/main" id="{AB9F39D3-6826-4A92-91BA-BD8AA6ADD95E}"/>
              </a:ext>
            </a:extLst>
          </p:cNvPr>
          <p:cNvSpPr>
            <a:spLocks noGrp="1"/>
          </p:cNvSpPr>
          <p:nvPr/>
        </p:nvSpPr>
        <p:spPr>
          <a:xfrm>
            <a:off x="5791200" y="2257425"/>
            <a:ext cx="127907" cy="561975"/>
          </a:xfrm>
          <a:custGeom>
            <a:avLst/>
            <a:gdLst/>
            <a:ahLst/>
            <a:cxnLst/>
            <a:rect l="0" t="0" r="0" b="0"/>
            <a:pathLst>
              <a:path w="161925" h="561975">
                <a:moveTo>
                  <a:pt x="0" y="0"/>
                </a:moveTo>
                <a:lnTo>
                  <a:pt x="0" y="561975"/>
                </a:lnTo>
                <a:lnTo>
                  <a:pt x="161925" y="561975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2" name="522_path">
            <a:extLst>
              <a:ext uri="{FF2B5EF4-FFF2-40B4-BE49-F238E27FC236}">
                <a16:creationId xmlns:a16="http://schemas.microsoft.com/office/drawing/2014/main" id="{E6CB1B4A-8228-4A1E-BCAC-0B8B6102AD09}"/>
              </a:ext>
            </a:extLst>
          </p:cNvPr>
          <p:cNvSpPr>
            <a:spLocks noGrp="1"/>
          </p:cNvSpPr>
          <p:nvPr/>
        </p:nvSpPr>
        <p:spPr>
          <a:xfrm>
            <a:off x="5883729" y="27919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3" name="523_rect">
            <a:extLst>
              <a:ext uri="{FF2B5EF4-FFF2-40B4-BE49-F238E27FC236}">
                <a16:creationId xmlns:a16="http://schemas.microsoft.com/office/drawing/2014/main" id="{085A2BCE-D185-4540-84AB-7668E4027F59}"/>
              </a:ext>
            </a:extLst>
          </p:cNvPr>
          <p:cNvSpPr>
            <a:spLocks noGrp="1"/>
          </p:cNvSpPr>
          <p:nvPr/>
        </p:nvSpPr>
        <p:spPr>
          <a:xfrm>
            <a:off x="5943600" y="1352550"/>
            <a:ext cx="1104900" cy="828675"/>
          </a:xfrm>
          <a:prstGeom prst="rect">
            <a:avLst/>
          </a:prstGeom>
          <a:gradFill>
            <a:gsLst>
              <a:gs pos="0">
                <a:srgbClr val="E1F1FC"/>
              </a:gs>
              <a:gs pos="100000">
                <a:srgbClr val="D3E9F6"/>
              </a:gs>
            </a:gsLst>
            <a:lin ang="5400000"/>
          </a:gradFill>
          <a:ln w="9525">
            <a:solidFill>
              <a:srgbClr val="ADD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4" name="524_textbox">
            <a:extLst>
              <a:ext uri="{FF2B5EF4-FFF2-40B4-BE49-F238E27FC236}">
                <a16:creationId xmlns:a16="http://schemas.microsoft.com/office/drawing/2014/main" id="{7FB8970A-2F73-4842-A21C-325706327067}"/>
              </a:ext>
            </a:extLst>
          </p:cNvPr>
          <p:cNvSpPr>
            <a:spLocks noGrp="1"/>
          </p:cNvSpPr>
          <p:nvPr/>
        </p:nvSpPr>
        <p:spPr>
          <a:xfrm>
            <a:off x="6019800" y="1295400"/>
            <a:ext cx="9239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38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ctr">
              <a:buNone/>
              <a:def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Sample-</a:t>
            </a:r>
          </a:p>
          <a:p>
            <a:pPr algn="ctr">
              <a:buNone/>
              <a:def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conditioned</a:t>
            </a:r>
          </a:p>
        </p:txBody>
      </p:sp>
      <p:sp>
        <p:nvSpPr>
          <p:cNvPr id="525" name="525_rect">
            <a:extLst>
              <a:ext uri="{FF2B5EF4-FFF2-40B4-BE49-F238E27FC236}">
                <a16:creationId xmlns:a16="http://schemas.microsoft.com/office/drawing/2014/main" id="{82552A36-C5F2-4FEA-AD0D-3D7C5314B792}"/>
              </a:ext>
            </a:extLst>
          </p:cNvPr>
          <p:cNvSpPr>
            <a:spLocks noGrp="1"/>
          </p:cNvSpPr>
          <p:nvPr/>
        </p:nvSpPr>
        <p:spPr>
          <a:xfrm>
            <a:off x="5991225" y="1676400"/>
            <a:ext cx="990600" cy="438150"/>
          </a:xfrm>
          <a:prstGeom prst="rect">
            <a:avLst/>
          </a:prstGeom>
          <a:solidFill>
            <a:srgbClr val="ACD0E1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6" name="526_textbox">
            <a:extLst>
              <a:ext uri="{FF2B5EF4-FFF2-40B4-BE49-F238E27FC236}">
                <a16:creationId xmlns:a16="http://schemas.microsoft.com/office/drawing/2014/main" id="{46276A82-C6E4-422D-B8C2-713368CF0D14}"/>
              </a:ext>
            </a:extLst>
          </p:cNvPr>
          <p:cNvSpPr>
            <a:spLocks noGrp="1"/>
          </p:cNvSpPr>
          <p:nvPr/>
        </p:nvSpPr>
        <p:spPr>
          <a:xfrm>
            <a:off x="6019800" y="1685925"/>
            <a:ext cx="933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Top-4</a:t>
            </a:r>
          </a:p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sparse attention</a:t>
            </a:r>
          </a:p>
        </p:txBody>
      </p:sp>
      <p:sp>
        <p:nvSpPr>
          <p:cNvPr id="527" name="flame_526::527_path">
            <a:extLst>
              <a:ext uri="{FF2B5EF4-FFF2-40B4-BE49-F238E27FC236}">
                <a16:creationId xmlns:a16="http://schemas.microsoft.com/office/drawing/2014/main" id="{1740F875-A1D9-4C3D-9098-3A92701E0519}"/>
              </a:ext>
            </a:extLst>
          </p:cNvPr>
          <p:cNvSpPr>
            <a:spLocks noGrp="1"/>
          </p:cNvSpPr>
          <p:nvPr/>
        </p:nvSpPr>
        <p:spPr>
          <a:xfrm>
            <a:off x="6838950" y="1534885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8" name="flame_526::528_path">
            <a:extLst>
              <a:ext uri="{FF2B5EF4-FFF2-40B4-BE49-F238E27FC236}">
                <a16:creationId xmlns:a16="http://schemas.microsoft.com/office/drawing/2014/main" id="{C4A27DEC-D1F3-4814-8DFC-CE34DAC117D1}"/>
              </a:ext>
            </a:extLst>
          </p:cNvPr>
          <p:cNvSpPr>
            <a:spLocks noGrp="1"/>
          </p:cNvSpPr>
          <p:nvPr/>
        </p:nvSpPr>
        <p:spPr>
          <a:xfrm>
            <a:off x="6879812" y="1568958"/>
            <a:ext cx="32480" cy="48197"/>
          </a:xfrm>
          <a:custGeom>
            <a:avLst/>
            <a:gdLst/>
            <a:ahLst/>
            <a:cxnLst/>
            <a:rect l="0" t="0" r="0" b="0"/>
            <a:pathLst>
              <a:path w="32480" h="48197">
                <a:moveTo>
                  <a:pt x="18860" y="0"/>
                </a:moveTo>
                <a:lnTo>
                  <a:pt x="32480" y="27242"/>
                </a:lnTo>
                <a:lnTo>
                  <a:pt x="24098" y="48197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9" name="529_rect">
            <a:extLst>
              <a:ext uri="{FF2B5EF4-FFF2-40B4-BE49-F238E27FC236}">
                <a16:creationId xmlns:a16="http://schemas.microsoft.com/office/drawing/2014/main" id="{EB333500-D91F-422A-9EF4-BB1042045013}"/>
              </a:ext>
            </a:extLst>
          </p:cNvPr>
          <p:cNvSpPr>
            <a:spLocks noGrp="1"/>
          </p:cNvSpPr>
          <p:nvPr/>
        </p:nvSpPr>
        <p:spPr>
          <a:xfrm>
            <a:off x="5943600" y="2295525"/>
            <a:ext cx="1104900" cy="809625"/>
          </a:xfrm>
          <a:prstGeom prst="rect">
            <a:avLst/>
          </a:prstGeom>
          <a:gradFill>
            <a:gsLst>
              <a:gs pos="0">
                <a:srgbClr val="DBF3E9"/>
              </a:gs>
              <a:gs pos="100000">
                <a:srgbClr val="CAE7DD"/>
              </a:gs>
            </a:gsLst>
            <a:lin ang="5400000"/>
          </a:gradFill>
          <a:ln w="9525">
            <a:solidFill>
              <a:srgbClr val="ADE5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0" name="530_textbox">
            <a:extLst>
              <a:ext uri="{FF2B5EF4-FFF2-40B4-BE49-F238E27FC236}">
                <a16:creationId xmlns:a16="http://schemas.microsoft.com/office/drawing/2014/main" id="{3C001842-74A7-48D9-BBB5-FE16F3334FF7}"/>
              </a:ext>
            </a:extLst>
          </p:cNvPr>
          <p:cNvSpPr>
            <a:spLocks noGrp="1"/>
          </p:cNvSpPr>
          <p:nvPr/>
        </p:nvSpPr>
        <p:spPr>
          <a:xfrm>
            <a:off x="5962650" y="2228850"/>
            <a:ext cx="1066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38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ctr">
              <a:buNone/>
              <a:def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Relation-</a:t>
            </a:r>
          </a:p>
          <a:p>
            <a:pPr algn="ctr">
              <a:buNone/>
              <a:def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augmented</a:t>
            </a:r>
          </a:p>
        </p:txBody>
      </p:sp>
      <p:sp>
        <p:nvSpPr>
          <p:cNvPr id="531" name="531_rect">
            <a:extLst>
              <a:ext uri="{FF2B5EF4-FFF2-40B4-BE49-F238E27FC236}">
                <a16:creationId xmlns:a16="http://schemas.microsoft.com/office/drawing/2014/main" id="{0751EF76-6FA9-4A85-84AE-7BFBF9348BC4}"/>
              </a:ext>
            </a:extLst>
          </p:cNvPr>
          <p:cNvSpPr>
            <a:spLocks noGrp="1"/>
          </p:cNvSpPr>
          <p:nvPr/>
        </p:nvSpPr>
        <p:spPr>
          <a:xfrm>
            <a:off x="5991225" y="2619375"/>
            <a:ext cx="990600" cy="428625"/>
          </a:xfrm>
          <a:prstGeom prst="rect">
            <a:avLst/>
          </a:prstGeom>
          <a:solidFill>
            <a:srgbClr val="ACDACD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2" name="532_textbox">
            <a:extLst>
              <a:ext uri="{FF2B5EF4-FFF2-40B4-BE49-F238E27FC236}">
                <a16:creationId xmlns:a16="http://schemas.microsoft.com/office/drawing/2014/main" id="{B3788C14-7C70-49B6-A15F-9B54889EB541}"/>
              </a:ext>
            </a:extLst>
          </p:cNvPr>
          <p:cNvSpPr>
            <a:spLocks noGrp="1"/>
          </p:cNvSpPr>
          <p:nvPr/>
        </p:nvSpPr>
        <p:spPr>
          <a:xfrm>
            <a:off x="6019800" y="2628900"/>
            <a:ext cx="933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Top-4</a:t>
            </a:r>
          </a:p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sparse attention</a:t>
            </a:r>
          </a:p>
        </p:txBody>
      </p:sp>
      <p:sp>
        <p:nvSpPr>
          <p:cNvPr id="533" name="flame_532::533_path">
            <a:extLst>
              <a:ext uri="{FF2B5EF4-FFF2-40B4-BE49-F238E27FC236}">
                <a16:creationId xmlns:a16="http://schemas.microsoft.com/office/drawing/2014/main" id="{AB434AB0-8260-49CE-8E3B-AC35EA4E1C8A}"/>
              </a:ext>
            </a:extLst>
          </p:cNvPr>
          <p:cNvSpPr>
            <a:spLocks noGrp="1"/>
          </p:cNvSpPr>
          <p:nvPr/>
        </p:nvSpPr>
        <p:spPr>
          <a:xfrm>
            <a:off x="6838950" y="2487385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4" name="flame_532::534_path">
            <a:extLst>
              <a:ext uri="{FF2B5EF4-FFF2-40B4-BE49-F238E27FC236}">
                <a16:creationId xmlns:a16="http://schemas.microsoft.com/office/drawing/2014/main" id="{0CE2772A-84D4-44CC-96C8-E8295CBD93EE}"/>
              </a:ext>
            </a:extLst>
          </p:cNvPr>
          <p:cNvSpPr>
            <a:spLocks noGrp="1"/>
          </p:cNvSpPr>
          <p:nvPr/>
        </p:nvSpPr>
        <p:spPr>
          <a:xfrm>
            <a:off x="6879812" y="2521458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1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7" name="symbol_536::537_textbox">
            <a:extLst>
              <a:ext uri="{FF2B5EF4-FFF2-40B4-BE49-F238E27FC236}">
                <a16:creationId xmlns:a16="http://schemas.microsoft.com/office/drawing/2014/main" id="{DD706405-EDC7-403E-830A-B0566ACE9015}"/>
              </a:ext>
            </a:extLst>
          </p:cNvPr>
          <p:cNvSpPr>
            <a:spLocks noGrp="1"/>
          </p:cNvSpPr>
          <p:nvPr/>
        </p:nvSpPr>
        <p:spPr>
          <a:xfrm>
            <a:off x="7162800" y="1657350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538" name="symbol_536::538_textbox">
            <a:extLst>
              <a:ext uri="{FF2B5EF4-FFF2-40B4-BE49-F238E27FC236}">
                <a16:creationId xmlns:a16="http://schemas.microsoft.com/office/drawing/2014/main" id="{F5C5E184-D39D-4CF1-AD6E-F2E2E1470D18}"/>
              </a:ext>
            </a:extLst>
          </p:cNvPr>
          <p:cNvSpPr>
            <a:spLocks noGrp="1"/>
          </p:cNvSpPr>
          <p:nvPr/>
        </p:nvSpPr>
        <p:spPr>
          <a:xfrm>
            <a:off x="7239000" y="1728978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45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4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4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541" name="symbol_540::541_textbox">
            <a:extLst>
              <a:ext uri="{FF2B5EF4-FFF2-40B4-BE49-F238E27FC236}">
                <a16:creationId xmlns:a16="http://schemas.microsoft.com/office/drawing/2014/main" id="{3CFB988C-D7E6-4FD9-946B-691BE0944694}"/>
              </a:ext>
            </a:extLst>
          </p:cNvPr>
          <p:cNvSpPr>
            <a:spLocks noGrp="1"/>
          </p:cNvSpPr>
          <p:nvPr/>
        </p:nvSpPr>
        <p:spPr>
          <a:xfrm>
            <a:off x="7162800" y="2609850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542" name="symbol_540::542_textbox">
            <a:extLst>
              <a:ext uri="{FF2B5EF4-FFF2-40B4-BE49-F238E27FC236}">
                <a16:creationId xmlns:a16="http://schemas.microsoft.com/office/drawing/2014/main" id="{AC629E00-BB5D-4160-BFBC-081EC011E191}"/>
              </a:ext>
            </a:extLst>
          </p:cNvPr>
          <p:cNvSpPr>
            <a:spLocks noGrp="1"/>
          </p:cNvSpPr>
          <p:nvPr/>
        </p:nvSpPr>
        <p:spPr>
          <a:xfrm>
            <a:off x="7239000" y="2681478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45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4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4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543" name="543_path">
            <a:extLst>
              <a:ext uri="{FF2B5EF4-FFF2-40B4-BE49-F238E27FC236}">
                <a16:creationId xmlns:a16="http://schemas.microsoft.com/office/drawing/2014/main" id="{57A6DAB0-283A-4BB5-99AE-7C3C6E5A58D2}"/>
              </a:ext>
            </a:extLst>
          </p:cNvPr>
          <p:cNvSpPr>
            <a:spLocks noGrp="1"/>
          </p:cNvSpPr>
          <p:nvPr/>
        </p:nvSpPr>
        <p:spPr>
          <a:xfrm>
            <a:off x="7467600" y="1657350"/>
            <a:ext cx="514350" cy="438150"/>
          </a:xfrm>
          <a:custGeom>
            <a:avLst/>
            <a:gdLst/>
            <a:ahLst/>
            <a:cxnLst/>
            <a:rect l="0" t="0" r="0" b="0"/>
            <a:pathLst>
              <a:path w="514350" h="438150">
                <a:moveTo>
                  <a:pt x="0" y="0"/>
                </a:moveTo>
                <a:lnTo>
                  <a:pt x="514350" y="66675"/>
                </a:lnTo>
                <a:lnTo>
                  <a:pt x="514350" y="342900"/>
                </a:lnTo>
                <a:lnTo>
                  <a:pt x="0" y="438150"/>
                </a:lnTo>
                <a:close/>
              </a:path>
            </a:pathLst>
          </a:custGeom>
          <a:gradFill>
            <a:gsLst>
              <a:gs pos="0">
                <a:srgbClr val="EDC2A0"/>
              </a:gs>
              <a:gs pos="100000">
                <a:srgbClr val="F3D0B1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4" name="symbol_543::544_textbox">
            <a:extLst>
              <a:ext uri="{FF2B5EF4-FFF2-40B4-BE49-F238E27FC236}">
                <a16:creationId xmlns:a16="http://schemas.microsoft.com/office/drawing/2014/main" id="{E210DD14-5BC3-4DFA-BEDE-393F02F16E4D}"/>
              </a:ext>
            </a:extLst>
          </p:cNvPr>
          <p:cNvSpPr>
            <a:spLocks noGrp="1"/>
          </p:cNvSpPr>
          <p:nvPr/>
        </p:nvSpPr>
        <p:spPr>
          <a:xfrm>
            <a:off x="7620000" y="1733550"/>
            <a:ext cx="171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H</a:t>
            </a:r>
          </a:p>
        </p:txBody>
      </p:sp>
      <p:sp>
        <p:nvSpPr>
          <p:cNvPr id="545" name="symbol_543::545_textbox">
            <a:extLst>
              <a:ext uri="{FF2B5EF4-FFF2-40B4-BE49-F238E27FC236}">
                <a16:creationId xmlns:a16="http://schemas.microsoft.com/office/drawing/2014/main" id="{C138DCCB-B1B4-4F27-B6B0-B9DA4D14E035}"/>
              </a:ext>
            </a:extLst>
          </p:cNvPr>
          <p:cNvSpPr>
            <a:spLocks noGrp="1"/>
          </p:cNvSpPr>
          <p:nvPr/>
        </p:nvSpPr>
        <p:spPr>
          <a:xfrm>
            <a:off x="7753350" y="1832039"/>
            <a:ext cx="19050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546" name="symbol_543::546_textbox">
            <a:extLst>
              <a:ext uri="{FF2B5EF4-FFF2-40B4-BE49-F238E27FC236}">
                <a16:creationId xmlns:a16="http://schemas.microsoft.com/office/drawing/2014/main" id="{04809DE5-E541-4828-BF9F-3A5745074BCE}"/>
              </a:ext>
            </a:extLst>
          </p:cNvPr>
          <p:cNvSpPr>
            <a:spLocks noGrp="1"/>
          </p:cNvSpPr>
          <p:nvPr/>
        </p:nvSpPr>
        <p:spPr>
          <a:xfrm>
            <a:off x="7753350" y="1714500"/>
            <a:ext cx="238125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547" name="flame_546::547_path">
            <a:extLst>
              <a:ext uri="{FF2B5EF4-FFF2-40B4-BE49-F238E27FC236}">
                <a16:creationId xmlns:a16="http://schemas.microsoft.com/office/drawing/2014/main" id="{E995E15D-922C-47B0-9DF6-4EA84F113211}"/>
              </a:ext>
            </a:extLst>
          </p:cNvPr>
          <p:cNvSpPr>
            <a:spLocks noGrp="1"/>
          </p:cNvSpPr>
          <p:nvPr/>
        </p:nvSpPr>
        <p:spPr>
          <a:xfrm>
            <a:off x="7867650" y="1530803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8" name="flame_546::548_path">
            <a:extLst>
              <a:ext uri="{FF2B5EF4-FFF2-40B4-BE49-F238E27FC236}">
                <a16:creationId xmlns:a16="http://schemas.microsoft.com/office/drawing/2014/main" id="{8008434C-9ECF-4A84-B3A2-A1C5CEB39E9D}"/>
              </a:ext>
            </a:extLst>
          </p:cNvPr>
          <p:cNvSpPr>
            <a:spLocks noGrp="1"/>
          </p:cNvSpPr>
          <p:nvPr/>
        </p:nvSpPr>
        <p:spPr>
          <a:xfrm>
            <a:off x="7908512" y="1568958"/>
            <a:ext cx="32480" cy="48197"/>
          </a:xfrm>
          <a:custGeom>
            <a:avLst/>
            <a:gdLst/>
            <a:ahLst/>
            <a:cxnLst/>
            <a:rect l="0" t="0" r="0" b="0"/>
            <a:pathLst>
              <a:path w="32480" h="48197">
                <a:moveTo>
                  <a:pt x="18860" y="0"/>
                </a:moveTo>
                <a:lnTo>
                  <a:pt x="32480" y="27242"/>
                </a:lnTo>
                <a:lnTo>
                  <a:pt x="24098" y="48197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9" name="549_path">
            <a:extLst>
              <a:ext uri="{FF2B5EF4-FFF2-40B4-BE49-F238E27FC236}">
                <a16:creationId xmlns:a16="http://schemas.microsoft.com/office/drawing/2014/main" id="{27AB3FDA-01AE-4090-8795-31F373792543}"/>
              </a:ext>
            </a:extLst>
          </p:cNvPr>
          <p:cNvSpPr>
            <a:spLocks noGrp="1"/>
          </p:cNvSpPr>
          <p:nvPr/>
        </p:nvSpPr>
        <p:spPr>
          <a:xfrm>
            <a:off x="7467600" y="2609850"/>
            <a:ext cx="514350" cy="438150"/>
          </a:xfrm>
          <a:custGeom>
            <a:avLst/>
            <a:gdLst/>
            <a:ahLst/>
            <a:cxnLst/>
            <a:rect l="0" t="0" r="0" b="0"/>
            <a:pathLst>
              <a:path w="514350" h="438150">
                <a:moveTo>
                  <a:pt x="0" y="0"/>
                </a:moveTo>
                <a:lnTo>
                  <a:pt x="514350" y="66675"/>
                </a:lnTo>
                <a:lnTo>
                  <a:pt x="514350" y="342900"/>
                </a:lnTo>
                <a:lnTo>
                  <a:pt x="0" y="438150"/>
                </a:lnTo>
                <a:close/>
              </a:path>
            </a:pathLst>
          </a:custGeom>
          <a:gradFill>
            <a:gsLst>
              <a:gs pos="0">
                <a:srgbClr val="EDC2A0"/>
              </a:gs>
              <a:gs pos="100000">
                <a:srgbClr val="F3D0B1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0" name="symbol_549::550_textbox">
            <a:extLst>
              <a:ext uri="{FF2B5EF4-FFF2-40B4-BE49-F238E27FC236}">
                <a16:creationId xmlns:a16="http://schemas.microsoft.com/office/drawing/2014/main" id="{76EB66C9-FD1D-49BA-ADC4-6FC7F54EFDFF}"/>
              </a:ext>
            </a:extLst>
          </p:cNvPr>
          <p:cNvSpPr>
            <a:spLocks noGrp="1"/>
          </p:cNvSpPr>
          <p:nvPr/>
        </p:nvSpPr>
        <p:spPr>
          <a:xfrm>
            <a:off x="7620000" y="2686050"/>
            <a:ext cx="171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H</a:t>
            </a:r>
          </a:p>
        </p:txBody>
      </p:sp>
      <p:sp>
        <p:nvSpPr>
          <p:cNvPr id="551" name="symbol_549::551_textbox">
            <a:extLst>
              <a:ext uri="{FF2B5EF4-FFF2-40B4-BE49-F238E27FC236}">
                <a16:creationId xmlns:a16="http://schemas.microsoft.com/office/drawing/2014/main" id="{F1B32FCE-7638-4FA8-8EBC-307C3D2ED44B}"/>
              </a:ext>
            </a:extLst>
          </p:cNvPr>
          <p:cNvSpPr>
            <a:spLocks noGrp="1"/>
          </p:cNvSpPr>
          <p:nvPr/>
        </p:nvSpPr>
        <p:spPr>
          <a:xfrm>
            <a:off x="7753350" y="2784538"/>
            <a:ext cx="19050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552" name="symbol_549::552_textbox">
            <a:extLst>
              <a:ext uri="{FF2B5EF4-FFF2-40B4-BE49-F238E27FC236}">
                <a16:creationId xmlns:a16="http://schemas.microsoft.com/office/drawing/2014/main" id="{2B2052A4-418C-4324-9759-AB532392665E}"/>
              </a:ext>
            </a:extLst>
          </p:cNvPr>
          <p:cNvSpPr>
            <a:spLocks noGrp="1"/>
          </p:cNvSpPr>
          <p:nvPr/>
        </p:nvSpPr>
        <p:spPr>
          <a:xfrm>
            <a:off x="7753350" y="2667000"/>
            <a:ext cx="238125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553" name="flame_552::553_path">
            <a:extLst>
              <a:ext uri="{FF2B5EF4-FFF2-40B4-BE49-F238E27FC236}">
                <a16:creationId xmlns:a16="http://schemas.microsoft.com/office/drawing/2014/main" id="{AD51E913-3299-4EDD-8676-8A943DE99297}"/>
              </a:ext>
            </a:extLst>
          </p:cNvPr>
          <p:cNvSpPr>
            <a:spLocks noGrp="1"/>
          </p:cNvSpPr>
          <p:nvPr/>
        </p:nvSpPr>
        <p:spPr>
          <a:xfrm>
            <a:off x="7867650" y="2487385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4" name="flame_552::554_path">
            <a:extLst>
              <a:ext uri="{FF2B5EF4-FFF2-40B4-BE49-F238E27FC236}">
                <a16:creationId xmlns:a16="http://schemas.microsoft.com/office/drawing/2014/main" id="{5AF681B1-4E1B-4251-BC41-5DF882603A80}"/>
              </a:ext>
            </a:extLst>
          </p:cNvPr>
          <p:cNvSpPr>
            <a:spLocks noGrp="1"/>
          </p:cNvSpPr>
          <p:nvPr/>
        </p:nvSpPr>
        <p:spPr>
          <a:xfrm>
            <a:off x="7908512" y="2521458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1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5" name="symbol_554::555_textbox">
            <a:extLst>
              <a:ext uri="{FF2B5EF4-FFF2-40B4-BE49-F238E27FC236}">
                <a16:creationId xmlns:a16="http://schemas.microsoft.com/office/drawing/2014/main" id="{E57CCAB3-1782-4137-A2BA-9BCD3B449D1E}"/>
              </a:ext>
            </a:extLst>
          </p:cNvPr>
          <p:cNvSpPr>
            <a:spLocks noGrp="1"/>
          </p:cNvSpPr>
          <p:nvPr/>
        </p:nvSpPr>
        <p:spPr>
          <a:xfrm>
            <a:off x="8096250" y="1609725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δ</a:t>
            </a:r>
          </a:p>
        </p:txBody>
      </p:sp>
      <p:sp>
        <p:nvSpPr>
          <p:cNvPr id="556" name="symbol_554::556_textbox">
            <a:extLst>
              <a:ext uri="{FF2B5EF4-FFF2-40B4-BE49-F238E27FC236}">
                <a16:creationId xmlns:a16="http://schemas.microsoft.com/office/drawing/2014/main" id="{68923E43-9CC8-49D1-A9C5-202B85C864F7}"/>
              </a:ext>
            </a:extLst>
          </p:cNvPr>
          <p:cNvSpPr>
            <a:spLocks noGrp="1"/>
          </p:cNvSpPr>
          <p:nvPr/>
        </p:nvSpPr>
        <p:spPr>
          <a:xfrm>
            <a:off x="8181975" y="169030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557" name="symbol_556::557_textbox">
            <a:extLst>
              <a:ext uri="{FF2B5EF4-FFF2-40B4-BE49-F238E27FC236}">
                <a16:creationId xmlns:a16="http://schemas.microsoft.com/office/drawing/2014/main" id="{712A290A-116F-4791-83CF-F68C1B56A8FD}"/>
              </a:ext>
            </a:extLst>
          </p:cNvPr>
          <p:cNvSpPr>
            <a:spLocks noGrp="1"/>
          </p:cNvSpPr>
          <p:nvPr/>
        </p:nvSpPr>
        <p:spPr>
          <a:xfrm>
            <a:off x="8086725" y="2814637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δ</a:t>
            </a:r>
          </a:p>
        </p:txBody>
      </p:sp>
      <p:sp>
        <p:nvSpPr>
          <p:cNvPr id="558" name="symbol_556::558_textbox">
            <a:extLst>
              <a:ext uri="{FF2B5EF4-FFF2-40B4-BE49-F238E27FC236}">
                <a16:creationId xmlns:a16="http://schemas.microsoft.com/office/drawing/2014/main" id="{55AB0C16-4074-4F86-9472-CA9ADD740E1C}"/>
              </a:ext>
            </a:extLst>
          </p:cNvPr>
          <p:cNvSpPr>
            <a:spLocks noGrp="1"/>
          </p:cNvSpPr>
          <p:nvPr/>
        </p:nvSpPr>
        <p:spPr>
          <a:xfrm>
            <a:off x="8181975" y="289045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559" name="559_path">
            <a:extLst>
              <a:ext uri="{FF2B5EF4-FFF2-40B4-BE49-F238E27FC236}">
                <a16:creationId xmlns:a16="http://schemas.microsoft.com/office/drawing/2014/main" id="{4220C8CF-D5A4-46E0-A52C-53651E0FD4B9}"/>
              </a:ext>
            </a:extLst>
          </p:cNvPr>
          <p:cNvSpPr>
            <a:spLocks noGrp="1"/>
          </p:cNvSpPr>
          <p:nvPr/>
        </p:nvSpPr>
        <p:spPr>
          <a:xfrm>
            <a:off x="8001000" y="1895475"/>
            <a:ext cx="314325" cy="238125"/>
          </a:xfrm>
          <a:custGeom>
            <a:avLst/>
            <a:gdLst/>
            <a:ahLst/>
            <a:cxnLst/>
            <a:rect l="0" t="0" r="0" b="0"/>
            <a:pathLst>
              <a:path w="314325" h="238125">
                <a:moveTo>
                  <a:pt x="0" y="0"/>
                </a:moveTo>
                <a:lnTo>
                  <a:pt x="228600" y="0"/>
                </a:lnTo>
                <a:lnTo>
                  <a:pt x="228600" y="238125"/>
                </a:lnTo>
                <a:lnTo>
                  <a:pt x="314325" y="238125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1" name="561_path">
            <a:extLst>
              <a:ext uri="{FF2B5EF4-FFF2-40B4-BE49-F238E27FC236}">
                <a16:creationId xmlns:a16="http://schemas.microsoft.com/office/drawing/2014/main" id="{D52B106A-15BA-4CD6-AAC6-C9E3B5C3B8DD}"/>
              </a:ext>
            </a:extLst>
          </p:cNvPr>
          <p:cNvSpPr>
            <a:spLocks noGrp="1"/>
          </p:cNvSpPr>
          <p:nvPr/>
        </p:nvSpPr>
        <p:spPr>
          <a:xfrm>
            <a:off x="8001000" y="2524125"/>
            <a:ext cx="314325" cy="295275"/>
          </a:xfrm>
          <a:custGeom>
            <a:avLst/>
            <a:gdLst/>
            <a:ahLst/>
            <a:cxnLst/>
            <a:rect l="0" t="0" r="0" b="0"/>
            <a:pathLst>
              <a:path w="314325" h="295275">
                <a:moveTo>
                  <a:pt x="0" y="295275"/>
                </a:moveTo>
                <a:lnTo>
                  <a:pt x="228600" y="295275"/>
                </a:lnTo>
                <a:lnTo>
                  <a:pt x="228600" y="0"/>
                </a:lnTo>
                <a:lnTo>
                  <a:pt x="3143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3" name="563_rect">
            <a:extLst>
              <a:ext uri="{FF2B5EF4-FFF2-40B4-BE49-F238E27FC236}">
                <a16:creationId xmlns:a16="http://schemas.microsoft.com/office/drawing/2014/main" id="{57739B09-016B-4348-88F8-5E8D6DE87998}"/>
              </a:ext>
            </a:extLst>
          </p:cNvPr>
          <p:cNvSpPr>
            <a:spLocks noGrp="1"/>
          </p:cNvSpPr>
          <p:nvPr/>
        </p:nvSpPr>
        <p:spPr>
          <a:xfrm>
            <a:off x="8334375" y="1800225"/>
            <a:ext cx="342900" cy="1095375"/>
          </a:xfrm>
          <a:prstGeom prst="rect">
            <a:avLst/>
          </a:prstGeom>
          <a:gradFill>
            <a:gsLst>
              <a:gs pos="0">
                <a:srgbClr val="CABBD5"/>
              </a:gs>
              <a:gs pos="100000">
                <a:srgbClr val="E1D4E3"/>
              </a:gs>
            </a:gsLst>
            <a:lin ang="0"/>
          </a:gradFill>
          <a:ln w="1428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4" name="564_textbox">
            <a:extLst>
              <a:ext uri="{FF2B5EF4-FFF2-40B4-BE49-F238E27FC236}">
                <a16:creationId xmlns:a16="http://schemas.microsoft.com/office/drawing/2014/main" id="{EE253E1B-E211-4360-B1C0-510D61069855}"/>
              </a:ext>
            </a:extLst>
          </p:cNvPr>
          <p:cNvSpPr>
            <a:spLocks noGrp="1"/>
          </p:cNvSpPr>
          <p:nvPr/>
        </p:nvSpPr>
        <p:spPr>
          <a:xfrm rot="16200000">
            <a:off x="8048625" y="2143125"/>
            <a:ext cx="89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Proposal</a:t>
            </a:r>
          </a:p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router</a:t>
            </a:r>
          </a:p>
        </p:txBody>
      </p:sp>
      <p:sp>
        <p:nvSpPr>
          <p:cNvPr id="565" name="565_path">
            <a:extLst>
              <a:ext uri="{FF2B5EF4-FFF2-40B4-BE49-F238E27FC236}">
                <a16:creationId xmlns:a16="http://schemas.microsoft.com/office/drawing/2014/main" id="{9F3FF117-6FCB-4066-9C83-5A01A03A9785}"/>
              </a:ext>
            </a:extLst>
          </p:cNvPr>
          <p:cNvSpPr>
            <a:spLocks noGrp="1"/>
          </p:cNvSpPr>
          <p:nvPr/>
        </p:nvSpPr>
        <p:spPr>
          <a:xfrm>
            <a:off x="8705850" y="2352675"/>
            <a:ext cx="723900" cy="885825"/>
          </a:xfrm>
          <a:custGeom>
            <a:avLst/>
            <a:gdLst/>
            <a:ahLst/>
            <a:cxnLst/>
            <a:rect l="0" t="0" r="0" b="0"/>
            <a:pathLst>
              <a:path w="723900" h="885825">
                <a:moveTo>
                  <a:pt x="0" y="0"/>
                </a:moveTo>
                <a:lnTo>
                  <a:pt x="295275" y="0"/>
                </a:lnTo>
                <a:lnTo>
                  <a:pt x="295275" y="885825"/>
                </a:lnTo>
                <a:lnTo>
                  <a:pt x="723900" y="885825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6" name="566_path">
            <a:extLst>
              <a:ext uri="{FF2B5EF4-FFF2-40B4-BE49-F238E27FC236}">
                <a16:creationId xmlns:a16="http://schemas.microsoft.com/office/drawing/2014/main" id="{DDD22584-15F3-4073-8941-E47649F52D2A}"/>
              </a:ext>
            </a:extLst>
          </p:cNvPr>
          <p:cNvSpPr>
            <a:spLocks noGrp="1"/>
          </p:cNvSpPr>
          <p:nvPr/>
        </p:nvSpPr>
        <p:spPr>
          <a:xfrm>
            <a:off x="9383485" y="3206496"/>
            <a:ext cx="66675" cy="64008"/>
          </a:xfrm>
          <a:custGeom>
            <a:avLst/>
            <a:gdLst/>
            <a:ahLst/>
            <a:cxnLst/>
            <a:rect l="0" t="0" r="0" b="0"/>
            <a:pathLst>
              <a:path w="66675" h="64008">
                <a:moveTo>
                  <a:pt x="66675" y="32004"/>
                </a:move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7" name="symbol_566::567_textbox">
            <a:extLst>
              <a:ext uri="{FF2B5EF4-FFF2-40B4-BE49-F238E27FC236}">
                <a16:creationId xmlns:a16="http://schemas.microsoft.com/office/drawing/2014/main" id="{BE1343F6-C455-4888-89C2-6BA271EFF0BB}"/>
              </a:ext>
            </a:extLst>
          </p:cNvPr>
          <p:cNvSpPr>
            <a:spLocks noGrp="1"/>
          </p:cNvSpPr>
          <p:nvPr/>
        </p:nvSpPr>
        <p:spPr>
          <a:xfrm>
            <a:off x="8715375" y="2667000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568" name="symbol_566::568_textbox">
            <a:extLst>
              <a:ext uri="{FF2B5EF4-FFF2-40B4-BE49-F238E27FC236}">
                <a16:creationId xmlns:a16="http://schemas.microsoft.com/office/drawing/2014/main" id="{027EFD83-7C33-44F4-BB64-3F78F51DF34F}"/>
              </a:ext>
            </a:extLst>
          </p:cNvPr>
          <p:cNvSpPr>
            <a:spLocks noGrp="1"/>
          </p:cNvSpPr>
          <p:nvPr/>
        </p:nvSpPr>
        <p:spPr>
          <a:xfrm>
            <a:off x="8801100" y="2747582"/>
            <a:ext cx="257175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raw</a:t>
            </a:r>
          </a:p>
        </p:txBody>
      </p:sp>
      <p:sp>
        <p:nvSpPr>
          <p:cNvPr id="569" name="569_textbox">
            <a:extLst>
              <a:ext uri="{FF2B5EF4-FFF2-40B4-BE49-F238E27FC236}">
                <a16:creationId xmlns:a16="http://schemas.microsoft.com/office/drawing/2014/main" id="{D76F728D-B05F-4D4D-824E-47D723FEEE3D}"/>
              </a:ext>
            </a:extLst>
          </p:cNvPr>
          <p:cNvSpPr>
            <a:spLocks noGrp="1"/>
          </p:cNvSpPr>
          <p:nvPr/>
        </p:nvSpPr>
        <p:spPr>
          <a:xfrm>
            <a:off x="5915025" y="320040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>
                <a:solidFill>
                  <a:srgbClr val="385B79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ctr">
              <a:buNone/>
              <a:defRPr sz="1050" b="0" i="0">
                <a:solidFill>
                  <a:srgbClr val="385B79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385B79"/>
                </a:solidFill>
                <a:latin typeface="Nimbus Sans Narrow"/>
                <a:ea typeface="Nimbus Sans Narrow"/>
                <a:cs typeface="Nimbus Sans Narrow"/>
              </a:rPr>
              <a:t>Fold-learned target–source relation</a:t>
            </a:r>
          </a:p>
        </p:txBody>
      </p:sp>
      <p:sp>
        <p:nvSpPr>
          <p:cNvPr id="570" name="570_rect">
            <a:extLst>
              <a:ext uri="{FF2B5EF4-FFF2-40B4-BE49-F238E27FC236}">
                <a16:creationId xmlns:a16="http://schemas.microsoft.com/office/drawing/2014/main" id="{C5E76B70-4833-4F17-A2A3-A3578BFC3E34}"/>
              </a:ext>
            </a:extLst>
          </p:cNvPr>
          <p:cNvSpPr>
            <a:spLocks noGrp="1"/>
          </p:cNvSpPr>
          <p:nvPr/>
        </p:nvSpPr>
        <p:spPr>
          <a:xfrm>
            <a:off x="9382125" y="1190625"/>
            <a:ext cx="1790700" cy="1657350"/>
          </a:xfrm>
          <a:prstGeom prst="rect">
            <a:avLst/>
          </a:prstGeom>
          <a:noFill/>
          <a:ln w="9525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71" name="571_textbox">
            <a:extLst>
              <a:ext uri="{FF2B5EF4-FFF2-40B4-BE49-F238E27FC236}">
                <a16:creationId xmlns:a16="http://schemas.microsoft.com/office/drawing/2014/main" id="{082A62B0-8D57-428A-A1A8-145E6450A563}"/>
              </a:ext>
            </a:extLst>
          </p:cNvPr>
          <p:cNvSpPr>
            <a:spLocks noGrp="1"/>
          </p:cNvSpPr>
          <p:nvPr/>
        </p:nvSpPr>
        <p:spPr>
          <a:xfrm>
            <a:off x="9463767" y="1019177"/>
            <a:ext cx="1743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Cross-fitted training evidence</a:t>
            </a:r>
          </a:p>
        </p:txBody>
      </p:sp>
      <p:sp>
        <p:nvSpPr>
          <p:cNvPr id="572" name="572_roundRect">
            <a:extLst>
              <a:ext uri="{FF2B5EF4-FFF2-40B4-BE49-F238E27FC236}">
                <a16:creationId xmlns:a16="http://schemas.microsoft.com/office/drawing/2014/main" id="{EB7873A4-0167-420C-AAC2-C3CAD204D766}"/>
              </a:ext>
            </a:extLst>
          </p:cNvPr>
          <p:cNvSpPr>
            <a:spLocks noGrp="1"/>
          </p:cNvSpPr>
          <p:nvPr/>
        </p:nvSpPr>
        <p:spPr>
          <a:xfrm>
            <a:off x="9696450" y="1343025"/>
            <a:ext cx="1400175" cy="419100"/>
          </a:xfrm>
          <a:prstGeom prst="roundRect">
            <a:avLst>
              <a:gd name="adj" fmla="val 6818"/>
            </a:avLst>
          </a:prstGeom>
          <a:solidFill>
            <a:srgbClr val="FCFEFF"/>
          </a:solidFill>
          <a:ln w="7620">
            <a:solidFill>
              <a:srgbClr val="63A7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3" name="573_textbox">
            <a:extLst>
              <a:ext uri="{FF2B5EF4-FFF2-40B4-BE49-F238E27FC236}">
                <a16:creationId xmlns:a16="http://schemas.microsoft.com/office/drawing/2014/main" id="{13CF6E88-C15F-45AA-BFC2-40270EAB3381}"/>
              </a:ext>
            </a:extLst>
          </p:cNvPr>
          <p:cNvSpPr>
            <a:spLocks noGrp="1"/>
          </p:cNvSpPr>
          <p:nvPr/>
        </p:nvSpPr>
        <p:spPr>
          <a:xfrm>
            <a:off x="9744075" y="1362075"/>
            <a:ext cx="13049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Residual scale α</a:t>
            </a:r>
          </a:p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∈ {0, .25, .5, .75, 1}</a:t>
            </a:r>
          </a:p>
        </p:txBody>
      </p:sp>
      <p:sp>
        <p:nvSpPr>
          <p:cNvPr id="574" name="lock_573::574_ellipse">
            <a:extLst>
              <a:ext uri="{FF2B5EF4-FFF2-40B4-BE49-F238E27FC236}">
                <a16:creationId xmlns:a16="http://schemas.microsoft.com/office/drawing/2014/main" id="{1A90374A-9730-42DE-BF36-074824249728}"/>
              </a:ext>
            </a:extLst>
          </p:cNvPr>
          <p:cNvSpPr>
            <a:spLocks noGrp="1"/>
          </p:cNvSpPr>
          <p:nvPr/>
        </p:nvSpPr>
        <p:spPr>
          <a:xfrm>
            <a:off x="9495015" y="1447800"/>
            <a:ext cx="81496" cy="153352"/>
          </a:xfrm>
          <a:prstGeom prst="ellipse">
            <a:avLst/>
          </a:prstGeom>
          <a:noFill/>
          <a:ln w="26289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5" name="lock_573::575_roundRect">
            <a:extLst>
              <a:ext uri="{FF2B5EF4-FFF2-40B4-BE49-F238E27FC236}">
                <a16:creationId xmlns:a16="http://schemas.microsoft.com/office/drawing/2014/main" id="{A758701C-E55C-46BF-BF88-0474E3DE2FD7}"/>
              </a:ext>
            </a:extLst>
          </p:cNvPr>
          <p:cNvSpPr>
            <a:spLocks noGrp="1"/>
          </p:cNvSpPr>
          <p:nvPr/>
        </p:nvSpPr>
        <p:spPr>
          <a:xfrm>
            <a:off x="9467850" y="1535430"/>
            <a:ext cx="135827" cy="131445"/>
          </a:xfrm>
          <a:prstGeom prst="roundRect">
            <a:avLst>
              <a:gd name="adj" fmla="val 10145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6" name="lock_573::576_ellipse">
            <a:extLst>
              <a:ext uri="{FF2B5EF4-FFF2-40B4-BE49-F238E27FC236}">
                <a16:creationId xmlns:a16="http://schemas.microsoft.com/office/drawing/2014/main" id="{8A77A7D5-5E0F-4D8A-A78E-9023C45ED962}"/>
              </a:ext>
            </a:extLst>
          </p:cNvPr>
          <p:cNvSpPr>
            <a:spLocks noGrp="1"/>
          </p:cNvSpPr>
          <p:nvPr/>
        </p:nvSpPr>
        <p:spPr>
          <a:xfrm>
            <a:off x="9522181" y="1572673"/>
            <a:ext cx="27165" cy="35052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7" name="lock_573::577_rect">
            <a:extLst>
              <a:ext uri="{FF2B5EF4-FFF2-40B4-BE49-F238E27FC236}">
                <a16:creationId xmlns:a16="http://schemas.microsoft.com/office/drawing/2014/main" id="{AF49AB1E-0EC1-4D88-9F40-074E4DF2D0DE}"/>
              </a:ext>
            </a:extLst>
          </p:cNvPr>
          <p:cNvSpPr>
            <a:spLocks noGrp="1"/>
          </p:cNvSpPr>
          <p:nvPr/>
        </p:nvSpPr>
        <p:spPr>
          <a:xfrm>
            <a:off x="9529651" y="1596771"/>
            <a:ext cx="12224" cy="37243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8" name="578_path">
            <a:extLst>
              <a:ext uri="{FF2B5EF4-FFF2-40B4-BE49-F238E27FC236}">
                <a16:creationId xmlns:a16="http://schemas.microsoft.com/office/drawing/2014/main" id="{B00603C4-68FB-4BFD-8B54-1470A92A0AC2}"/>
              </a:ext>
            </a:extLst>
          </p:cNvPr>
          <p:cNvSpPr>
            <a:spLocks noGrp="1"/>
          </p:cNvSpPr>
          <p:nvPr/>
        </p:nvSpPr>
        <p:spPr>
          <a:xfrm>
            <a:off x="11096625" y="1581150"/>
            <a:ext cx="209550" cy="95"/>
          </a:xfrm>
          <a:custGeom>
            <a:avLst/>
            <a:gdLst/>
            <a:ahLst/>
            <a:cxnLst/>
            <a:rect l="0" t="0" r="0" b="0"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143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9" name="579_roundRect">
            <a:extLst>
              <a:ext uri="{FF2B5EF4-FFF2-40B4-BE49-F238E27FC236}">
                <a16:creationId xmlns:a16="http://schemas.microsoft.com/office/drawing/2014/main" id="{24CD8D47-C5A2-49FC-9DE7-456DBD4B1D64}"/>
              </a:ext>
            </a:extLst>
          </p:cNvPr>
          <p:cNvSpPr>
            <a:spLocks noGrp="1"/>
          </p:cNvSpPr>
          <p:nvPr/>
        </p:nvSpPr>
        <p:spPr>
          <a:xfrm>
            <a:off x="9696450" y="1838325"/>
            <a:ext cx="1400175" cy="419100"/>
          </a:xfrm>
          <a:prstGeom prst="roundRect">
            <a:avLst>
              <a:gd name="adj" fmla="val 6818"/>
            </a:avLst>
          </a:prstGeom>
          <a:solidFill>
            <a:srgbClr val="FCFEFF"/>
          </a:solidFill>
          <a:ln w="7620">
            <a:solidFill>
              <a:srgbClr val="63A7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0" name="580_textbox">
            <a:extLst>
              <a:ext uri="{FF2B5EF4-FFF2-40B4-BE49-F238E27FC236}">
                <a16:creationId xmlns:a16="http://schemas.microsoft.com/office/drawing/2014/main" id="{6845B15E-BF06-4D00-8343-7887AF09FD9C}"/>
              </a:ext>
            </a:extLst>
          </p:cNvPr>
          <p:cNvSpPr>
            <a:spLocks noGrp="1"/>
          </p:cNvSpPr>
          <p:nvPr/>
        </p:nvSpPr>
        <p:spPr>
          <a:xfrm>
            <a:off x="9744075" y="1857375"/>
            <a:ext cx="13049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Task certificate</a:t>
            </a:r>
          </a:p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bootstrap ×400</a:t>
            </a:r>
          </a:p>
        </p:txBody>
      </p:sp>
      <p:sp>
        <p:nvSpPr>
          <p:cNvPr id="581" name="lock_580::581_ellipse">
            <a:extLst>
              <a:ext uri="{FF2B5EF4-FFF2-40B4-BE49-F238E27FC236}">
                <a16:creationId xmlns:a16="http://schemas.microsoft.com/office/drawing/2014/main" id="{BE7E44C6-8D74-4157-BD5F-318FD690D03A}"/>
              </a:ext>
            </a:extLst>
          </p:cNvPr>
          <p:cNvSpPr>
            <a:spLocks noGrp="1"/>
          </p:cNvSpPr>
          <p:nvPr/>
        </p:nvSpPr>
        <p:spPr>
          <a:xfrm>
            <a:off x="9495015" y="1943100"/>
            <a:ext cx="81496" cy="153352"/>
          </a:xfrm>
          <a:prstGeom prst="ellipse">
            <a:avLst/>
          </a:prstGeom>
          <a:noFill/>
          <a:ln w="26289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2" name="lock_580::582_roundRect">
            <a:extLst>
              <a:ext uri="{FF2B5EF4-FFF2-40B4-BE49-F238E27FC236}">
                <a16:creationId xmlns:a16="http://schemas.microsoft.com/office/drawing/2014/main" id="{2B23DCEA-6857-4890-9C33-BC10B6796F02}"/>
              </a:ext>
            </a:extLst>
          </p:cNvPr>
          <p:cNvSpPr>
            <a:spLocks noGrp="1"/>
          </p:cNvSpPr>
          <p:nvPr/>
        </p:nvSpPr>
        <p:spPr>
          <a:xfrm>
            <a:off x="9467850" y="2030730"/>
            <a:ext cx="135827" cy="131445"/>
          </a:xfrm>
          <a:prstGeom prst="roundRect">
            <a:avLst>
              <a:gd name="adj" fmla="val 10145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3" name="lock_580::583_ellipse">
            <a:extLst>
              <a:ext uri="{FF2B5EF4-FFF2-40B4-BE49-F238E27FC236}">
                <a16:creationId xmlns:a16="http://schemas.microsoft.com/office/drawing/2014/main" id="{7DBE889D-ADBC-499C-99C6-E5C29DF17200}"/>
              </a:ext>
            </a:extLst>
          </p:cNvPr>
          <p:cNvSpPr>
            <a:spLocks noGrp="1"/>
          </p:cNvSpPr>
          <p:nvPr/>
        </p:nvSpPr>
        <p:spPr>
          <a:xfrm>
            <a:off x="9522181" y="2067973"/>
            <a:ext cx="27165" cy="35052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4" name="lock_580::584_rect">
            <a:extLst>
              <a:ext uri="{FF2B5EF4-FFF2-40B4-BE49-F238E27FC236}">
                <a16:creationId xmlns:a16="http://schemas.microsoft.com/office/drawing/2014/main" id="{43AFBF73-1490-416F-B096-C2E1D80640D1}"/>
              </a:ext>
            </a:extLst>
          </p:cNvPr>
          <p:cNvSpPr>
            <a:spLocks noGrp="1"/>
          </p:cNvSpPr>
          <p:nvPr/>
        </p:nvSpPr>
        <p:spPr>
          <a:xfrm>
            <a:off x="9529651" y="2092071"/>
            <a:ext cx="12224" cy="37243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5" name="585_path">
            <a:extLst>
              <a:ext uri="{FF2B5EF4-FFF2-40B4-BE49-F238E27FC236}">
                <a16:creationId xmlns:a16="http://schemas.microsoft.com/office/drawing/2014/main" id="{EDE879A8-FCE6-499C-A782-F1395624945F}"/>
              </a:ext>
            </a:extLst>
          </p:cNvPr>
          <p:cNvSpPr>
            <a:spLocks noGrp="1"/>
          </p:cNvSpPr>
          <p:nvPr/>
        </p:nvSpPr>
        <p:spPr>
          <a:xfrm>
            <a:off x="11096625" y="2076450"/>
            <a:ext cx="209550" cy="95"/>
          </a:xfrm>
          <a:custGeom>
            <a:avLst/>
            <a:gdLst/>
            <a:ahLst/>
            <a:cxnLst/>
            <a:rect l="0" t="0" r="0" b="0"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143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6" name="586_roundRect">
            <a:extLst>
              <a:ext uri="{FF2B5EF4-FFF2-40B4-BE49-F238E27FC236}">
                <a16:creationId xmlns:a16="http://schemas.microsoft.com/office/drawing/2014/main" id="{E53C151A-2268-49BA-9856-6654FE7664D3}"/>
              </a:ext>
            </a:extLst>
          </p:cNvPr>
          <p:cNvSpPr>
            <a:spLocks noGrp="1"/>
          </p:cNvSpPr>
          <p:nvPr/>
        </p:nvSpPr>
        <p:spPr>
          <a:xfrm>
            <a:off x="9696450" y="2324100"/>
            <a:ext cx="1400175" cy="419100"/>
          </a:xfrm>
          <a:prstGeom prst="roundRect">
            <a:avLst>
              <a:gd name="adj" fmla="val 6818"/>
            </a:avLst>
          </a:prstGeom>
          <a:solidFill>
            <a:srgbClr val="FCFEFF"/>
          </a:solidFill>
          <a:ln w="7620">
            <a:solidFill>
              <a:srgbClr val="63A7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7" name="587_textbox">
            <a:extLst>
              <a:ext uri="{FF2B5EF4-FFF2-40B4-BE49-F238E27FC236}">
                <a16:creationId xmlns:a16="http://schemas.microsoft.com/office/drawing/2014/main" id="{F25B9749-89B0-4B4A-A502-6CE1085A6E46}"/>
              </a:ext>
            </a:extLst>
          </p:cNvPr>
          <p:cNvSpPr>
            <a:spLocks noGrp="1"/>
          </p:cNvSpPr>
          <p:nvPr/>
        </p:nvSpPr>
        <p:spPr>
          <a:xfrm>
            <a:off x="9744075" y="2343150"/>
            <a:ext cx="13049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Sample gate gₜ(x)</a:t>
            </a:r>
          </a:p>
          <a:p>
            <a:pPr algn="l">
              <a:buNone/>
              <a:def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(26D, regression only)</a:t>
            </a:r>
          </a:p>
        </p:txBody>
      </p:sp>
      <p:sp>
        <p:nvSpPr>
          <p:cNvPr id="588" name="lock_587::588_ellipse">
            <a:extLst>
              <a:ext uri="{FF2B5EF4-FFF2-40B4-BE49-F238E27FC236}">
                <a16:creationId xmlns:a16="http://schemas.microsoft.com/office/drawing/2014/main" id="{4A1C6270-8091-4AD9-ADB9-8A1D9F4BD6A9}"/>
              </a:ext>
            </a:extLst>
          </p:cNvPr>
          <p:cNvSpPr>
            <a:spLocks noGrp="1"/>
          </p:cNvSpPr>
          <p:nvPr/>
        </p:nvSpPr>
        <p:spPr>
          <a:xfrm>
            <a:off x="9495015" y="2428875"/>
            <a:ext cx="81496" cy="153352"/>
          </a:xfrm>
          <a:prstGeom prst="ellipse">
            <a:avLst/>
          </a:prstGeom>
          <a:noFill/>
          <a:ln w="26289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9" name="lock_587::589_roundRect">
            <a:extLst>
              <a:ext uri="{FF2B5EF4-FFF2-40B4-BE49-F238E27FC236}">
                <a16:creationId xmlns:a16="http://schemas.microsoft.com/office/drawing/2014/main" id="{250887C7-62A5-493F-8C52-E89ABDA0B488}"/>
              </a:ext>
            </a:extLst>
          </p:cNvPr>
          <p:cNvSpPr>
            <a:spLocks noGrp="1"/>
          </p:cNvSpPr>
          <p:nvPr/>
        </p:nvSpPr>
        <p:spPr>
          <a:xfrm>
            <a:off x="9467850" y="2516505"/>
            <a:ext cx="135827" cy="131445"/>
          </a:xfrm>
          <a:prstGeom prst="roundRect">
            <a:avLst>
              <a:gd name="adj" fmla="val 10145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0" name="lock_587::590_ellipse">
            <a:extLst>
              <a:ext uri="{FF2B5EF4-FFF2-40B4-BE49-F238E27FC236}">
                <a16:creationId xmlns:a16="http://schemas.microsoft.com/office/drawing/2014/main" id="{A9B789E7-8A3B-427D-924F-AB9B34137DAE}"/>
              </a:ext>
            </a:extLst>
          </p:cNvPr>
          <p:cNvSpPr>
            <a:spLocks noGrp="1"/>
          </p:cNvSpPr>
          <p:nvPr/>
        </p:nvSpPr>
        <p:spPr>
          <a:xfrm>
            <a:off x="9522181" y="2553748"/>
            <a:ext cx="27165" cy="35052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1" name="lock_587::591_rect">
            <a:extLst>
              <a:ext uri="{FF2B5EF4-FFF2-40B4-BE49-F238E27FC236}">
                <a16:creationId xmlns:a16="http://schemas.microsoft.com/office/drawing/2014/main" id="{B059F21C-A29D-4E4F-9AE7-603D99FF81EB}"/>
              </a:ext>
            </a:extLst>
          </p:cNvPr>
          <p:cNvSpPr>
            <a:spLocks noGrp="1"/>
          </p:cNvSpPr>
          <p:nvPr/>
        </p:nvSpPr>
        <p:spPr>
          <a:xfrm>
            <a:off x="9529651" y="2577846"/>
            <a:ext cx="12224" cy="37243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2" name="592_path">
            <a:extLst>
              <a:ext uri="{FF2B5EF4-FFF2-40B4-BE49-F238E27FC236}">
                <a16:creationId xmlns:a16="http://schemas.microsoft.com/office/drawing/2014/main" id="{C135BB0A-1443-41E7-8C3D-C1C4A4B5C4CF}"/>
              </a:ext>
            </a:extLst>
          </p:cNvPr>
          <p:cNvSpPr>
            <a:spLocks noGrp="1"/>
          </p:cNvSpPr>
          <p:nvPr/>
        </p:nvSpPr>
        <p:spPr>
          <a:xfrm>
            <a:off x="11096625" y="2562225"/>
            <a:ext cx="209550" cy="95"/>
          </a:xfrm>
          <a:custGeom>
            <a:avLst/>
            <a:gdLst/>
            <a:ahLst/>
            <a:cxnLst/>
            <a:rect l="0" t="0" r="0" b="0"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143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3" name="593_path">
            <a:extLst>
              <a:ext uri="{FF2B5EF4-FFF2-40B4-BE49-F238E27FC236}">
                <a16:creationId xmlns:a16="http://schemas.microsoft.com/office/drawing/2014/main" id="{9FB652C2-AC38-4A6A-92AF-5C195381BA69}"/>
              </a:ext>
            </a:extLst>
          </p:cNvPr>
          <p:cNvSpPr>
            <a:spLocks noGrp="1"/>
          </p:cNvSpPr>
          <p:nvPr/>
        </p:nvSpPr>
        <p:spPr>
          <a:xfrm flipH="1">
            <a:off x="11260455" y="1581150"/>
            <a:ext cx="45719" cy="1323339"/>
          </a:xfrm>
          <a:custGeom>
            <a:avLst/>
            <a:gdLst/>
            <a:ahLst/>
            <a:cxnLst/>
            <a:rect l="0" t="0" r="0" b="0"/>
            <a:pathLst>
              <a:path w="95" h="1343025">
                <a:moveTo>
                  <a:pt x="0" y="0"/>
                </a:moveTo>
                <a:lnTo>
                  <a:pt x="0" y="1343025"/>
                </a:lnTo>
              </a:path>
            </a:pathLst>
          </a:custGeom>
          <a:noFill/>
          <a:ln w="1143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6" name="596_roundRect">
            <a:extLst>
              <a:ext uri="{FF2B5EF4-FFF2-40B4-BE49-F238E27FC236}">
                <a16:creationId xmlns:a16="http://schemas.microsoft.com/office/drawing/2014/main" id="{F8A3EFF1-AC26-4163-AA2D-98A29E90F289}"/>
              </a:ext>
            </a:extLst>
          </p:cNvPr>
          <p:cNvSpPr>
            <a:spLocks noGrp="1"/>
          </p:cNvSpPr>
          <p:nvPr/>
        </p:nvSpPr>
        <p:spPr>
          <a:xfrm>
            <a:off x="9458325" y="3028950"/>
            <a:ext cx="1962150" cy="4286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7" name="597_textbox">
            <a:extLst>
              <a:ext uri="{FF2B5EF4-FFF2-40B4-BE49-F238E27FC236}">
                <a16:creationId xmlns:a16="http://schemas.microsoft.com/office/drawing/2014/main" id="{5F031CFF-9D27-4267-89CE-8D0CE88CAA21}"/>
              </a:ext>
            </a:extLst>
          </p:cNvPr>
          <p:cNvSpPr>
            <a:spLocks noGrp="1"/>
          </p:cNvSpPr>
          <p:nvPr/>
        </p:nvSpPr>
        <p:spPr>
          <a:xfrm>
            <a:off x="9563100" y="3038475"/>
            <a:ext cx="10668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Gated correction</a:t>
            </a:r>
          </a:p>
        </p:txBody>
      </p:sp>
      <p:sp>
        <p:nvSpPr>
          <p:cNvPr id="598" name="symbol_597::598_textbox">
            <a:extLst>
              <a:ext uri="{FF2B5EF4-FFF2-40B4-BE49-F238E27FC236}">
                <a16:creationId xmlns:a16="http://schemas.microsoft.com/office/drawing/2014/main" id="{EA1C4BE4-BC27-47D7-9383-9D17522A1437}"/>
              </a:ext>
            </a:extLst>
          </p:cNvPr>
          <p:cNvSpPr>
            <a:spLocks noGrp="1"/>
          </p:cNvSpPr>
          <p:nvPr/>
        </p:nvSpPr>
        <p:spPr>
          <a:xfrm>
            <a:off x="10696575" y="30194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Δŷ</a:t>
            </a:r>
          </a:p>
        </p:txBody>
      </p:sp>
      <p:sp>
        <p:nvSpPr>
          <p:cNvPr id="599" name="symbol_597::599_textbox">
            <a:extLst>
              <a:ext uri="{FF2B5EF4-FFF2-40B4-BE49-F238E27FC236}">
                <a16:creationId xmlns:a16="http://schemas.microsoft.com/office/drawing/2014/main" id="{D924E628-533E-4AF5-94F4-9726037F9DF6}"/>
              </a:ext>
            </a:extLst>
          </p:cNvPr>
          <p:cNvSpPr>
            <a:spLocks noGrp="1"/>
          </p:cNvSpPr>
          <p:nvPr/>
        </p:nvSpPr>
        <p:spPr>
          <a:xfrm>
            <a:off x="10887075" y="3095530"/>
            <a:ext cx="190500" cy="1133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9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29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600" name="symbol_599::600_textbox">
            <a:extLst>
              <a:ext uri="{FF2B5EF4-FFF2-40B4-BE49-F238E27FC236}">
                <a16:creationId xmlns:a16="http://schemas.microsoft.com/office/drawing/2014/main" id="{EBF4520B-D5D7-47B1-8F58-4B73DB4FD6C7}"/>
              </a:ext>
            </a:extLst>
          </p:cNvPr>
          <p:cNvSpPr>
            <a:spLocks noGrp="1"/>
          </p:cNvSpPr>
          <p:nvPr/>
        </p:nvSpPr>
        <p:spPr>
          <a:xfrm>
            <a:off x="9667875" y="3209925"/>
            <a:ext cx="133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601" name="symbol_599::601_textbox">
            <a:extLst>
              <a:ext uri="{FF2B5EF4-FFF2-40B4-BE49-F238E27FC236}">
                <a16:creationId xmlns:a16="http://schemas.microsoft.com/office/drawing/2014/main" id="{10B6E653-6C08-45AC-BEA0-D948DE04ECAF}"/>
              </a:ext>
            </a:extLst>
          </p:cNvPr>
          <p:cNvSpPr>
            <a:spLocks noGrp="1"/>
          </p:cNvSpPr>
          <p:nvPr/>
        </p:nvSpPr>
        <p:spPr>
          <a:xfrm>
            <a:off x="9763125" y="3281553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602" name="symbol_601::602_textbox">
            <a:extLst>
              <a:ext uri="{FF2B5EF4-FFF2-40B4-BE49-F238E27FC236}">
                <a16:creationId xmlns:a16="http://schemas.microsoft.com/office/drawing/2014/main" id="{AE15458F-2253-414C-993E-427FCE296764}"/>
              </a:ext>
            </a:extLst>
          </p:cNvPr>
          <p:cNvSpPr>
            <a:spLocks noGrp="1"/>
          </p:cNvSpPr>
          <p:nvPr/>
        </p:nvSpPr>
        <p:spPr>
          <a:xfrm>
            <a:off x="9877425" y="3209925"/>
            <a:ext cx="1238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g</a:t>
            </a:r>
          </a:p>
        </p:txBody>
      </p:sp>
      <p:sp>
        <p:nvSpPr>
          <p:cNvPr id="603" name="symbol_601::603_textbox">
            <a:extLst>
              <a:ext uri="{FF2B5EF4-FFF2-40B4-BE49-F238E27FC236}">
                <a16:creationId xmlns:a16="http://schemas.microsoft.com/office/drawing/2014/main" id="{4B54D157-1C19-4F99-877C-144ACE87086B}"/>
              </a:ext>
            </a:extLst>
          </p:cNvPr>
          <p:cNvSpPr>
            <a:spLocks noGrp="1"/>
          </p:cNvSpPr>
          <p:nvPr/>
        </p:nvSpPr>
        <p:spPr>
          <a:xfrm>
            <a:off x="9963150" y="3281553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604" name="604_textbox">
            <a:extLst>
              <a:ext uri="{FF2B5EF4-FFF2-40B4-BE49-F238E27FC236}">
                <a16:creationId xmlns:a16="http://schemas.microsoft.com/office/drawing/2014/main" id="{ECA45F8C-F018-46F3-9109-425DDB77F4A4}"/>
              </a:ext>
            </a:extLst>
          </p:cNvPr>
          <p:cNvSpPr>
            <a:spLocks noGrp="1"/>
          </p:cNvSpPr>
          <p:nvPr/>
        </p:nvSpPr>
        <p:spPr>
          <a:xfrm>
            <a:off x="10029825" y="3228975"/>
            <a:ext cx="1809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(x)</a:t>
            </a:r>
          </a:p>
        </p:txBody>
      </p:sp>
      <p:sp>
        <p:nvSpPr>
          <p:cNvPr id="605" name="symbol_604::605_textbox">
            <a:extLst>
              <a:ext uri="{FF2B5EF4-FFF2-40B4-BE49-F238E27FC236}">
                <a16:creationId xmlns:a16="http://schemas.microsoft.com/office/drawing/2014/main" id="{29BBBB75-EEDD-4E5A-A4CF-6C15B4D078A0}"/>
              </a:ext>
            </a:extLst>
          </p:cNvPr>
          <p:cNvSpPr>
            <a:spLocks noGrp="1"/>
          </p:cNvSpPr>
          <p:nvPr/>
        </p:nvSpPr>
        <p:spPr>
          <a:xfrm>
            <a:off x="10239375" y="3209925"/>
            <a:ext cx="142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α</a:t>
            </a:r>
          </a:p>
        </p:txBody>
      </p:sp>
      <p:sp>
        <p:nvSpPr>
          <p:cNvPr id="606" name="symbol_604::606_textbox">
            <a:extLst>
              <a:ext uri="{FF2B5EF4-FFF2-40B4-BE49-F238E27FC236}">
                <a16:creationId xmlns:a16="http://schemas.microsoft.com/office/drawing/2014/main" id="{6782C67E-8ADF-4D23-A3B0-7BC5B538E943}"/>
              </a:ext>
            </a:extLst>
          </p:cNvPr>
          <p:cNvSpPr>
            <a:spLocks noGrp="1"/>
          </p:cNvSpPr>
          <p:nvPr/>
        </p:nvSpPr>
        <p:spPr>
          <a:xfrm>
            <a:off x="10344150" y="3281553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607" name="607_textbox">
            <a:extLst>
              <a:ext uri="{FF2B5EF4-FFF2-40B4-BE49-F238E27FC236}">
                <a16:creationId xmlns:a16="http://schemas.microsoft.com/office/drawing/2014/main" id="{540A4B30-4563-4BC6-8923-42CCCA5F0410}"/>
              </a:ext>
            </a:extLst>
          </p:cNvPr>
          <p:cNvSpPr>
            <a:spLocks noGrp="1"/>
          </p:cNvSpPr>
          <p:nvPr/>
        </p:nvSpPr>
        <p:spPr>
          <a:xfrm>
            <a:off x="10429875" y="3228975"/>
            <a:ext cx="857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(</a:t>
            </a:r>
          </a:p>
        </p:txBody>
      </p:sp>
      <p:sp>
        <p:nvSpPr>
          <p:cNvPr id="608" name="symbol_607::608_textbox">
            <a:extLst>
              <a:ext uri="{FF2B5EF4-FFF2-40B4-BE49-F238E27FC236}">
                <a16:creationId xmlns:a16="http://schemas.microsoft.com/office/drawing/2014/main" id="{0CA0399A-1F5B-47FD-9AA8-2C17E65F4800}"/>
              </a:ext>
            </a:extLst>
          </p:cNvPr>
          <p:cNvSpPr>
            <a:spLocks noGrp="1"/>
          </p:cNvSpPr>
          <p:nvPr/>
        </p:nvSpPr>
        <p:spPr>
          <a:xfrm>
            <a:off x="10515600" y="3209925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609" name="symbol_607::609_textbox">
            <a:extLst>
              <a:ext uri="{FF2B5EF4-FFF2-40B4-BE49-F238E27FC236}">
                <a16:creationId xmlns:a16="http://schemas.microsoft.com/office/drawing/2014/main" id="{01FC2773-8709-429C-8A37-05B87F0D0D19}"/>
              </a:ext>
            </a:extLst>
          </p:cNvPr>
          <p:cNvSpPr>
            <a:spLocks noGrp="1"/>
          </p:cNvSpPr>
          <p:nvPr/>
        </p:nvSpPr>
        <p:spPr>
          <a:xfrm>
            <a:off x="10591800" y="3281553"/>
            <a:ext cx="257175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raw</a:t>
            </a:r>
          </a:p>
        </p:txBody>
      </p:sp>
      <p:sp>
        <p:nvSpPr>
          <p:cNvPr id="610" name="610_textbox">
            <a:extLst>
              <a:ext uri="{FF2B5EF4-FFF2-40B4-BE49-F238E27FC236}">
                <a16:creationId xmlns:a16="http://schemas.microsoft.com/office/drawing/2014/main" id="{9FB1D407-4094-4B45-AFFD-C3FEA2D767B1}"/>
              </a:ext>
            </a:extLst>
          </p:cNvPr>
          <p:cNvSpPr>
            <a:spLocks noGrp="1"/>
          </p:cNvSpPr>
          <p:nvPr/>
        </p:nvSpPr>
        <p:spPr>
          <a:xfrm>
            <a:off x="10801350" y="3228975"/>
            <a:ext cx="142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−</a:t>
            </a:r>
          </a:p>
        </p:txBody>
      </p:sp>
      <p:sp>
        <p:nvSpPr>
          <p:cNvPr id="611" name="symbol_610::611_textbox">
            <a:extLst>
              <a:ext uri="{FF2B5EF4-FFF2-40B4-BE49-F238E27FC236}">
                <a16:creationId xmlns:a16="http://schemas.microsoft.com/office/drawing/2014/main" id="{682A2499-D229-48AD-8908-A17EEBA17866}"/>
              </a:ext>
            </a:extLst>
          </p:cNvPr>
          <p:cNvSpPr>
            <a:spLocks noGrp="1"/>
          </p:cNvSpPr>
          <p:nvPr/>
        </p:nvSpPr>
        <p:spPr>
          <a:xfrm>
            <a:off x="10972800" y="3209925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612" name="symbol_610::612_textbox">
            <a:extLst>
              <a:ext uri="{FF2B5EF4-FFF2-40B4-BE49-F238E27FC236}">
                <a16:creationId xmlns:a16="http://schemas.microsoft.com/office/drawing/2014/main" id="{54A1AA1A-5995-48E8-A3DE-B35D0ADFAA17}"/>
              </a:ext>
            </a:extLst>
          </p:cNvPr>
          <p:cNvSpPr>
            <a:spLocks noGrp="1"/>
          </p:cNvSpPr>
          <p:nvPr/>
        </p:nvSpPr>
        <p:spPr>
          <a:xfrm>
            <a:off x="11049000" y="3281553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613" name="613_textbox">
            <a:extLst>
              <a:ext uri="{FF2B5EF4-FFF2-40B4-BE49-F238E27FC236}">
                <a16:creationId xmlns:a16="http://schemas.microsoft.com/office/drawing/2014/main" id="{24DDAA7E-C297-46B2-9381-15466AB2C7BC}"/>
              </a:ext>
            </a:extLst>
          </p:cNvPr>
          <p:cNvSpPr>
            <a:spLocks noGrp="1"/>
          </p:cNvSpPr>
          <p:nvPr/>
        </p:nvSpPr>
        <p:spPr>
          <a:xfrm>
            <a:off x="11182350" y="3228975"/>
            <a:ext cx="95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)</a:t>
            </a:r>
          </a:p>
        </p:txBody>
      </p:sp>
      <p:sp>
        <p:nvSpPr>
          <p:cNvPr id="616" name="616_ellipse">
            <a:extLst>
              <a:ext uri="{FF2B5EF4-FFF2-40B4-BE49-F238E27FC236}">
                <a16:creationId xmlns:a16="http://schemas.microsoft.com/office/drawing/2014/main" id="{5391EC71-6CEC-449F-9A66-BE931E7DD3CB}"/>
              </a:ext>
            </a:extLst>
          </p:cNvPr>
          <p:cNvSpPr>
            <a:spLocks noGrp="1"/>
          </p:cNvSpPr>
          <p:nvPr/>
        </p:nvSpPr>
        <p:spPr>
          <a:xfrm>
            <a:off x="11582400" y="3105150"/>
            <a:ext cx="266700" cy="26670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7" name="617_textbox">
            <a:extLst>
              <a:ext uri="{FF2B5EF4-FFF2-40B4-BE49-F238E27FC236}">
                <a16:creationId xmlns:a16="http://schemas.microsoft.com/office/drawing/2014/main" id="{0134DAC9-9755-4228-857A-F3A129B496BF}"/>
              </a:ext>
            </a:extLst>
          </p:cNvPr>
          <p:cNvSpPr>
            <a:spLocks noGrp="1"/>
          </p:cNvSpPr>
          <p:nvPr/>
        </p:nvSpPr>
        <p:spPr>
          <a:xfrm>
            <a:off x="11582400" y="30956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620" name="symbol_619::620_textbox">
            <a:extLst>
              <a:ext uri="{FF2B5EF4-FFF2-40B4-BE49-F238E27FC236}">
                <a16:creationId xmlns:a16="http://schemas.microsoft.com/office/drawing/2014/main" id="{40DAF827-ACA3-4703-9DE4-C2F25C45E50E}"/>
              </a:ext>
            </a:extLst>
          </p:cNvPr>
          <p:cNvSpPr>
            <a:spLocks noGrp="1"/>
          </p:cNvSpPr>
          <p:nvPr/>
        </p:nvSpPr>
        <p:spPr>
          <a:xfrm>
            <a:off x="11953875" y="2971800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621" name="symbol_619::621_textbox">
            <a:extLst>
              <a:ext uri="{FF2B5EF4-FFF2-40B4-BE49-F238E27FC236}">
                <a16:creationId xmlns:a16="http://schemas.microsoft.com/office/drawing/2014/main" id="{8FF80574-5DE9-4BA3-8C2A-952381558EC7}"/>
              </a:ext>
            </a:extLst>
          </p:cNvPr>
          <p:cNvSpPr>
            <a:spLocks noGrp="1"/>
          </p:cNvSpPr>
          <p:nvPr/>
        </p:nvSpPr>
        <p:spPr>
          <a:xfrm>
            <a:off x="12039600" y="3052382"/>
            <a:ext cx="428625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final</a:t>
            </a:r>
          </a:p>
        </p:txBody>
      </p:sp>
      <p:sp>
        <p:nvSpPr>
          <p:cNvPr id="622" name="622_path">
            <a:extLst>
              <a:ext uri="{FF2B5EF4-FFF2-40B4-BE49-F238E27FC236}">
                <a16:creationId xmlns:a16="http://schemas.microsoft.com/office/drawing/2014/main" id="{F7D2D511-1EEF-4275-9917-94E314702C17}"/>
              </a:ext>
            </a:extLst>
          </p:cNvPr>
          <p:cNvSpPr>
            <a:spLocks noGrp="1"/>
          </p:cNvSpPr>
          <p:nvPr/>
        </p:nvSpPr>
        <p:spPr>
          <a:xfrm>
            <a:off x="9658350" y="3390900"/>
            <a:ext cx="2057400" cy="133350"/>
          </a:xfrm>
          <a:custGeom>
            <a:avLst/>
            <a:gdLst/>
            <a:ahLst/>
            <a:cxnLst/>
            <a:rect l="0" t="0" r="0" b="0"/>
            <a:pathLst>
              <a:path w="2057400" h="133350">
                <a:moveTo>
                  <a:pt x="0" y="85725"/>
                </a:moveTo>
                <a:lnTo>
                  <a:pt x="0" y="133350"/>
                </a:lnTo>
                <a:lnTo>
                  <a:pt x="2057400" y="133350"/>
                </a:lnTo>
                <a:lnTo>
                  <a:pt x="2057400" y="0"/>
                </a:lnTo>
              </a:path>
            </a:pathLst>
          </a:custGeom>
          <a:noFill/>
          <a:ln w="12383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23" name="623_textbox">
            <a:extLst>
              <a:ext uri="{FF2B5EF4-FFF2-40B4-BE49-F238E27FC236}">
                <a16:creationId xmlns:a16="http://schemas.microsoft.com/office/drawing/2014/main" id="{3C15C56A-E424-43E4-95BE-CD74930E5608}"/>
              </a:ext>
            </a:extLst>
          </p:cNvPr>
          <p:cNvSpPr>
            <a:spLocks noGrp="1"/>
          </p:cNvSpPr>
          <p:nvPr/>
        </p:nvSpPr>
        <p:spPr>
          <a:xfrm>
            <a:off x="9944100" y="357187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Cₜ = 0 or gₜ(x) = 0</a:t>
            </a:r>
          </a:p>
        </p:txBody>
      </p:sp>
      <p:sp>
        <p:nvSpPr>
          <p:cNvPr id="624" name="624_textbox">
            <a:extLst>
              <a:ext uri="{FF2B5EF4-FFF2-40B4-BE49-F238E27FC236}">
                <a16:creationId xmlns:a16="http://schemas.microsoft.com/office/drawing/2014/main" id="{35529308-4315-4C9F-99D2-497B49476B53}"/>
              </a:ext>
            </a:extLst>
          </p:cNvPr>
          <p:cNvSpPr>
            <a:spLocks noGrp="1"/>
          </p:cNvSpPr>
          <p:nvPr/>
        </p:nvSpPr>
        <p:spPr>
          <a:xfrm>
            <a:off x="9944100" y="3743325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→ return to anchor (</a:t>
            </a:r>
          </a:p>
        </p:txBody>
      </p:sp>
      <p:sp>
        <p:nvSpPr>
          <p:cNvPr id="625" name="symbol_624::625_textbox">
            <a:extLst>
              <a:ext uri="{FF2B5EF4-FFF2-40B4-BE49-F238E27FC236}">
                <a16:creationId xmlns:a16="http://schemas.microsoft.com/office/drawing/2014/main" id="{FACBC522-5D21-4AA0-96FC-D9FF72164720}"/>
              </a:ext>
            </a:extLst>
          </p:cNvPr>
          <p:cNvSpPr>
            <a:spLocks noGrp="1"/>
          </p:cNvSpPr>
          <p:nvPr/>
        </p:nvSpPr>
        <p:spPr>
          <a:xfrm>
            <a:off x="11199197" y="3713706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626" name="symbol_624::626_textbox">
            <a:extLst>
              <a:ext uri="{FF2B5EF4-FFF2-40B4-BE49-F238E27FC236}">
                <a16:creationId xmlns:a16="http://schemas.microsoft.com/office/drawing/2014/main" id="{68572CED-925C-46D8-A5C5-B7496E348B12}"/>
              </a:ext>
            </a:extLst>
          </p:cNvPr>
          <p:cNvSpPr>
            <a:spLocks noGrp="1"/>
          </p:cNvSpPr>
          <p:nvPr/>
        </p:nvSpPr>
        <p:spPr>
          <a:xfrm>
            <a:off x="11285756" y="3805428"/>
            <a:ext cx="428625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final</a:t>
            </a:r>
          </a:p>
        </p:txBody>
      </p:sp>
      <p:sp>
        <p:nvSpPr>
          <p:cNvPr id="627" name="627_textbox">
            <a:extLst>
              <a:ext uri="{FF2B5EF4-FFF2-40B4-BE49-F238E27FC236}">
                <a16:creationId xmlns:a16="http://schemas.microsoft.com/office/drawing/2014/main" id="{45448545-47B2-4527-BFD6-8282A6825998}"/>
              </a:ext>
            </a:extLst>
          </p:cNvPr>
          <p:cNvSpPr>
            <a:spLocks noGrp="1"/>
          </p:cNvSpPr>
          <p:nvPr/>
        </p:nvSpPr>
        <p:spPr>
          <a:xfrm>
            <a:off x="11501166" y="3752850"/>
            <a:ext cx="123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=</a:t>
            </a:r>
          </a:p>
        </p:txBody>
      </p:sp>
      <p:sp>
        <p:nvSpPr>
          <p:cNvPr id="628" name="symbol_627::628_textbox">
            <a:extLst>
              <a:ext uri="{FF2B5EF4-FFF2-40B4-BE49-F238E27FC236}">
                <a16:creationId xmlns:a16="http://schemas.microsoft.com/office/drawing/2014/main" id="{D677A00D-AA78-49B4-9CB3-E8672224524F}"/>
              </a:ext>
            </a:extLst>
          </p:cNvPr>
          <p:cNvSpPr>
            <a:spLocks noGrp="1"/>
          </p:cNvSpPr>
          <p:nvPr/>
        </p:nvSpPr>
        <p:spPr>
          <a:xfrm>
            <a:off x="11613376" y="3713707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629" name="symbol_627::629_textbox">
            <a:extLst>
              <a:ext uri="{FF2B5EF4-FFF2-40B4-BE49-F238E27FC236}">
                <a16:creationId xmlns:a16="http://schemas.microsoft.com/office/drawing/2014/main" id="{6FB9BED2-9C5F-4B5A-BDCC-B26164C3D690}"/>
              </a:ext>
            </a:extLst>
          </p:cNvPr>
          <p:cNvSpPr>
            <a:spLocks noGrp="1"/>
          </p:cNvSpPr>
          <p:nvPr/>
        </p:nvSpPr>
        <p:spPr>
          <a:xfrm>
            <a:off x="11676185" y="3812127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630" name="630_textbox">
            <a:extLst>
              <a:ext uri="{FF2B5EF4-FFF2-40B4-BE49-F238E27FC236}">
                <a16:creationId xmlns:a16="http://schemas.microsoft.com/office/drawing/2014/main" id="{75C80B49-0C72-4EBB-A61D-318A44AF760A}"/>
              </a:ext>
            </a:extLst>
          </p:cNvPr>
          <p:cNvSpPr>
            <a:spLocks noGrp="1"/>
          </p:cNvSpPr>
          <p:nvPr/>
        </p:nvSpPr>
        <p:spPr>
          <a:xfrm>
            <a:off x="11768394" y="3749501"/>
            <a:ext cx="95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)</a:t>
            </a:r>
          </a:p>
        </p:txBody>
      </p:sp>
      <p:sp>
        <p:nvSpPr>
          <p:cNvPr id="631" name="631_rect">
            <a:extLst>
              <a:ext uri="{FF2B5EF4-FFF2-40B4-BE49-F238E27FC236}">
                <a16:creationId xmlns:a16="http://schemas.microsoft.com/office/drawing/2014/main" id="{C66AA552-9B28-4172-98D0-A6800FBD8629}"/>
              </a:ext>
            </a:extLst>
          </p:cNvPr>
          <p:cNvSpPr>
            <a:spLocks noGrp="1"/>
          </p:cNvSpPr>
          <p:nvPr/>
        </p:nvSpPr>
        <p:spPr>
          <a:xfrm>
            <a:off x="95250" y="4191000"/>
            <a:ext cx="3562350" cy="3390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DF8FC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2" name="632_textbox">
            <a:extLst>
              <a:ext uri="{FF2B5EF4-FFF2-40B4-BE49-F238E27FC236}">
                <a16:creationId xmlns:a16="http://schemas.microsoft.com/office/drawing/2014/main" id="{DFDF01CE-2CF5-4818-98B7-7DDBDAE200CB}"/>
              </a:ext>
            </a:extLst>
          </p:cNvPr>
          <p:cNvSpPr>
            <a:spLocks noGrp="1"/>
          </p:cNvSpPr>
          <p:nvPr/>
        </p:nvSpPr>
        <p:spPr>
          <a:xfrm>
            <a:off x="180975" y="4229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633" name="633_textbox">
            <a:extLst>
              <a:ext uri="{FF2B5EF4-FFF2-40B4-BE49-F238E27FC236}">
                <a16:creationId xmlns:a16="http://schemas.microsoft.com/office/drawing/2014/main" id="{D3FE565A-1A95-4134-A9F2-0ADD725EEA83}"/>
              </a:ext>
            </a:extLst>
          </p:cNvPr>
          <p:cNvSpPr>
            <a:spLocks noGrp="1"/>
          </p:cNvSpPr>
          <p:nvPr/>
        </p:nvSpPr>
        <p:spPr>
          <a:xfrm>
            <a:off x="504825" y="42386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Token formation</a:t>
            </a:r>
          </a:p>
        </p:txBody>
      </p:sp>
      <p:sp>
        <p:nvSpPr>
          <p:cNvPr id="634" name="symbol_633::634_textbox">
            <a:extLst>
              <a:ext uri="{FF2B5EF4-FFF2-40B4-BE49-F238E27FC236}">
                <a16:creationId xmlns:a16="http://schemas.microsoft.com/office/drawing/2014/main" id="{E1D0B713-47A2-465D-A91E-A11BE62B2E47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h</a:t>
            </a:r>
          </a:p>
        </p:txBody>
      </p:sp>
      <p:sp>
        <p:nvSpPr>
          <p:cNvPr id="635" name="symbol_633::635_textbox">
            <a:extLst>
              <a:ext uri="{FF2B5EF4-FFF2-40B4-BE49-F238E27FC236}">
                <a16:creationId xmlns:a16="http://schemas.microsoft.com/office/drawing/2014/main" id="{66BEABE0-7EBB-48BF-BD84-64E309B36E55}"/>
              </a:ext>
            </a:extLst>
          </p:cNvPr>
          <p:cNvSpPr>
            <a:spLocks noGrp="1"/>
          </p:cNvSpPr>
          <p:nvPr/>
        </p:nvSpPr>
        <p:spPr>
          <a:xfrm>
            <a:off x="485775" y="4728782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i</a:t>
            </a:r>
          </a:p>
        </p:txBody>
      </p:sp>
      <p:sp>
        <p:nvSpPr>
          <p:cNvPr id="636" name="matrix_635::636_path">
            <a:extLst>
              <a:ext uri="{FF2B5EF4-FFF2-40B4-BE49-F238E27FC236}">
                <a16:creationId xmlns:a16="http://schemas.microsoft.com/office/drawing/2014/main" id="{BE0DD77C-052E-4164-B113-90445D613499}"/>
              </a:ext>
            </a:extLst>
          </p:cNvPr>
          <p:cNvSpPr>
            <a:spLocks noGrp="1"/>
          </p:cNvSpPr>
          <p:nvPr/>
        </p:nvSpPr>
        <p:spPr>
          <a:xfrm>
            <a:off x="323850" y="4876800"/>
            <a:ext cx="447675" cy="209550"/>
          </a:xfrm>
          <a:custGeom>
            <a:avLst/>
            <a:gdLst/>
            <a:ahLst/>
            <a:cxnLst/>
            <a:rect l="0" t="0" r="0" b="0"/>
            <a:pathLst>
              <a:path w="447675" h="209550">
                <a:moveTo>
                  <a:pt x="0" y="0"/>
                </a:moveTo>
                <a:lnTo>
                  <a:pt x="447675" y="0"/>
                </a:lnTo>
                <a:lnTo>
                  <a:pt x="447675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7" name="matrix_635::637_path">
            <a:extLst>
              <a:ext uri="{FF2B5EF4-FFF2-40B4-BE49-F238E27FC236}">
                <a16:creationId xmlns:a16="http://schemas.microsoft.com/office/drawing/2014/main" id="{869C2D86-03F3-4755-8222-66130E69FC54}"/>
              </a:ext>
            </a:extLst>
          </p:cNvPr>
          <p:cNvSpPr>
            <a:spLocks noGrp="1"/>
          </p:cNvSpPr>
          <p:nvPr/>
        </p:nvSpPr>
        <p:spPr>
          <a:xfrm>
            <a:off x="352425" y="4905375"/>
            <a:ext cx="47943" cy="21908"/>
          </a:xfrm>
          <a:custGeom>
            <a:avLst/>
            <a:gdLst/>
            <a:ahLst/>
            <a:cxnLst/>
            <a:rect l="0" t="0" r="0" b="0"/>
            <a:pathLst>
              <a:path w="47943" h="21908">
                <a:moveTo>
                  <a:pt x="0" y="0"/>
                </a:moveTo>
                <a:lnTo>
                  <a:pt x="47943" y="0"/>
                </a:lnTo>
                <a:lnTo>
                  <a:pt x="47943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8" name="matrix_635::638_path">
            <a:extLst>
              <a:ext uri="{FF2B5EF4-FFF2-40B4-BE49-F238E27FC236}">
                <a16:creationId xmlns:a16="http://schemas.microsoft.com/office/drawing/2014/main" id="{CCD97C75-1C68-45D9-8188-30733FC2F34C}"/>
              </a:ext>
            </a:extLst>
          </p:cNvPr>
          <p:cNvSpPr>
            <a:spLocks noGrp="1"/>
          </p:cNvSpPr>
          <p:nvPr/>
        </p:nvSpPr>
        <p:spPr>
          <a:xfrm>
            <a:off x="417513" y="4905375"/>
            <a:ext cx="47943" cy="21908"/>
          </a:xfrm>
          <a:custGeom>
            <a:avLst/>
            <a:gdLst/>
            <a:ahLst/>
            <a:cxnLst/>
            <a:rect l="0" t="0" r="0" b="0"/>
            <a:pathLst>
              <a:path w="47943" h="21908">
                <a:moveTo>
                  <a:pt x="0" y="0"/>
                </a:moveTo>
                <a:lnTo>
                  <a:pt x="47943" y="0"/>
                </a:lnTo>
                <a:lnTo>
                  <a:pt x="47943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9" name="matrix_635::639_path">
            <a:extLst>
              <a:ext uri="{FF2B5EF4-FFF2-40B4-BE49-F238E27FC236}">
                <a16:creationId xmlns:a16="http://schemas.microsoft.com/office/drawing/2014/main" id="{419B9B38-31B0-4916-A209-330042E2BF91}"/>
              </a:ext>
            </a:extLst>
          </p:cNvPr>
          <p:cNvSpPr>
            <a:spLocks noGrp="1"/>
          </p:cNvSpPr>
          <p:nvPr/>
        </p:nvSpPr>
        <p:spPr>
          <a:xfrm>
            <a:off x="482600" y="4905375"/>
            <a:ext cx="47943" cy="21908"/>
          </a:xfrm>
          <a:custGeom>
            <a:avLst/>
            <a:gdLst/>
            <a:ahLst/>
            <a:cxnLst/>
            <a:rect l="0" t="0" r="0" b="0"/>
            <a:pathLst>
              <a:path w="47943" h="21908">
                <a:moveTo>
                  <a:pt x="0" y="0"/>
                </a:moveTo>
                <a:lnTo>
                  <a:pt x="47943" y="0"/>
                </a:lnTo>
                <a:lnTo>
                  <a:pt x="47943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0" name="matrix_635::640_path">
            <a:extLst>
              <a:ext uri="{FF2B5EF4-FFF2-40B4-BE49-F238E27FC236}">
                <a16:creationId xmlns:a16="http://schemas.microsoft.com/office/drawing/2014/main" id="{85B0840E-EB51-4E8A-AD6C-3DD90310F6C5}"/>
              </a:ext>
            </a:extLst>
          </p:cNvPr>
          <p:cNvSpPr>
            <a:spLocks noGrp="1"/>
          </p:cNvSpPr>
          <p:nvPr/>
        </p:nvSpPr>
        <p:spPr>
          <a:xfrm>
            <a:off x="547688" y="4905375"/>
            <a:ext cx="47942" cy="21908"/>
          </a:xfrm>
          <a:custGeom>
            <a:avLst/>
            <a:gdLst/>
            <a:ahLst/>
            <a:cxnLst/>
            <a:rect l="0" t="0" r="0" b="0"/>
            <a:pathLst>
              <a:path w="47942" h="21908">
                <a:moveTo>
                  <a:pt x="0" y="0"/>
                </a:moveTo>
                <a:lnTo>
                  <a:pt x="47942" y="0"/>
                </a:lnTo>
                <a:lnTo>
                  <a:pt x="47942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1" name="matrix_635::641_path">
            <a:extLst>
              <a:ext uri="{FF2B5EF4-FFF2-40B4-BE49-F238E27FC236}">
                <a16:creationId xmlns:a16="http://schemas.microsoft.com/office/drawing/2014/main" id="{50556353-05C4-45EB-A65C-D8FF90E6769B}"/>
              </a:ext>
            </a:extLst>
          </p:cNvPr>
          <p:cNvSpPr>
            <a:spLocks noGrp="1"/>
          </p:cNvSpPr>
          <p:nvPr/>
        </p:nvSpPr>
        <p:spPr>
          <a:xfrm>
            <a:off x="612775" y="4905375"/>
            <a:ext cx="47942" cy="21908"/>
          </a:xfrm>
          <a:custGeom>
            <a:avLst/>
            <a:gdLst/>
            <a:ahLst/>
            <a:cxnLst/>
            <a:rect l="0" t="0" r="0" b="0"/>
            <a:pathLst>
              <a:path w="47942" h="21908">
                <a:moveTo>
                  <a:pt x="0" y="0"/>
                </a:moveTo>
                <a:lnTo>
                  <a:pt x="47942" y="0"/>
                </a:lnTo>
                <a:lnTo>
                  <a:pt x="47942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2" name="matrix_635::642_path">
            <a:extLst>
              <a:ext uri="{FF2B5EF4-FFF2-40B4-BE49-F238E27FC236}">
                <a16:creationId xmlns:a16="http://schemas.microsoft.com/office/drawing/2014/main" id="{24981BB0-A1B5-459A-A447-93ECE151380D}"/>
              </a:ext>
            </a:extLst>
          </p:cNvPr>
          <p:cNvSpPr>
            <a:spLocks noGrp="1"/>
          </p:cNvSpPr>
          <p:nvPr/>
        </p:nvSpPr>
        <p:spPr>
          <a:xfrm>
            <a:off x="677862" y="4905375"/>
            <a:ext cx="47942" cy="21908"/>
          </a:xfrm>
          <a:custGeom>
            <a:avLst/>
            <a:gdLst/>
            <a:ahLst/>
            <a:cxnLst/>
            <a:rect l="0" t="0" r="0" b="0"/>
            <a:pathLst>
              <a:path w="47942" h="21908">
                <a:moveTo>
                  <a:pt x="0" y="0"/>
                </a:moveTo>
                <a:lnTo>
                  <a:pt x="47942" y="0"/>
                </a:lnTo>
                <a:lnTo>
                  <a:pt x="47942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3" name="matrix_635::643_path">
            <a:extLst>
              <a:ext uri="{FF2B5EF4-FFF2-40B4-BE49-F238E27FC236}">
                <a16:creationId xmlns:a16="http://schemas.microsoft.com/office/drawing/2014/main" id="{D60D2A18-7763-4D2B-8DE8-786F6BB8D985}"/>
              </a:ext>
            </a:extLst>
          </p:cNvPr>
          <p:cNvSpPr>
            <a:spLocks noGrp="1"/>
          </p:cNvSpPr>
          <p:nvPr/>
        </p:nvSpPr>
        <p:spPr>
          <a:xfrm>
            <a:off x="352425" y="4943475"/>
            <a:ext cx="47943" cy="21908"/>
          </a:xfrm>
          <a:custGeom>
            <a:avLst/>
            <a:gdLst/>
            <a:ahLst/>
            <a:cxnLst/>
            <a:rect l="0" t="0" r="0" b="0"/>
            <a:pathLst>
              <a:path w="47943" h="21908">
                <a:moveTo>
                  <a:pt x="0" y="0"/>
                </a:moveTo>
                <a:lnTo>
                  <a:pt x="47943" y="0"/>
                </a:lnTo>
                <a:lnTo>
                  <a:pt x="47943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4" name="matrix_635::644_path">
            <a:extLst>
              <a:ext uri="{FF2B5EF4-FFF2-40B4-BE49-F238E27FC236}">
                <a16:creationId xmlns:a16="http://schemas.microsoft.com/office/drawing/2014/main" id="{96DE6BEA-4236-4556-A387-82CF655D8DEB}"/>
              </a:ext>
            </a:extLst>
          </p:cNvPr>
          <p:cNvSpPr>
            <a:spLocks noGrp="1"/>
          </p:cNvSpPr>
          <p:nvPr/>
        </p:nvSpPr>
        <p:spPr>
          <a:xfrm>
            <a:off x="417513" y="4943475"/>
            <a:ext cx="47943" cy="21908"/>
          </a:xfrm>
          <a:custGeom>
            <a:avLst/>
            <a:gdLst/>
            <a:ahLst/>
            <a:cxnLst/>
            <a:rect l="0" t="0" r="0" b="0"/>
            <a:pathLst>
              <a:path w="47943" h="21908">
                <a:moveTo>
                  <a:pt x="0" y="0"/>
                </a:moveTo>
                <a:lnTo>
                  <a:pt x="47943" y="0"/>
                </a:lnTo>
                <a:lnTo>
                  <a:pt x="47943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5" name="matrix_635::645_path">
            <a:extLst>
              <a:ext uri="{FF2B5EF4-FFF2-40B4-BE49-F238E27FC236}">
                <a16:creationId xmlns:a16="http://schemas.microsoft.com/office/drawing/2014/main" id="{16677580-2D1C-4D6B-A3C4-067C03AB86A7}"/>
              </a:ext>
            </a:extLst>
          </p:cNvPr>
          <p:cNvSpPr>
            <a:spLocks noGrp="1"/>
          </p:cNvSpPr>
          <p:nvPr/>
        </p:nvSpPr>
        <p:spPr>
          <a:xfrm>
            <a:off x="482600" y="4943475"/>
            <a:ext cx="47943" cy="21908"/>
          </a:xfrm>
          <a:custGeom>
            <a:avLst/>
            <a:gdLst/>
            <a:ahLst/>
            <a:cxnLst/>
            <a:rect l="0" t="0" r="0" b="0"/>
            <a:pathLst>
              <a:path w="47943" h="21908">
                <a:moveTo>
                  <a:pt x="0" y="0"/>
                </a:moveTo>
                <a:lnTo>
                  <a:pt x="47943" y="0"/>
                </a:lnTo>
                <a:lnTo>
                  <a:pt x="47943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6" name="matrix_635::646_path">
            <a:extLst>
              <a:ext uri="{FF2B5EF4-FFF2-40B4-BE49-F238E27FC236}">
                <a16:creationId xmlns:a16="http://schemas.microsoft.com/office/drawing/2014/main" id="{63B61613-3410-4A80-84AB-F6F98D540461}"/>
              </a:ext>
            </a:extLst>
          </p:cNvPr>
          <p:cNvSpPr>
            <a:spLocks noGrp="1"/>
          </p:cNvSpPr>
          <p:nvPr/>
        </p:nvSpPr>
        <p:spPr>
          <a:xfrm>
            <a:off x="547688" y="4943475"/>
            <a:ext cx="47942" cy="21908"/>
          </a:xfrm>
          <a:custGeom>
            <a:avLst/>
            <a:gdLst/>
            <a:ahLst/>
            <a:cxnLst/>
            <a:rect l="0" t="0" r="0" b="0"/>
            <a:pathLst>
              <a:path w="47942" h="21908">
                <a:moveTo>
                  <a:pt x="0" y="0"/>
                </a:moveTo>
                <a:lnTo>
                  <a:pt x="47942" y="0"/>
                </a:lnTo>
                <a:lnTo>
                  <a:pt x="47942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7" name="matrix_635::647_path">
            <a:extLst>
              <a:ext uri="{FF2B5EF4-FFF2-40B4-BE49-F238E27FC236}">
                <a16:creationId xmlns:a16="http://schemas.microsoft.com/office/drawing/2014/main" id="{002CD916-BF8A-4BC9-83C6-E3449CBC6EA7}"/>
              </a:ext>
            </a:extLst>
          </p:cNvPr>
          <p:cNvSpPr>
            <a:spLocks noGrp="1"/>
          </p:cNvSpPr>
          <p:nvPr/>
        </p:nvSpPr>
        <p:spPr>
          <a:xfrm>
            <a:off x="612775" y="4943475"/>
            <a:ext cx="47942" cy="21908"/>
          </a:xfrm>
          <a:custGeom>
            <a:avLst/>
            <a:gdLst/>
            <a:ahLst/>
            <a:cxnLst/>
            <a:rect l="0" t="0" r="0" b="0"/>
            <a:pathLst>
              <a:path w="47942" h="21908">
                <a:moveTo>
                  <a:pt x="0" y="0"/>
                </a:moveTo>
                <a:lnTo>
                  <a:pt x="47942" y="0"/>
                </a:lnTo>
                <a:lnTo>
                  <a:pt x="47942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8" name="matrix_635::648_path">
            <a:extLst>
              <a:ext uri="{FF2B5EF4-FFF2-40B4-BE49-F238E27FC236}">
                <a16:creationId xmlns:a16="http://schemas.microsoft.com/office/drawing/2014/main" id="{43AD5D64-05F7-4D04-86BF-2579CA4F2796}"/>
              </a:ext>
            </a:extLst>
          </p:cNvPr>
          <p:cNvSpPr>
            <a:spLocks noGrp="1"/>
          </p:cNvSpPr>
          <p:nvPr/>
        </p:nvSpPr>
        <p:spPr>
          <a:xfrm>
            <a:off x="677862" y="4943475"/>
            <a:ext cx="47942" cy="21908"/>
          </a:xfrm>
          <a:custGeom>
            <a:avLst/>
            <a:gdLst/>
            <a:ahLst/>
            <a:cxnLst/>
            <a:rect l="0" t="0" r="0" b="0"/>
            <a:pathLst>
              <a:path w="47942" h="21908">
                <a:moveTo>
                  <a:pt x="0" y="0"/>
                </a:moveTo>
                <a:lnTo>
                  <a:pt x="47942" y="0"/>
                </a:lnTo>
                <a:lnTo>
                  <a:pt x="47942" y="21908"/>
                </a:lnTo>
                <a:lnTo>
                  <a:pt x="0" y="21908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9" name="matrix_635::649_path">
            <a:extLst>
              <a:ext uri="{FF2B5EF4-FFF2-40B4-BE49-F238E27FC236}">
                <a16:creationId xmlns:a16="http://schemas.microsoft.com/office/drawing/2014/main" id="{0D50437C-9ACB-4955-91A7-BFABD5A249F7}"/>
              </a:ext>
            </a:extLst>
          </p:cNvPr>
          <p:cNvSpPr>
            <a:spLocks noGrp="1"/>
          </p:cNvSpPr>
          <p:nvPr/>
        </p:nvSpPr>
        <p:spPr>
          <a:xfrm>
            <a:off x="352425" y="4981575"/>
            <a:ext cx="47943" cy="21907"/>
          </a:xfrm>
          <a:custGeom>
            <a:avLst/>
            <a:gdLst/>
            <a:ahLst/>
            <a:cxnLst/>
            <a:rect l="0" t="0" r="0" b="0"/>
            <a:pathLst>
              <a:path w="47943" h="21907">
                <a:moveTo>
                  <a:pt x="0" y="0"/>
                </a:moveTo>
                <a:lnTo>
                  <a:pt x="47943" y="0"/>
                </a:lnTo>
                <a:lnTo>
                  <a:pt x="47943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0" name="matrix_635::650_path">
            <a:extLst>
              <a:ext uri="{FF2B5EF4-FFF2-40B4-BE49-F238E27FC236}">
                <a16:creationId xmlns:a16="http://schemas.microsoft.com/office/drawing/2014/main" id="{8D353D61-DB61-4951-8F3A-A716A9168087}"/>
              </a:ext>
            </a:extLst>
          </p:cNvPr>
          <p:cNvSpPr>
            <a:spLocks noGrp="1"/>
          </p:cNvSpPr>
          <p:nvPr/>
        </p:nvSpPr>
        <p:spPr>
          <a:xfrm>
            <a:off x="417513" y="4981575"/>
            <a:ext cx="47943" cy="21907"/>
          </a:xfrm>
          <a:custGeom>
            <a:avLst/>
            <a:gdLst/>
            <a:ahLst/>
            <a:cxnLst/>
            <a:rect l="0" t="0" r="0" b="0"/>
            <a:pathLst>
              <a:path w="47943" h="21907">
                <a:moveTo>
                  <a:pt x="0" y="0"/>
                </a:moveTo>
                <a:lnTo>
                  <a:pt x="47943" y="0"/>
                </a:lnTo>
                <a:lnTo>
                  <a:pt x="47943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1" name="matrix_635::651_path">
            <a:extLst>
              <a:ext uri="{FF2B5EF4-FFF2-40B4-BE49-F238E27FC236}">
                <a16:creationId xmlns:a16="http://schemas.microsoft.com/office/drawing/2014/main" id="{1AA1B15F-F450-4E2E-B7BF-0FDD9D5BB94C}"/>
              </a:ext>
            </a:extLst>
          </p:cNvPr>
          <p:cNvSpPr>
            <a:spLocks noGrp="1"/>
          </p:cNvSpPr>
          <p:nvPr/>
        </p:nvSpPr>
        <p:spPr>
          <a:xfrm>
            <a:off x="482600" y="4981575"/>
            <a:ext cx="47943" cy="21907"/>
          </a:xfrm>
          <a:custGeom>
            <a:avLst/>
            <a:gdLst/>
            <a:ahLst/>
            <a:cxnLst/>
            <a:rect l="0" t="0" r="0" b="0"/>
            <a:pathLst>
              <a:path w="47943" h="21907">
                <a:moveTo>
                  <a:pt x="0" y="0"/>
                </a:moveTo>
                <a:lnTo>
                  <a:pt x="47943" y="0"/>
                </a:lnTo>
                <a:lnTo>
                  <a:pt x="47943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2" name="matrix_635::652_path">
            <a:extLst>
              <a:ext uri="{FF2B5EF4-FFF2-40B4-BE49-F238E27FC236}">
                <a16:creationId xmlns:a16="http://schemas.microsoft.com/office/drawing/2014/main" id="{22161287-B78D-4ACE-A96F-479A68DCE2DD}"/>
              </a:ext>
            </a:extLst>
          </p:cNvPr>
          <p:cNvSpPr>
            <a:spLocks noGrp="1"/>
          </p:cNvSpPr>
          <p:nvPr/>
        </p:nvSpPr>
        <p:spPr>
          <a:xfrm>
            <a:off x="547688" y="4981575"/>
            <a:ext cx="47942" cy="21907"/>
          </a:xfrm>
          <a:custGeom>
            <a:avLst/>
            <a:gdLst/>
            <a:ahLst/>
            <a:cxnLst/>
            <a:rect l="0" t="0" r="0" b="0"/>
            <a:pathLst>
              <a:path w="47942" h="21907">
                <a:moveTo>
                  <a:pt x="0" y="0"/>
                </a:moveTo>
                <a:lnTo>
                  <a:pt x="47942" y="0"/>
                </a:lnTo>
                <a:lnTo>
                  <a:pt x="47942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3" name="matrix_635::653_path">
            <a:extLst>
              <a:ext uri="{FF2B5EF4-FFF2-40B4-BE49-F238E27FC236}">
                <a16:creationId xmlns:a16="http://schemas.microsoft.com/office/drawing/2014/main" id="{2CC28FCA-372E-4C3E-8B91-F21027CDCD49}"/>
              </a:ext>
            </a:extLst>
          </p:cNvPr>
          <p:cNvSpPr>
            <a:spLocks noGrp="1"/>
          </p:cNvSpPr>
          <p:nvPr/>
        </p:nvSpPr>
        <p:spPr>
          <a:xfrm>
            <a:off x="612775" y="4981575"/>
            <a:ext cx="47942" cy="21907"/>
          </a:xfrm>
          <a:custGeom>
            <a:avLst/>
            <a:gdLst/>
            <a:ahLst/>
            <a:cxnLst/>
            <a:rect l="0" t="0" r="0" b="0"/>
            <a:pathLst>
              <a:path w="47942" h="21907">
                <a:moveTo>
                  <a:pt x="0" y="0"/>
                </a:moveTo>
                <a:lnTo>
                  <a:pt x="47942" y="0"/>
                </a:lnTo>
                <a:lnTo>
                  <a:pt x="47942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4" name="matrix_635::654_path">
            <a:extLst>
              <a:ext uri="{FF2B5EF4-FFF2-40B4-BE49-F238E27FC236}">
                <a16:creationId xmlns:a16="http://schemas.microsoft.com/office/drawing/2014/main" id="{67A7B450-85DB-4A9A-9092-D27B54847D94}"/>
              </a:ext>
            </a:extLst>
          </p:cNvPr>
          <p:cNvSpPr>
            <a:spLocks noGrp="1"/>
          </p:cNvSpPr>
          <p:nvPr/>
        </p:nvSpPr>
        <p:spPr>
          <a:xfrm>
            <a:off x="677862" y="4981575"/>
            <a:ext cx="47942" cy="21907"/>
          </a:xfrm>
          <a:custGeom>
            <a:avLst/>
            <a:gdLst/>
            <a:ahLst/>
            <a:cxnLst/>
            <a:rect l="0" t="0" r="0" b="0"/>
            <a:pathLst>
              <a:path w="47942" h="21907">
                <a:moveTo>
                  <a:pt x="0" y="0"/>
                </a:moveTo>
                <a:lnTo>
                  <a:pt x="47942" y="0"/>
                </a:lnTo>
                <a:lnTo>
                  <a:pt x="47942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5" name="matrix_635::655_path">
            <a:extLst>
              <a:ext uri="{FF2B5EF4-FFF2-40B4-BE49-F238E27FC236}">
                <a16:creationId xmlns:a16="http://schemas.microsoft.com/office/drawing/2014/main" id="{2A7E4774-22CE-47FF-96F6-0735400C631D}"/>
              </a:ext>
            </a:extLst>
          </p:cNvPr>
          <p:cNvSpPr>
            <a:spLocks noGrp="1"/>
          </p:cNvSpPr>
          <p:nvPr/>
        </p:nvSpPr>
        <p:spPr>
          <a:xfrm>
            <a:off x="352425" y="5019675"/>
            <a:ext cx="47943" cy="21907"/>
          </a:xfrm>
          <a:custGeom>
            <a:avLst/>
            <a:gdLst/>
            <a:ahLst/>
            <a:cxnLst/>
            <a:rect l="0" t="0" r="0" b="0"/>
            <a:pathLst>
              <a:path w="47943" h="21907">
                <a:moveTo>
                  <a:pt x="0" y="0"/>
                </a:moveTo>
                <a:lnTo>
                  <a:pt x="47943" y="0"/>
                </a:lnTo>
                <a:lnTo>
                  <a:pt x="47943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6" name="matrix_635::656_path">
            <a:extLst>
              <a:ext uri="{FF2B5EF4-FFF2-40B4-BE49-F238E27FC236}">
                <a16:creationId xmlns:a16="http://schemas.microsoft.com/office/drawing/2014/main" id="{7D38FD8A-4D6C-4F74-8CF5-0FBF68CC1FF6}"/>
              </a:ext>
            </a:extLst>
          </p:cNvPr>
          <p:cNvSpPr>
            <a:spLocks noGrp="1"/>
          </p:cNvSpPr>
          <p:nvPr/>
        </p:nvSpPr>
        <p:spPr>
          <a:xfrm>
            <a:off x="417513" y="5019675"/>
            <a:ext cx="47943" cy="21907"/>
          </a:xfrm>
          <a:custGeom>
            <a:avLst/>
            <a:gdLst/>
            <a:ahLst/>
            <a:cxnLst/>
            <a:rect l="0" t="0" r="0" b="0"/>
            <a:pathLst>
              <a:path w="47943" h="21907">
                <a:moveTo>
                  <a:pt x="0" y="0"/>
                </a:moveTo>
                <a:lnTo>
                  <a:pt x="47943" y="0"/>
                </a:lnTo>
                <a:lnTo>
                  <a:pt x="47943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7" name="matrix_635::657_path">
            <a:extLst>
              <a:ext uri="{FF2B5EF4-FFF2-40B4-BE49-F238E27FC236}">
                <a16:creationId xmlns:a16="http://schemas.microsoft.com/office/drawing/2014/main" id="{D9D8FE50-AADD-4658-9591-217E16E10347}"/>
              </a:ext>
            </a:extLst>
          </p:cNvPr>
          <p:cNvSpPr>
            <a:spLocks noGrp="1"/>
          </p:cNvSpPr>
          <p:nvPr/>
        </p:nvSpPr>
        <p:spPr>
          <a:xfrm>
            <a:off x="482600" y="5019675"/>
            <a:ext cx="47943" cy="21907"/>
          </a:xfrm>
          <a:custGeom>
            <a:avLst/>
            <a:gdLst/>
            <a:ahLst/>
            <a:cxnLst/>
            <a:rect l="0" t="0" r="0" b="0"/>
            <a:pathLst>
              <a:path w="47943" h="21907">
                <a:moveTo>
                  <a:pt x="0" y="0"/>
                </a:moveTo>
                <a:lnTo>
                  <a:pt x="47943" y="0"/>
                </a:lnTo>
                <a:lnTo>
                  <a:pt x="47943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8" name="matrix_635::658_path">
            <a:extLst>
              <a:ext uri="{FF2B5EF4-FFF2-40B4-BE49-F238E27FC236}">
                <a16:creationId xmlns:a16="http://schemas.microsoft.com/office/drawing/2014/main" id="{88732D4C-18D8-48E6-A72D-BE6389D52411}"/>
              </a:ext>
            </a:extLst>
          </p:cNvPr>
          <p:cNvSpPr>
            <a:spLocks noGrp="1"/>
          </p:cNvSpPr>
          <p:nvPr/>
        </p:nvSpPr>
        <p:spPr>
          <a:xfrm>
            <a:off x="547688" y="5019675"/>
            <a:ext cx="47942" cy="21907"/>
          </a:xfrm>
          <a:custGeom>
            <a:avLst/>
            <a:gdLst/>
            <a:ahLst/>
            <a:cxnLst/>
            <a:rect l="0" t="0" r="0" b="0"/>
            <a:pathLst>
              <a:path w="47942" h="21907">
                <a:moveTo>
                  <a:pt x="0" y="0"/>
                </a:moveTo>
                <a:lnTo>
                  <a:pt x="47942" y="0"/>
                </a:lnTo>
                <a:lnTo>
                  <a:pt x="47942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9" name="matrix_635::659_path">
            <a:extLst>
              <a:ext uri="{FF2B5EF4-FFF2-40B4-BE49-F238E27FC236}">
                <a16:creationId xmlns:a16="http://schemas.microsoft.com/office/drawing/2014/main" id="{F21AF4F4-4CF8-495B-B98D-19B89F92E629}"/>
              </a:ext>
            </a:extLst>
          </p:cNvPr>
          <p:cNvSpPr>
            <a:spLocks noGrp="1"/>
          </p:cNvSpPr>
          <p:nvPr/>
        </p:nvSpPr>
        <p:spPr>
          <a:xfrm>
            <a:off x="612775" y="5019675"/>
            <a:ext cx="47942" cy="21907"/>
          </a:xfrm>
          <a:custGeom>
            <a:avLst/>
            <a:gdLst/>
            <a:ahLst/>
            <a:cxnLst/>
            <a:rect l="0" t="0" r="0" b="0"/>
            <a:pathLst>
              <a:path w="47942" h="21907">
                <a:moveTo>
                  <a:pt x="0" y="0"/>
                </a:moveTo>
                <a:lnTo>
                  <a:pt x="47942" y="0"/>
                </a:lnTo>
                <a:lnTo>
                  <a:pt x="47942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0" name="matrix_635::660_path">
            <a:extLst>
              <a:ext uri="{FF2B5EF4-FFF2-40B4-BE49-F238E27FC236}">
                <a16:creationId xmlns:a16="http://schemas.microsoft.com/office/drawing/2014/main" id="{7F512D90-4DFC-44EA-A6E5-10DEDD28F53F}"/>
              </a:ext>
            </a:extLst>
          </p:cNvPr>
          <p:cNvSpPr>
            <a:spLocks noGrp="1"/>
          </p:cNvSpPr>
          <p:nvPr/>
        </p:nvSpPr>
        <p:spPr>
          <a:xfrm>
            <a:off x="677862" y="5019675"/>
            <a:ext cx="47942" cy="21907"/>
          </a:xfrm>
          <a:custGeom>
            <a:avLst/>
            <a:gdLst/>
            <a:ahLst/>
            <a:cxnLst/>
            <a:rect l="0" t="0" r="0" b="0"/>
            <a:pathLst>
              <a:path w="47942" h="21907">
                <a:moveTo>
                  <a:pt x="0" y="0"/>
                </a:moveTo>
                <a:lnTo>
                  <a:pt x="47942" y="0"/>
                </a:lnTo>
                <a:lnTo>
                  <a:pt x="47942" y="21907"/>
                </a:lnTo>
                <a:lnTo>
                  <a:pt x="0" y="21907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1" name="661_path">
            <a:extLst>
              <a:ext uri="{FF2B5EF4-FFF2-40B4-BE49-F238E27FC236}">
                <a16:creationId xmlns:a16="http://schemas.microsoft.com/office/drawing/2014/main" id="{55E8F42C-CBE6-46B5-BF2D-136AAB79B7A0}"/>
              </a:ext>
            </a:extLst>
          </p:cNvPr>
          <p:cNvSpPr>
            <a:spLocks noGrp="1"/>
          </p:cNvSpPr>
          <p:nvPr/>
        </p:nvSpPr>
        <p:spPr>
          <a:xfrm>
            <a:off x="809625" y="4953000"/>
            <a:ext cx="361950" cy="95"/>
          </a:xfrm>
          <a:custGeom>
            <a:avLst/>
            <a:gdLst/>
            <a:ahLst/>
            <a:cxnLst/>
            <a:rect l="0" t="0" r="0" b="0"/>
            <a:pathLst>
              <a:path w="361950" h="9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2" name="662_path">
            <a:extLst>
              <a:ext uri="{FF2B5EF4-FFF2-40B4-BE49-F238E27FC236}">
                <a16:creationId xmlns:a16="http://schemas.microsoft.com/office/drawing/2014/main" id="{749F652C-F0BD-4342-835E-087BCAB82094}"/>
              </a:ext>
            </a:extLst>
          </p:cNvPr>
          <p:cNvSpPr>
            <a:spLocks noGrp="1"/>
          </p:cNvSpPr>
          <p:nvPr/>
        </p:nvSpPr>
        <p:spPr>
          <a:xfrm>
            <a:off x="1134519" y="49255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3" name="663_rect">
            <a:extLst>
              <a:ext uri="{FF2B5EF4-FFF2-40B4-BE49-F238E27FC236}">
                <a16:creationId xmlns:a16="http://schemas.microsoft.com/office/drawing/2014/main" id="{01CEB495-1897-42EF-956F-93F996079206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714375" cy="371475"/>
          </a:xfrm>
          <a:prstGeom prst="rect">
            <a:avLst/>
          </a:prstGeom>
          <a:solidFill>
            <a:srgbClr val="EDC2A0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4" name="664_textbox">
            <a:extLst>
              <a:ext uri="{FF2B5EF4-FFF2-40B4-BE49-F238E27FC236}">
                <a16:creationId xmlns:a16="http://schemas.microsoft.com/office/drawing/2014/main" id="{D7F3AEBB-6F45-47C1-80B2-39F2872ED0A8}"/>
              </a:ext>
            </a:extLst>
          </p:cNvPr>
          <p:cNvSpPr>
            <a:spLocks noGrp="1"/>
          </p:cNvSpPr>
          <p:nvPr/>
        </p:nvSpPr>
        <p:spPr>
          <a:xfrm>
            <a:off x="1228725" y="4772025"/>
            <a:ext cx="6572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Hidden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adapter</a:t>
            </a:r>
          </a:p>
        </p:txBody>
      </p:sp>
      <p:sp>
        <p:nvSpPr>
          <p:cNvPr id="665" name="flame_664::665_path">
            <a:extLst>
              <a:ext uri="{FF2B5EF4-FFF2-40B4-BE49-F238E27FC236}">
                <a16:creationId xmlns:a16="http://schemas.microsoft.com/office/drawing/2014/main" id="{C9BDDD14-5C50-45FA-82BF-2E1DB87FA9E0}"/>
              </a:ext>
            </a:extLst>
          </p:cNvPr>
          <p:cNvSpPr>
            <a:spLocks noGrp="1"/>
          </p:cNvSpPr>
          <p:nvPr/>
        </p:nvSpPr>
        <p:spPr>
          <a:xfrm>
            <a:off x="1819275" y="4591050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6" name="flame_664::666_path">
            <a:extLst>
              <a:ext uri="{FF2B5EF4-FFF2-40B4-BE49-F238E27FC236}">
                <a16:creationId xmlns:a16="http://schemas.microsoft.com/office/drawing/2014/main" id="{B2FE2788-EB52-43F2-A1B0-8040F9ADFE77}"/>
              </a:ext>
            </a:extLst>
          </p:cNvPr>
          <p:cNvSpPr>
            <a:spLocks noGrp="1"/>
          </p:cNvSpPr>
          <p:nvPr/>
        </p:nvSpPr>
        <p:spPr>
          <a:xfrm>
            <a:off x="1860137" y="4645533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1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7" name="667_path">
            <a:extLst>
              <a:ext uri="{FF2B5EF4-FFF2-40B4-BE49-F238E27FC236}">
                <a16:creationId xmlns:a16="http://schemas.microsoft.com/office/drawing/2014/main" id="{0368D1FF-9BA2-4DB0-916C-779B8C1D73CD}"/>
              </a:ext>
            </a:extLst>
          </p:cNvPr>
          <p:cNvSpPr>
            <a:spLocks noGrp="1"/>
          </p:cNvSpPr>
          <p:nvPr/>
        </p:nvSpPr>
        <p:spPr>
          <a:xfrm>
            <a:off x="1943100" y="4953000"/>
            <a:ext cx="161925" cy="95"/>
          </a:xfrm>
          <a:custGeom>
            <a:avLst/>
            <a:gdLst/>
            <a:ahLst/>
            <a:cxnLst/>
            <a:rect l="0" t="0" r="0" b="0"/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8" name="668_path">
            <a:extLst>
              <a:ext uri="{FF2B5EF4-FFF2-40B4-BE49-F238E27FC236}">
                <a16:creationId xmlns:a16="http://schemas.microsoft.com/office/drawing/2014/main" id="{5C08E132-55A9-45F7-961D-BA2A611662A5}"/>
              </a:ext>
            </a:extLst>
          </p:cNvPr>
          <p:cNvSpPr>
            <a:spLocks noGrp="1"/>
          </p:cNvSpPr>
          <p:nvPr/>
        </p:nvSpPr>
        <p:spPr>
          <a:xfrm>
            <a:off x="2064620" y="49255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9" name="vector_668::669_rect">
            <a:extLst>
              <a:ext uri="{FF2B5EF4-FFF2-40B4-BE49-F238E27FC236}">
                <a16:creationId xmlns:a16="http://schemas.microsoft.com/office/drawing/2014/main" id="{22025741-63F2-4405-8BA2-55F5EE322951}"/>
              </a:ext>
            </a:extLst>
          </p:cNvPr>
          <p:cNvSpPr>
            <a:spLocks noGrp="1"/>
          </p:cNvSpPr>
          <p:nvPr/>
        </p:nvSpPr>
        <p:spPr>
          <a:xfrm>
            <a:off x="2124075" y="4848225"/>
            <a:ext cx="76200" cy="18097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0" name="vector_668::670_rect">
            <a:extLst>
              <a:ext uri="{FF2B5EF4-FFF2-40B4-BE49-F238E27FC236}">
                <a16:creationId xmlns:a16="http://schemas.microsoft.com/office/drawing/2014/main" id="{860CD5CF-80F1-4ECC-B834-30D0CDCF88F2}"/>
              </a:ext>
            </a:extLst>
          </p:cNvPr>
          <p:cNvSpPr>
            <a:spLocks noGrp="1"/>
          </p:cNvSpPr>
          <p:nvPr/>
        </p:nvSpPr>
        <p:spPr>
          <a:xfrm>
            <a:off x="2200275" y="4848225"/>
            <a:ext cx="76200" cy="18097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1" name="vector_668::671_rect">
            <a:extLst>
              <a:ext uri="{FF2B5EF4-FFF2-40B4-BE49-F238E27FC236}">
                <a16:creationId xmlns:a16="http://schemas.microsoft.com/office/drawing/2014/main" id="{716DAB7D-6DE3-49CD-9A0C-D1F25D89608E}"/>
              </a:ext>
            </a:extLst>
          </p:cNvPr>
          <p:cNvSpPr>
            <a:spLocks noGrp="1"/>
          </p:cNvSpPr>
          <p:nvPr/>
        </p:nvSpPr>
        <p:spPr>
          <a:xfrm>
            <a:off x="2276475" y="4848225"/>
            <a:ext cx="76200" cy="18097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2" name="vector_668::672_rect">
            <a:extLst>
              <a:ext uri="{FF2B5EF4-FFF2-40B4-BE49-F238E27FC236}">
                <a16:creationId xmlns:a16="http://schemas.microsoft.com/office/drawing/2014/main" id="{114CA077-92ED-4989-A1AC-5BE5DCD2E74F}"/>
              </a:ext>
            </a:extLst>
          </p:cNvPr>
          <p:cNvSpPr>
            <a:spLocks noGrp="1"/>
          </p:cNvSpPr>
          <p:nvPr/>
        </p:nvSpPr>
        <p:spPr>
          <a:xfrm>
            <a:off x="2352675" y="4848225"/>
            <a:ext cx="76200" cy="18097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3" name="vector_668::673_rect">
            <a:extLst>
              <a:ext uri="{FF2B5EF4-FFF2-40B4-BE49-F238E27FC236}">
                <a16:creationId xmlns:a16="http://schemas.microsoft.com/office/drawing/2014/main" id="{29A4BA65-8E93-48FF-BE89-BBEA71937CEC}"/>
              </a:ext>
            </a:extLst>
          </p:cNvPr>
          <p:cNvSpPr>
            <a:spLocks noGrp="1"/>
          </p:cNvSpPr>
          <p:nvPr/>
        </p:nvSpPr>
        <p:spPr>
          <a:xfrm>
            <a:off x="2428875" y="4848225"/>
            <a:ext cx="76200" cy="18097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4" name="vector_668::674_rect">
            <a:extLst>
              <a:ext uri="{FF2B5EF4-FFF2-40B4-BE49-F238E27FC236}">
                <a16:creationId xmlns:a16="http://schemas.microsoft.com/office/drawing/2014/main" id="{A21A867C-5D0B-490D-950D-0A50B6715FB6}"/>
              </a:ext>
            </a:extLst>
          </p:cNvPr>
          <p:cNvSpPr>
            <a:spLocks noGrp="1"/>
          </p:cNvSpPr>
          <p:nvPr/>
        </p:nvSpPr>
        <p:spPr>
          <a:xfrm>
            <a:off x="2505075" y="4848225"/>
            <a:ext cx="76200" cy="18097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5" name="vector_668::675_rect">
            <a:extLst>
              <a:ext uri="{FF2B5EF4-FFF2-40B4-BE49-F238E27FC236}">
                <a16:creationId xmlns:a16="http://schemas.microsoft.com/office/drawing/2014/main" id="{1AA196BA-A5A7-4085-945C-10CBFBAFD921}"/>
              </a:ext>
            </a:extLst>
          </p:cNvPr>
          <p:cNvSpPr>
            <a:spLocks noGrp="1"/>
          </p:cNvSpPr>
          <p:nvPr/>
        </p:nvSpPr>
        <p:spPr>
          <a:xfrm>
            <a:off x="2124075" y="4848225"/>
            <a:ext cx="457200" cy="18097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6" name="symbol_675::676_textbox">
            <a:extLst>
              <a:ext uri="{FF2B5EF4-FFF2-40B4-BE49-F238E27FC236}">
                <a16:creationId xmlns:a16="http://schemas.microsoft.com/office/drawing/2014/main" id="{C6DA7336-BC3B-4D7E-96EA-F67E8E012C49}"/>
              </a:ext>
            </a:extLst>
          </p:cNvPr>
          <p:cNvSpPr>
            <a:spLocks noGrp="1"/>
          </p:cNvSpPr>
          <p:nvPr/>
        </p:nvSpPr>
        <p:spPr>
          <a:xfrm>
            <a:off x="323850" y="5238750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p̃</a:t>
            </a:r>
          </a:p>
        </p:txBody>
      </p:sp>
      <p:sp>
        <p:nvSpPr>
          <p:cNvPr id="677" name="symbol_675::677_textbox">
            <a:extLst>
              <a:ext uri="{FF2B5EF4-FFF2-40B4-BE49-F238E27FC236}">
                <a16:creationId xmlns:a16="http://schemas.microsoft.com/office/drawing/2014/main" id="{A32B469A-7174-4838-B236-3331E88C50BA}"/>
              </a:ext>
            </a:extLst>
          </p:cNvPr>
          <p:cNvSpPr>
            <a:spLocks noGrp="1"/>
          </p:cNvSpPr>
          <p:nvPr/>
        </p:nvSpPr>
        <p:spPr>
          <a:xfrm>
            <a:off x="409575" y="5319332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i</a:t>
            </a:r>
          </a:p>
        </p:txBody>
      </p:sp>
      <p:sp>
        <p:nvSpPr>
          <p:cNvPr id="678" name="678_textbox">
            <a:extLst>
              <a:ext uri="{FF2B5EF4-FFF2-40B4-BE49-F238E27FC236}">
                <a16:creationId xmlns:a16="http://schemas.microsoft.com/office/drawing/2014/main" id="{A85FA345-FEDF-4E66-97DA-46FE05B993B7}"/>
              </a:ext>
            </a:extLst>
          </p:cNvPr>
          <p:cNvSpPr>
            <a:spLocks noGrp="1"/>
          </p:cNvSpPr>
          <p:nvPr/>
        </p:nvSpPr>
        <p:spPr>
          <a:xfrm>
            <a:off x="457200" y="5286375"/>
            <a:ext cx="9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,</a:t>
            </a:r>
          </a:p>
        </p:txBody>
      </p:sp>
      <p:sp>
        <p:nvSpPr>
          <p:cNvPr id="679" name="symbol_678::679_textbox">
            <a:extLst>
              <a:ext uri="{FF2B5EF4-FFF2-40B4-BE49-F238E27FC236}">
                <a16:creationId xmlns:a16="http://schemas.microsoft.com/office/drawing/2014/main" id="{2A30E002-2942-4C97-84A8-47A8862DF74C}"/>
              </a:ext>
            </a:extLst>
          </p:cNvPr>
          <p:cNvSpPr>
            <a:spLocks noGrp="1"/>
          </p:cNvSpPr>
          <p:nvPr/>
        </p:nvSpPr>
        <p:spPr>
          <a:xfrm>
            <a:off x="600075" y="5238750"/>
            <a:ext cx="13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ũ</a:t>
            </a:r>
          </a:p>
        </p:txBody>
      </p:sp>
      <p:sp>
        <p:nvSpPr>
          <p:cNvPr id="680" name="symbol_678::680_textbox">
            <a:extLst>
              <a:ext uri="{FF2B5EF4-FFF2-40B4-BE49-F238E27FC236}">
                <a16:creationId xmlns:a16="http://schemas.microsoft.com/office/drawing/2014/main" id="{DB5BA848-B004-415D-BEC2-A46E84CE3207}"/>
              </a:ext>
            </a:extLst>
          </p:cNvPr>
          <p:cNvSpPr>
            <a:spLocks noGrp="1"/>
          </p:cNvSpPr>
          <p:nvPr/>
        </p:nvSpPr>
        <p:spPr>
          <a:xfrm>
            <a:off x="695325" y="5319332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i</a:t>
            </a:r>
          </a:p>
        </p:txBody>
      </p:sp>
      <p:sp>
        <p:nvSpPr>
          <p:cNvPr id="681" name="vector_680::681_rect">
            <a:extLst>
              <a:ext uri="{FF2B5EF4-FFF2-40B4-BE49-F238E27FC236}">
                <a16:creationId xmlns:a16="http://schemas.microsoft.com/office/drawing/2014/main" id="{CC307DAB-80C3-4BB3-97FB-CDB7ECB4FFB6}"/>
              </a:ext>
            </a:extLst>
          </p:cNvPr>
          <p:cNvSpPr>
            <a:spLocks noGrp="1"/>
          </p:cNvSpPr>
          <p:nvPr/>
        </p:nvSpPr>
        <p:spPr>
          <a:xfrm>
            <a:off x="323850" y="5524500"/>
            <a:ext cx="133350" cy="171450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2" name="vector_680::682_rect">
            <a:extLst>
              <a:ext uri="{FF2B5EF4-FFF2-40B4-BE49-F238E27FC236}">
                <a16:creationId xmlns:a16="http://schemas.microsoft.com/office/drawing/2014/main" id="{6DE11904-2252-4C36-A8A5-7B7FA26AC785}"/>
              </a:ext>
            </a:extLst>
          </p:cNvPr>
          <p:cNvSpPr>
            <a:spLocks noGrp="1"/>
          </p:cNvSpPr>
          <p:nvPr/>
        </p:nvSpPr>
        <p:spPr>
          <a:xfrm>
            <a:off x="457200" y="5524500"/>
            <a:ext cx="133350" cy="171450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3" name="vector_680::683_rect">
            <a:extLst>
              <a:ext uri="{FF2B5EF4-FFF2-40B4-BE49-F238E27FC236}">
                <a16:creationId xmlns:a16="http://schemas.microsoft.com/office/drawing/2014/main" id="{77D0269F-49B4-4865-ADD5-C75A3A3571BC}"/>
              </a:ext>
            </a:extLst>
          </p:cNvPr>
          <p:cNvSpPr>
            <a:spLocks noGrp="1"/>
          </p:cNvSpPr>
          <p:nvPr/>
        </p:nvSpPr>
        <p:spPr>
          <a:xfrm>
            <a:off x="590550" y="5524500"/>
            <a:ext cx="133350" cy="171450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4" name="vector_680::684_rect">
            <a:extLst>
              <a:ext uri="{FF2B5EF4-FFF2-40B4-BE49-F238E27FC236}">
                <a16:creationId xmlns:a16="http://schemas.microsoft.com/office/drawing/2014/main" id="{D2846338-3DCB-4788-8501-AB1975FD1371}"/>
              </a:ext>
            </a:extLst>
          </p:cNvPr>
          <p:cNvSpPr>
            <a:spLocks noGrp="1"/>
          </p:cNvSpPr>
          <p:nvPr/>
        </p:nvSpPr>
        <p:spPr>
          <a:xfrm>
            <a:off x="323850" y="5524500"/>
            <a:ext cx="400050" cy="171450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5" name="685_path">
            <a:extLst>
              <a:ext uri="{FF2B5EF4-FFF2-40B4-BE49-F238E27FC236}">
                <a16:creationId xmlns:a16="http://schemas.microsoft.com/office/drawing/2014/main" id="{EF802D78-3638-4A06-8B8E-6FB9EADC556F}"/>
              </a:ext>
            </a:extLst>
          </p:cNvPr>
          <p:cNvSpPr>
            <a:spLocks noGrp="1"/>
          </p:cNvSpPr>
          <p:nvPr/>
        </p:nvSpPr>
        <p:spPr>
          <a:xfrm>
            <a:off x="781050" y="5610225"/>
            <a:ext cx="390525" cy="95"/>
          </a:xfrm>
          <a:custGeom>
            <a:avLst/>
            <a:gdLst/>
            <a:ahLst/>
            <a:cxnLst/>
            <a:rect l="0" t="0" r="0" b="0"/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6" name="686_path">
            <a:extLst>
              <a:ext uri="{FF2B5EF4-FFF2-40B4-BE49-F238E27FC236}">
                <a16:creationId xmlns:a16="http://schemas.microsoft.com/office/drawing/2014/main" id="{7067D2DD-BA9A-4A93-8304-DBBCD294FFA2}"/>
              </a:ext>
            </a:extLst>
          </p:cNvPr>
          <p:cNvSpPr>
            <a:spLocks noGrp="1"/>
          </p:cNvSpPr>
          <p:nvPr/>
        </p:nvSpPr>
        <p:spPr>
          <a:xfrm>
            <a:off x="1131170" y="5587189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7" name="687_rect">
            <a:extLst>
              <a:ext uri="{FF2B5EF4-FFF2-40B4-BE49-F238E27FC236}">
                <a16:creationId xmlns:a16="http://schemas.microsoft.com/office/drawing/2014/main" id="{C1FABE02-6B73-426C-BF17-C7BE1BCB2799}"/>
              </a:ext>
            </a:extLst>
          </p:cNvPr>
          <p:cNvSpPr>
            <a:spLocks noGrp="1"/>
          </p:cNvSpPr>
          <p:nvPr/>
        </p:nvSpPr>
        <p:spPr>
          <a:xfrm>
            <a:off x="1200150" y="5410200"/>
            <a:ext cx="714375" cy="371475"/>
          </a:xfrm>
          <a:prstGeom prst="rect">
            <a:avLst/>
          </a:prstGeom>
          <a:solidFill>
            <a:srgbClr val="EDC2A0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8" name="688_textbox">
            <a:extLst>
              <a:ext uri="{FF2B5EF4-FFF2-40B4-BE49-F238E27FC236}">
                <a16:creationId xmlns:a16="http://schemas.microsoft.com/office/drawing/2014/main" id="{BA3E2EC0-3B9E-4C6D-A7EE-87E456945942}"/>
              </a:ext>
            </a:extLst>
          </p:cNvPr>
          <p:cNvSpPr>
            <a:spLocks noGrp="1"/>
          </p:cNvSpPr>
          <p:nvPr/>
        </p:nvSpPr>
        <p:spPr>
          <a:xfrm>
            <a:off x="1228725" y="5419725"/>
            <a:ext cx="6572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Scalar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adapter</a:t>
            </a:r>
          </a:p>
        </p:txBody>
      </p:sp>
      <p:sp>
        <p:nvSpPr>
          <p:cNvPr id="689" name="flame_688::689_path">
            <a:extLst>
              <a:ext uri="{FF2B5EF4-FFF2-40B4-BE49-F238E27FC236}">
                <a16:creationId xmlns:a16="http://schemas.microsoft.com/office/drawing/2014/main" id="{82AC2FCF-8CAE-4F66-82BB-ECCD1D452CF5}"/>
              </a:ext>
            </a:extLst>
          </p:cNvPr>
          <p:cNvSpPr>
            <a:spLocks noGrp="1"/>
          </p:cNvSpPr>
          <p:nvPr/>
        </p:nvSpPr>
        <p:spPr>
          <a:xfrm>
            <a:off x="1819275" y="5238750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0" name="flame_688::690_path">
            <a:extLst>
              <a:ext uri="{FF2B5EF4-FFF2-40B4-BE49-F238E27FC236}">
                <a16:creationId xmlns:a16="http://schemas.microsoft.com/office/drawing/2014/main" id="{D78A8250-0177-4BA4-8623-B7B9AC1A7454}"/>
              </a:ext>
            </a:extLst>
          </p:cNvPr>
          <p:cNvSpPr>
            <a:spLocks noGrp="1"/>
          </p:cNvSpPr>
          <p:nvPr/>
        </p:nvSpPr>
        <p:spPr>
          <a:xfrm>
            <a:off x="1860137" y="5293233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2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1" name="691_path">
            <a:extLst>
              <a:ext uri="{FF2B5EF4-FFF2-40B4-BE49-F238E27FC236}">
                <a16:creationId xmlns:a16="http://schemas.microsoft.com/office/drawing/2014/main" id="{D2137D7D-7A6E-4D3B-B1C7-14AA35714BAF}"/>
              </a:ext>
            </a:extLst>
          </p:cNvPr>
          <p:cNvSpPr>
            <a:spLocks noGrp="1"/>
          </p:cNvSpPr>
          <p:nvPr/>
        </p:nvSpPr>
        <p:spPr>
          <a:xfrm>
            <a:off x="1943100" y="5610225"/>
            <a:ext cx="161925" cy="95"/>
          </a:xfrm>
          <a:custGeom>
            <a:avLst/>
            <a:gdLst/>
            <a:ahLst/>
            <a:cxnLst/>
            <a:rect l="0" t="0" r="0" b="0"/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2" name="692_path">
            <a:extLst>
              <a:ext uri="{FF2B5EF4-FFF2-40B4-BE49-F238E27FC236}">
                <a16:creationId xmlns:a16="http://schemas.microsoft.com/office/drawing/2014/main" id="{6BB6D8D2-1219-4926-9B49-08C431A66177}"/>
              </a:ext>
            </a:extLst>
          </p:cNvPr>
          <p:cNvSpPr>
            <a:spLocks noGrp="1"/>
          </p:cNvSpPr>
          <p:nvPr/>
        </p:nvSpPr>
        <p:spPr>
          <a:xfrm>
            <a:off x="2064620" y="5587189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3" name="vector_692::693_rect">
            <a:extLst>
              <a:ext uri="{FF2B5EF4-FFF2-40B4-BE49-F238E27FC236}">
                <a16:creationId xmlns:a16="http://schemas.microsoft.com/office/drawing/2014/main" id="{855C4F7E-EBAA-42E0-BCCD-F2E379566BBD}"/>
              </a:ext>
            </a:extLst>
          </p:cNvPr>
          <p:cNvSpPr>
            <a:spLocks noGrp="1"/>
          </p:cNvSpPr>
          <p:nvPr/>
        </p:nvSpPr>
        <p:spPr>
          <a:xfrm>
            <a:off x="2124075" y="5505450"/>
            <a:ext cx="74613" cy="18097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4" name="vector_692::694_rect">
            <a:extLst>
              <a:ext uri="{FF2B5EF4-FFF2-40B4-BE49-F238E27FC236}">
                <a16:creationId xmlns:a16="http://schemas.microsoft.com/office/drawing/2014/main" id="{F1610471-1F26-4EC7-B29A-8790CD87C58D}"/>
              </a:ext>
            </a:extLst>
          </p:cNvPr>
          <p:cNvSpPr>
            <a:spLocks noGrp="1"/>
          </p:cNvSpPr>
          <p:nvPr/>
        </p:nvSpPr>
        <p:spPr>
          <a:xfrm>
            <a:off x="2198688" y="5505450"/>
            <a:ext cx="74613" cy="18097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5" name="vector_692::695_rect">
            <a:extLst>
              <a:ext uri="{FF2B5EF4-FFF2-40B4-BE49-F238E27FC236}">
                <a16:creationId xmlns:a16="http://schemas.microsoft.com/office/drawing/2014/main" id="{33641895-2B75-4363-AD5B-61771ADC4DFC}"/>
              </a:ext>
            </a:extLst>
          </p:cNvPr>
          <p:cNvSpPr>
            <a:spLocks noGrp="1"/>
          </p:cNvSpPr>
          <p:nvPr/>
        </p:nvSpPr>
        <p:spPr>
          <a:xfrm>
            <a:off x="2273300" y="5505450"/>
            <a:ext cx="74613" cy="18097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6" name="vector_692::696_rect">
            <a:extLst>
              <a:ext uri="{FF2B5EF4-FFF2-40B4-BE49-F238E27FC236}">
                <a16:creationId xmlns:a16="http://schemas.microsoft.com/office/drawing/2014/main" id="{06B6A5E0-3E34-4B51-8D51-3476A2CC1933}"/>
              </a:ext>
            </a:extLst>
          </p:cNvPr>
          <p:cNvSpPr>
            <a:spLocks noGrp="1"/>
          </p:cNvSpPr>
          <p:nvPr/>
        </p:nvSpPr>
        <p:spPr>
          <a:xfrm>
            <a:off x="2347913" y="5505450"/>
            <a:ext cx="74613" cy="18097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7" name="vector_692::697_rect">
            <a:extLst>
              <a:ext uri="{FF2B5EF4-FFF2-40B4-BE49-F238E27FC236}">
                <a16:creationId xmlns:a16="http://schemas.microsoft.com/office/drawing/2014/main" id="{F8BE47F8-8F71-41CB-A9D2-A129E130438B}"/>
              </a:ext>
            </a:extLst>
          </p:cNvPr>
          <p:cNvSpPr>
            <a:spLocks noGrp="1"/>
          </p:cNvSpPr>
          <p:nvPr/>
        </p:nvSpPr>
        <p:spPr>
          <a:xfrm>
            <a:off x="2422525" y="5505450"/>
            <a:ext cx="74613" cy="18097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8" name="vector_692::698_rect">
            <a:extLst>
              <a:ext uri="{FF2B5EF4-FFF2-40B4-BE49-F238E27FC236}">
                <a16:creationId xmlns:a16="http://schemas.microsoft.com/office/drawing/2014/main" id="{81614CAE-A6AD-44EC-9B81-7AD44077EFA4}"/>
              </a:ext>
            </a:extLst>
          </p:cNvPr>
          <p:cNvSpPr>
            <a:spLocks noGrp="1"/>
          </p:cNvSpPr>
          <p:nvPr/>
        </p:nvSpPr>
        <p:spPr>
          <a:xfrm>
            <a:off x="2497138" y="5505450"/>
            <a:ext cx="74613" cy="18097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9" name="vector_692::699_rect">
            <a:extLst>
              <a:ext uri="{FF2B5EF4-FFF2-40B4-BE49-F238E27FC236}">
                <a16:creationId xmlns:a16="http://schemas.microsoft.com/office/drawing/2014/main" id="{20D2A475-740B-4B0A-8A5F-F7F4ED39CACD}"/>
              </a:ext>
            </a:extLst>
          </p:cNvPr>
          <p:cNvSpPr>
            <a:spLocks noGrp="1"/>
          </p:cNvSpPr>
          <p:nvPr/>
        </p:nvSpPr>
        <p:spPr>
          <a:xfrm>
            <a:off x="2124075" y="5505450"/>
            <a:ext cx="447675" cy="18097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0" name="700_textbox">
            <a:extLst>
              <a:ext uri="{FF2B5EF4-FFF2-40B4-BE49-F238E27FC236}">
                <a16:creationId xmlns:a16="http://schemas.microsoft.com/office/drawing/2014/main" id="{A851FD49-9657-45FE-8246-716048B187E4}"/>
              </a:ext>
            </a:extLst>
          </p:cNvPr>
          <p:cNvSpPr>
            <a:spLocks noGrp="1"/>
          </p:cNvSpPr>
          <p:nvPr/>
        </p:nvSpPr>
        <p:spPr>
          <a:xfrm>
            <a:off x="200025" y="58864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Expert ID</a:t>
            </a:r>
          </a:p>
        </p:txBody>
      </p:sp>
      <p:sp>
        <p:nvSpPr>
          <p:cNvPr id="701" name="701_rect">
            <a:extLst>
              <a:ext uri="{FF2B5EF4-FFF2-40B4-BE49-F238E27FC236}">
                <a16:creationId xmlns:a16="http://schemas.microsoft.com/office/drawing/2014/main" id="{C54A1803-DFE6-4D7C-9D4D-28B3542D99C3}"/>
              </a:ext>
            </a:extLst>
          </p:cNvPr>
          <p:cNvSpPr>
            <a:spLocks noGrp="1"/>
          </p:cNvSpPr>
          <p:nvPr/>
        </p:nvSpPr>
        <p:spPr>
          <a:xfrm>
            <a:off x="323850" y="6105525"/>
            <a:ext cx="266700" cy="238125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2" name="702_textbox">
            <a:extLst>
              <a:ext uri="{FF2B5EF4-FFF2-40B4-BE49-F238E27FC236}">
                <a16:creationId xmlns:a16="http://schemas.microsoft.com/office/drawing/2014/main" id="{72CDEF90-0634-4113-BD06-1EEAA6160B14}"/>
              </a:ext>
            </a:extLst>
          </p:cNvPr>
          <p:cNvSpPr>
            <a:spLocks noGrp="1"/>
          </p:cNvSpPr>
          <p:nvPr/>
        </p:nvSpPr>
        <p:spPr>
          <a:xfrm>
            <a:off x="352425" y="6115050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3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i</a:t>
            </a:r>
          </a:p>
        </p:txBody>
      </p:sp>
      <p:sp>
        <p:nvSpPr>
          <p:cNvPr id="703" name="703_path">
            <a:extLst>
              <a:ext uri="{FF2B5EF4-FFF2-40B4-BE49-F238E27FC236}">
                <a16:creationId xmlns:a16="http://schemas.microsoft.com/office/drawing/2014/main" id="{AB102C43-D6AE-44FE-9EF2-24699A9CBD12}"/>
              </a:ext>
            </a:extLst>
          </p:cNvPr>
          <p:cNvSpPr>
            <a:spLocks noGrp="1"/>
          </p:cNvSpPr>
          <p:nvPr/>
        </p:nvSpPr>
        <p:spPr>
          <a:xfrm>
            <a:off x="638175" y="6219825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4" name="704_path">
            <a:extLst>
              <a:ext uri="{FF2B5EF4-FFF2-40B4-BE49-F238E27FC236}">
                <a16:creationId xmlns:a16="http://schemas.microsoft.com/office/drawing/2014/main" id="{2BCF39CF-DE5B-42FB-91C7-58D7F3551D01}"/>
              </a:ext>
            </a:extLst>
          </p:cNvPr>
          <p:cNvSpPr>
            <a:spLocks noGrp="1"/>
          </p:cNvSpPr>
          <p:nvPr/>
        </p:nvSpPr>
        <p:spPr>
          <a:xfrm>
            <a:off x="1131170" y="6196789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5" name="705_rect">
            <a:extLst>
              <a:ext uri="{FF2B5EF4-FFF2-40B4-BE49-F238E27FC236}">
                <a16:creationId xmlns:a16="http://schemas.microsoft.com/office/drawing/2014/main" id="{78541A61-6C6E-47DD-B9E1-C1E747B374C6}"/>
              </a:ext>
            </a:extLst>
          </p:cNvPr>
          <p:cNvSpPr>
            <a:spLocks noGrp="1"/>
          </p:cNvSpPr>
          <p:nvPr/>
        </p:nvSpPr>
        <p:spPr>
          <a:xfrm>
            <a:off x="1200150" y="6048375"/>
            <a:ext cx="714375" cy="333375"/>
          </a:xfrm>
          <a:prstGeom prst="rect">
            <a:avLst/>
          </a:prstGeom>
          <a:solidFill>
            <a:srgbClr val="C8B9D4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6" name="matrix_705::706_path">
            <a:extLst>
              <a:ext uri="{FF2B5EF4-FFF2-40B4-BE49-F238E27FC236}">
                <a16:creationId xmlns:a16="http://schemas.microsoft.com/office/drawing/2014/main" id="{085CA1EC-D525-460A-9786-BA698E50AAB2}"/>
              </a:ext>
            </a:extLst>
          </p:cNvPr>
          <p:cNvSpPr>
            <a:spLocks noGrp="1"/>
          </p:cNvSpPr>
          <p:nvPr/>
        </p:nvSpPr>
        <p:spPr>
          <a:xfrm>
            <a:off x="1304925" y="6115050"/>
            <a:ext cx="276225" cy="200025"/>
          </a:xfrm>
          <a:custGeom>
            <a:avLst/>
            <a:gdLst/>
            <a:ahLst/>
            <a:cxnLst/>
            <a:rect l="0" t="0" r="0" b="0"/>
            <a:pathLst>
              <a:path w="276225" h="200025">
                <a:moveTo>
                  <a:pt x="0" y="0"/>
                </a:moveTo>
                <a:lnTo>
                  <a:pt x="276225" y="0"/>
                </a:lnTo>
                <a:lnTo>
                  <a:pt x="276225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7" name="matrix_705::707_path">
            <a:extLst>
              <a:ext uri="{FF2B5EF4-FFF2-40B4-BE49-F238E27FC236}">
                <a16:creationId xmlns:a16="http://schemas.microsoft.com/office/drawing/2014/main" id="{A3A45A18-1F71-4725-9068-B3649D8F68E1}"/>
              </a:ext>
            </a:extLst>
          </p:cNvPr>
          <p:cNvSpPr>
            <a:spLocks noGrp="1"/>
          </p:cNvSpPr>
          <p:nvPr/>
        </p:nvSpPr>
        <p:spPr>
          <a:xfrm>
            <a:off x="1333500" y="6143625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8" name="matrix_705::708_path">
            <a:extLst>
              <a:ext uri="{FF2B5EF4-FFF2-40B4-BE49-F238E27FC236}">
                <a16:creationId xmlns:a16="http://schemas.microsoft.com/office/drawing/2014/main" id="{AC040BA9-0560-467C-B06D-2FA258A7F5EB}"/>
              </a:ext>
            </a:extLst>
          </p:cNvPr>
          <p:cNvSpPr>
            <a:spLocks noGrp="1"/>
          </p:cNvSpPr>
          <p:nvPr/>
        </p:nvSpPr>
        <p:spPr>
          <a:xfrm>
            <a:off x="1377315" y="6143625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9" name="matrix_705::709_path">
            <a:extLst>
              <a:ext uri="{FF2B5EF4-FFF2-40B4-BE49-F238E27FC236}">
                <a16:creationId xmlns:a16="http://schemas.microsoft.com/office/drawing/2014/main" id="{BC51EF65-03E6-4132-B06C-7D1528136D1A}"/>
              </a:ext>
            </a:extLst>
          </p:cNvPr>
          <p:cNvSpPr>
            <a:spLocks noGrp="1"/>
          </p:cNvSpPr>
          <p:nvPr/>
        </p:nvSpPr>
        <p:spPr>
          <a:xfrm>
            <a:off x="1421130" y="6143625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0" name="matrix_705::710_path">
            <a:extLst>
              <a:ext uri="{FF2B5EF4-FFF2-40B4-BE49-F238E27FC236}">
                <a16:creationId xmlns:a16="http://schemas.microsoft.com/office/drawing/2014/main" id="{8065C99E-F12A-40E3-8134-842DF24842F4}"/>
              </a:ext>
            </a:extLst>
          </p:cNvPr>
          <p:cNvSpPr>
            <a:spLocks noGrp="1"/>
          </p:cNvSpPr>
          <p:nvPr/>
        </p:nvSpPr>
        <p:spPr>
          <a:xfrm>
            <a:off x="1464945" y="6143625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1" name="matrix_705::711_path">
            <a:extLst>
              <a:ext uri="{FF2B5EF4-FFF2-40B4-BE49-F238E27FC236}">
                <a16:creationId xmlns:a16="http://schemas.microsoft.com/office/drawing/2014/main" id="{14AA95BC-54EE-4BB1-8E58-823A3AAA9BC8}"/>
              </a:ext>
            </a:extLst>
          </p:cNvPr>
          <p:cNvSpPr>
            <a:spLocks noGrp="1"/>
          </p:cNvSpPr>
          <p:nvPr/>
        </p:nvSpPr>
        <p:spPr>
          <a:xfrm>
            <a:off x="1508760" y="6143625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2" name="matrix_705::712_path">
            <a:extLst>
              <a:ext uri="{FF2B5EF4-FFF2-40B4-BE49-F238E27FC236}">
                <a16:creationId xmlns:a16="http://schemas.microsoft.com/office/drawing/2014/main" id="{A722377D-6865-4DDF-8036-81861D842AB1}"/>
              </a:ext>
            </a:extLst>
          </p:cNvPr>
          <p:cNvSpPr>
            <a:spLocks noGrp="1"/>
          </p:cNvSpPr>
          <p:nvPr/>
        </p:nvSpPr>
        <p:spPr>
          <a:xfrm>
            <a:off x="1333500" y="6179344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3" name="matrix_705::713_path">
            <a:extLst>
              <a:ext uri="{FF2B5EF4-FFF2-40B4-BE49-F238E27FC236}">
                <a16:creationId xmlns:a16="http://schemas.microsoft.com/office/drawing/2014/main" id="{04CE5C3E-973B-4BCD-8DE3-F0B42A8B1939}"/>
              </a:ext>
            </a:extLst>
          </p:cNvPr>
          <p:cNvSpPr>
            <a:spLocks noGrp="1"/>
          </p:cNvSpPr>
          <p:nvPr/>
        </p:nvSpPr>
        <p:spPr>
          <a:xfrm>
            <a:off x="1377315" y="6179344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4" name="matrix_705::714_path">
            <a:extLst>
              <a:ext uri="{FF2B5EF4-FFF2-40B4-BE49-F238E27FC236}">
                <a16:creationId xmlns:a16="http://schemas.microsoft.com/office/drawing/2014/main" id="{75D9778A-CEAD-4A85-A1C6-197BE2D48775}"/>
              </a:ext>
            </a:extLst>
          </p:cNvPr>
          <p:cNvSpPr>
            <a:spLocks noGrp="1"/>
          </p:cNvSpPr>
          <p:nvPr/>
        </p:nvSpPr>
        <p:spPr>
          <a:xfrm>
            <a:off x="1421130" y="6179344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5" name="matrix_705::715_path">
            <a:extLst>
              <a:ext uri="{FF2B5EF4-FFF2-40B4-BE49-F238E27FC236}">
                <a16:creationId xmlns:a16="http://schemas.microsoft.com/office/drawing/2014/main" id="{F8DF144A-F122-446F-8A35-B9BF6AC479B9}"/>
              </a:ext>
            </a:extLst>
          </p:cNvPr>
          <p:cNvSpPr>
            <a:spLocks noGrp="1"/>
          </p:cNvSpPr>
          <p:nvPr/>
        </p:nvSpPr>
        <p:spPr>
          <a:xfrm>
            <a:off x="1464945" y="6179344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6" name="matrix_705::716_path">
            <a:extLst>
              <a:ext uri="{FF2B5EF4-FFF2-40B4-BE49-F238E27FC236}">
                <a16:creationId xmlns:a16="http://schemas.microsoft.com/office/drawing/2014/main" id="{3255497E-7914-41D4-87A4-B5594E275845}"/>
              </a:ext>
            </a:extLst>
          </p:cNvPr>
          <p:cNvSpPr>
            <a:spLocks noGrp="1"/>
          </p:cNvSpPr>
          <p:nvPr/>
        </p:nvSpPr>
        <p:spPr>
          <a:xfrm>
            <a:off x="1508760" y="6179344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7" name="matrix_705::717_path">
            <a:extLst>
              <a:ext uri="{FF2B5EF4-FFF2-40B4-BE49-F238E27FC236}">
                <a16:creationId xmlns:a16="http://schemas.microsoft.com/office/drawing/2014/main" id="{DF6A92A5-7274-4F50-A852-C4F08383245F}"/>
              </a:ext>
            </a:extLst>
          </p:cNvPr>
          <p:cNvSpPr>
            <a:spLocks noGrp="1"/>
          </p:cNvSpPr>
          <p:nvPr/>
        </p:nvSpPr>
        <p:spPr>
          <a:xfrm>
            <a:off x="1333500" y="6215063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8" name="matrix_705::718_path">
            <a:extLst>
              <a:ext uri="{FF2B5EF4-FFF2-40B4-BE49-F238E27FC236}">
                <a16:creationId xmlns:a16="http://schemas.microsoft.com/office/drawing/2014/main" id="{2354C216-C5E7-46DB-898C-684F0C0B7943}"/>
              </a:ext>
            </a:extLst>
          </p:cNvPr>
          <p:cNvSpPr>
            <a:spLocks noGrp="1"/>
          </p:cNvSpPr>
          <p:nvPr/>
        </p:nvSpPr>
        <p:spPr>
          <a:xfrm>
            <a:off x="1377315" y="6215063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9" name="matrix_705::719_path">
            <a:extLst>
              <a:ext uri="{FF2B5EF4-FFF2-40B4-BE49-F238E27FC236}">
                <a16:creationId xmlns:a16="http://schemas.microsoft.com/office/drawing/2014/main" id="{6BC0D863-8AA1-4709-A1E2-8EC9A3C6E9E4}"/>
              </a:ext>
            </a:extLst>
          </p:cNvPr>
          <p:cNvSpPr>
            <a:spLocks noGrp="1"/>
          </p:cNvSpPr>
          <p:nvPr/>
        </p:nvSpPr>
        <p:spPr>
          <a:xfrm>
            <a:off x="1421130" y="6215063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0" name="matrix_705::720_path">
            <a:extLst>
              <a:ext uri="{FF2B5EF4-FFF2-40B4-BE49-F238E27FC236}">
                <a16:creationId xmlns:a16="http://schemas.microsoft.com/office/drawing/2014/main" id="{E16A3718-8F09-4E25-A127-F28772ACFBA3}"/>
              </a:ext>
            </a:extLst>
          </p:cNvPr>
          <p:cNvSpPr>
            <a:spLocks noGrp="1"/>
          </p:cNvSpPr>
          <p:nvPr/>
        </p:nvSpPr>
        <p:spPr>
          <a:xfrm>
            <a:off x="1464945" y="6215063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1" name="matrix_705::721_path">
            <a:extLst>
              <a:ext uri="{FF2B5EF4-FFF2-40B4-BE49-F238E27FC236}">
                <a16:creationId xmlns:a16="http://schemas.microsoft.com/office/drawing/2014/main" id="{E814FA0F-9B2D-48BC-999F-BE76389DBAAD}"/>
              </a:ext>
            </a:extLst>
          </p:cNvPr>
          <p:cNvSpPr>
            <a:spLocks noGrp="1"/>
          </p:cNvSpPr>
          <p:nvPr/>
        </p:nvSpPr>
        <p:spPr>
          <a:xfrm>
            <a:off x="1508760" y="6215063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2" name="matrix_705::722_path">
            <a:extLst>
              <a:ext uri="{FF2B5EF4-FFF2-40B4-BE49-F238E27FC236}">
                <a16:creationId xmlns:a16="http://schemas.microsoft.com/office/drawing/2014/main" id="{9265E8F8-753B-420B-B083-46F740CF526B}"/>
              </a:ext>
            </a:extLst>
          </p:cNvPr>
          <p:cNvSpPr>
            <a:spLocks noGrp="1"/>
          </p:cNvSpPr>
          <p:nvPr/>
        </p:nvSpPr>
        <p:spPr>
          <a:xfrm>
            <a:off x="1333500" y="6250781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3" name="matrix_705::723_path">
            <a:extLst>
              <a:ext uri="{FF2B5EF4-FFF2-40B4-BE49-F238E27FC236}">
                <a16:creationId xmlns:a16="http://schemas.microsoft.com/office/drawing/2014/main" id="{7AECAF28-D630-420C-B99B-28E788592168}"/>
              </a:ext>
            </a:extLst>
          </p:cNvPr>
          <p:cNvSpPr>
            <a:spLocks noGrp="1"/>
          </p:cNvSpPr>
          <p:nvPr/>
        </p:nvSpPr>
        <p:spPr>
          <a:xfrm>
            <a:off x="1377315" y="6250781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4" name="matrix_705::724_path">
            <a:extLst>
              <a:ext uri="{FF2B5EF4-FFF2-40B4-BE49-F238E27FC236}">
                <a16:creationId xmlns:a16="http://schemas.microsoft.com/office/drawing/2014/main" id="{97C4AA7F-36A6-4330-A2C4-74336B64F329}"/>
              </a:ext>
            </a:extLst>
          </p:cNvPr>
          <p:cNvSpPr>
            <a:spLocks noGrp="1"/>
          </p:cNvSpPr>
          <p:nvPr/>
        </p:nvSpPr>
        <p:spPr>
          <a:xfrm>
            <a:off x="1421130" y="6250781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5" name="matrix_705::725_path">
            <a:extLst>
              <a:ext uri="{FF2B5EF4-FFF2-40B4-BE49-F238E27FC236}">
                <a16:creationId xmlns:a16="http://schemas.microsoft.com/office/drawing/2014/main" id="{D308DEDB-71F1-4522-8F2E-D78B84D3767D}"/>
              </a:ext>
            </a:extLst>
          </p:cNvPr>
          <p:cNvSpPr>
            <a:spLocks noGrp="1"/>
          </p:cNvSpPr>
          <p:nvPr/>
        </p:nvSpPr>
        <p:spPr>
          <a:xfrm>
            <a:off x="1464945" y="6250781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6" name="matrix_705::726_path">
            <a:extLst>
              <a:ext uri="{FF2B5EF4-FFF2-40B4-BE49-F238E27FC236}">
                <a16:creationId xmlns:a16="http://schemas.microsoft.com/office/drawing/2014/main" id="{5486A356-0939-4629-AE05-716FD6F5A3FE}"/>
              </a:ext>
            </a:extLst>
          </p:cNvPr>
          <p:cNvSpPr>
            <a:spLocks noGrp="1"/>
          </p:cNvSpPr>
          <p:nvPr/>
        </p:nvSpPr>
        <p:spPr>
          <a:xfrm>
            <a:off x="1508760" y="6250781"/>
            <a:ext cx="26670" cy="19526"/>
          </a:xfrm>
          <a:custGeom>
            <a:avLst/>
            <a:gdLst/>
            <a:ahLst/>
            <a:cxnLst/>
            <a:rect l="0" t="0" r="0" b="0"/>
            <a:pathLst>
              <a:path w="26670" h="19526">
                <a:moveTo>
                  <a:pt x="0" y="0"/>
                </a:moveTo>
                <a:lnTo>
                  <a:pt x="26670" y="0"/>
                </a:lnTo>
                <a:lnTo>
                  <a:pt x="26670" y="19526"/>
                </a:lnTo>
                <a:lnTo>
                  <a:pt x="0" y="19526"/>
                </a:lnTo>
                <a:close/>
              </a:path>
            </a:pathLst>
          </a:custGeom>
          <a:solidFill>
            <a:srgbClr val="9D80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7" name="symbol_726::727_textbox">
            <a:extLst>
              <a:ext uri="{FF2B5EF4-FFF2-40B4-BE49-F238E27FC236}">
                <a16:creationId xmlns:a16="http://schemas.microsoft.com/office/drawing/2014/main" id="{9129B43E-346B-4254-8F56-A8C4F4AA4779}"/>
              </a:ext>
            </a:extLst>
          </p:cNvPr>
          <p:cNvSpPr>
            <a:spLocks noGrp="1"/>
          </p:cNvSpPr>
          <p:nvPr/>
        </p:nvSpPr>
        <p:spPr>
          <a:xfrm>
            <a:off x="1685925" y="6105525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e</a:t>
            </a:r>
          </a:p>
        </p:txBody>
      </p:sp>
      <p:sp>
        <p:nvSpPr>
          <p:cNvPr id="728" name="symbol_726::728_textbox">
            <a:extLst>
              <a:ext uri="{FF2B5EF4-FFF2-40B4-BE49-F238E27FC236}">
                <a16:creationId xmlns:a16="http://schemas.microsoft.com/office/drawing/2014/main" id="{D4DB3612-584A-4BA6-A92B-77F5A58E7DBE}"/>
              </a:ext>
            </a:extLst>
          </p:cNvPr>
          <p:cNvSpPr>
            <a:spLocks noGrp="1"/>
          </p:cNvSpPr>
          <p:nvPr/>
        </p:nvSpPr>
        <p:spPr>
          <a:xfrm>
            <a:off x="1771650" y="618610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i</a:t>
            </a:r>
          </a:p>
        </p:txBody>
      </p:sp>
      <p:sp>
        <p:nvSpPr>
          <p:cNvPr id="729" name="flame_728::729_path">
            <a:extLst>
              <a:ext uri="{FF2B5EF4-FFF2-40B4-BE49-F238E27FC236}">
                <a16:creationId xmlns:a16="http://schemas.microsoft.com/office/drawing/2014/main" id="{44047BC0-A55B-4F7C-862A-E355A468DBA3}"/>
              </a:ext>
            </a:extLst>
          </p:cNvPr>
          <p:cNvSpPr>
            <a:spLocks noGrp="1"/>
          </p:cNvSpPr>
          <p:nvPr/>
        </p:nvSpPr>
        <p:spPr>
          <a:xfrm>
            <a:off x="1819275" y="5886450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0" name="flame_728::730_path">
            <a:extLst>
              <a:ext uri="{FF2B5EF4-FFF2-40B4-BE49-F238E27FC236}">
                <a16:creationId xmlns:a16="http://schemas.microsoft.com/office/drawing/2014/main" id="{3683BC51-089A-4743-B859-60D1962AA579}"/>
              </a:ext>
            </a:extLst>
          </p:cNvPr>
          <p:cNvSpPr>
            <a:spLocks noGrp="1"/>
          </p:cNvSpPr>
          <p:nvPr/>
        </p:nvSpPr>
        <p:spPr>
          <a:xfrm>
            <a:off x="1860137" y="5940933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2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1" name="731_path">
            <a:extLst>
              <a:ext uri="{FF2B5EF4-FFF2-40B4-BE49-F238E27FC236}">
                <a16:creationId xmlns:a16="http://schemas.microsoft.com/office/drawing/2014/main" id="{B894F0F9-6197-4527-B2EC-5CABAF83509E}"/>
              </a:ext>
            </a:extLst>
          </p:cNvPr>
          <p:cNvSpPr>
            <a:spLocks noGrp="1"/>
          </p:cNvSpPr>
          <p:nvPr/>
        </p:nvSpPr>
        <p:spPr>
          <a:xfrm>
            <a:off x="1943100" y="6219825"/>
            <a:ext cx="161925" cy="95"/>
          </a:xfrm>
          <a:custGeom>
            <a:avLst/>
            <a:gdLst/>
            <a:ahLst/>
            <a:cxnLst/>
            <a:rect l="0" t="0" r="0" b="0"/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2" name="732_path">
            <a:extLst>
              <a:ext uri="{FF2B5EF4-FFF2-40B4-BE49-F238E27FC236}">
                <a16:creationId xmlns:a16="http://schemas.microsoft.com/office/drawing/2014/main" id="{66610408-EA26-4444-9B89-FA79048980E7}"/>
              </a:ext>
            </a:extLst>
          </p:cNvPr>
          <p:cNvSpPr>
            <a:spLocks noGrp="1"/>
          </p:cNvSpPr>
          <p:nvPr/>
        </p:nvSpPr>
        <p:spPr>
          <a:xfrm>
            <a:off x="2061271" y="61923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3" name="vector_732::733_rect">
            <a:extLst>
              <a:ext uri="{FF2B5EF4-FFF2-40B4-BE49-F238E27FC236}">
                <a16:creationId xmlns:a16="http://schemas.microsoft.com/office/drawing/2014/main" id="{02530BB5-DB89-4B63-84FF-175E0ADFAB49}"/>
              </a:ext>
            </a:extLst>
          </p:cNvPr>
          <p:cNvSpPr>
            <a:spLocks noGrp="1"/>
          </p:cNvSpPr>
          <p:nvPr/>
        </p:nvSpPr>
        <p:spPr>
          <a:xfrm>
            <a:off x="2124075" y="6124575"/>
            <a:ext cx="65314" cy="180975"/>
          </a:xfrm>
          <a:prstGeom prst="rect">
            <a:avLst/>
          </a:prstGeom>
          <a:solidFill>
            <a:srgbClr val="765F86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4" name="vector_732::734_rect">
            <a:extLst>
              <a:ext uri="{FF2B5EF4-FFF2-40B4-BE49-F238E27FC236}">
                <a16:creationId xmlns:a16="http://schemas.microsoft.com/office/drawing/2014/main" id="{CF53DFC4-44EA-4025-AEB1-DA09FF1C8929}"/>
              </a:ext>
            </a:extLst>
          </p:cNvPr>
          <p:cNvSpPr>
            <a:spLocks noGrp="1"/>
          </p:cNvSpPr>
          <p:nvPr/>
        </p:nvSpPr>
        <p:spPr>
          <a:xfrm>
            <a:off x="2189389" y="6124575"/>
            <a:ext cx="65314" cy="180975"/>
          </a:xfrm>
          <a:prstGeom prst="rect">
            <a:avLst/>
          </a:prstGeom>
          <a:solidFill>
            <a:srgbClr val="965B75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5" name="vector_732::735_rect">
            <a:extLst>
              <a:ext uri="{FF2B5EF4-FFF2-40B4-BE49-F238E27FC236}">
                <a16:creationId xmlns:a16="http://schemas.microsoft.com/office/drawing/2014/main" id="{6CFBF53A-60DA-464E-8073-EE5EEE581400}"/>
              </a:ext>
            </a:extLst>
          </p:cNvPr>
          <p:cNvSpPr>
            <a:spLocks noGrp="1"/>
          </p:cNvSpPr>
          <p:nvPr/>
        </p:nvSpPr>
        <p:spPr>
          <a:xfrm>
            <a:off x="2254704" y="6124575"/>
            <a:ext cx="65314" cy="180975"/>
          </a:xfrm>
          <a:prstGeom prst="rect">
            <a:avLst/>
          </a:prstGeom>
          <a:solidFill>
            <a:srgbClr val="7A7190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6" name="vector_732::736_rect">
            <a:extLst>
              <a:ext uri="{FF2B5EF4-FFF2-40B4-BE49-F238E27FC236}">
                <a16:creationId xmlns:a16="http://schemas.microsoft.com/office/drawing/2014/main" id="{C7D405A5-3E8D-4955-8B04-D743D2CE2071}"/>
              </a:ext>
            </a:extLst>
          </p:cNvPr>
          <p:cNvSpPr>
            <a:spLocks noGrp="1"/>
          </p:cNvSpPr>
          <p:nvPr/>
        </p:nvSpPr>
        <p:spPr>
          <a:xfrm>
            <a:off x="2320018" y="6124575"/>
            <a:ext cx="65314" cy="180975"/>
          </a:xfrm>
          <a:prstGeom prst="rect">
            <a:avLst/>
          </a:prstGeom>
          <a:solidFill>
            <a:srgbClr val="765F86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7" name="vector_732::737_rect">
            <a:extLst>
              <a:ext uri="{FF2B5EF4-FFF2-40B4-BE49-F238E27FC236}">
                <a16:creationId xmlns:a16="http://schemas.microsoft.com/office/drawing/2014/main" id="{C3001D5C-E3C9-4D4F-9811-6999E7FE5012}"/>
              </a:ext>
            </a:extLst>
          </p:cNvPr>
          <p:cNvSpPr>
            <a:spLocks noGrp="1"/>
          </p:cNvSpPr>
          <p:nvPr/>
        </p:nvSpPr>
        <p:spPr>
          <a:xfrm>
            <a:off x="2385332" y="6124575"/>
            <a:ext cx="65314" cy="180975"/>
          </a:xfrm>
          <a:prstGeom prst="rect">
            <a:avLst/>
          </a:prstGeom>
          <a:solidFill>
            <a:srgbClr val="965B75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8" name="vector_732::738_rect">
            <a:extLst>
              <a:ext uri="{FF2B5EF4-FFF2-40B4-BE49-F238E27FC236}">
                <a16:creationId xmlns:a16="http://schemas.microsoft.com/office/drawing/2014/main" id="{3C42ABA6-E165-478D-A155-AE5B8CE7FCE6}"/>
              </a:ext>
            </a:extLst>
          </p:cNvPr>
          <p:cNvSpPr>
            <a:spLocks noGrp="1"/>
          </p:cNvSpPr>
          <p:nvPr/>
        </p:nvSpPr>
        <p:spPr>
          <a:xfrm>
            <a:off x="2450646" y="6124575"/>
            <a:ext cx="65314" cy="180975"/>
          </a:xfrm>
          <a:prstGeom prst="rect">
            <a:avLst/>
          </a:prstGeom>
          <a:solidFill>
            <a:srgbClr val="7A7190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9" name="vector_732::739_rect">
            <a:extLst>
              <a:ext uri="{FF2B5EF4-FFF2-40B4-BE49-F238E27FC236}">
                <a16:creationId xmlns:a16="http://schemas.microsoft.com/office/drawing/2014/main" id="{312E5FB4-1AB0-459D-A277-F1AE6F83815F}"/>
              </a:ext>
            </a:extLst>
          </p:cNvPr>
          <p:cNvSpPr>
            <a:spLocks noGrp="1"/>
          </p:cNvSpPr>
          <p:nvPr/>
        </p:nvSpPr>
        <p:spPr>
          <a:xfrm>
            <a:off x="2515961" y="6124575"/>
            <a:ext cx="65314" cy="180975"/>
          </a:xfrm>
          <a:prstGeom prst="rect">
            <a:avLst/>
          </a:prstGeom>
          <a:solidFill>
            <a:srgbClr val="765F86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0" name="vector_732::740_rect">
            <a:extLst>
              <a:ext uri="{FF2B5EF4-FFF2-40B4-BE49-F238E27FC236}">
                <a16:creationId xmlns:a16="http://schemas.microsoft.com/office/drawing/2014/main" id="{DFC95AE8-8052-481D-ADB8-0ABE4C409AC7}"/>
              </a:ext>
            </a:extLst>
          </p:cNvPr>
          <p:cNvSpPr>
            <a:spLocks noGrp="1"/>
          </p:cNvSpPr>
          <p:nvPr/>
        </p:nvSpPr>
        <p:spPr>
          <a:xfrm>
            <a:off x="2124075" y="6124575"/>
            <a:ext cx="457200" cy="18097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1" name="741_path">
            <a:extLst>
              <a:ext uri="{FF2B5EF4-FFF2-40B4-BE49-F238E27FC236}">
                <a16:creationId xmlns:a16="http://schemas.microsoft.com/office/drawing/2014/main" id="{0A5CD541-756F-479F-BCF8-3176C9D17801}"/>
              </a:ext>
            </a:extLst>
          </p:cNvPr>
          <p:cNvSpPr>
            <a:spLocks noGrp="1"/>
          </p:cNvSpPr>
          <p:nvPr/>
        </p:nvSpPr>
        <p:spPr>
          <a:xfrm>
            <a:off x="2609850" y="492442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0" y="0"/>
                </a:moveTo>
                <a:lnTo>
                  <a:pt x="161925" y="0"/>
                </a:lnTo>
                <a:lnTo>
                  <a:pt x="161925" y="542925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2" name="742_path">
            <a:extLst>
              <a:ext uri="{FF2B5EF4-FFF2-40B4-BE49-F238E27FC236}">
                <a16:creationId xmlns:a16="http://schemas.microsoft.com/office/drawing/2014/main" id="{E67FA875-77BB-4129-8F99-CC92B8D2474B}"/>
              </a:ext>
            </a:extLst>
          </p:cNvPr>
          <p:cNvSpPr>
            <a:spLocks noGrp="1"/>
          </p:cNvSpPr>
          <p:nvPr/>
        </p:nvSpPr>
        <p:spPr>
          <a:xfrm>
            <a:off x="2744343" y="5426945"/>
            <a:ext cx="54864" cy="57150"/>
          </a:xfrm>
          <a:custGeom>
            <a:avLst/>
            <a:gdLst/>
            <a:ahLst/>
            <a:cxnLst/>
            <a:rect l="0" t="0" r="0" b="0"/>
            <a:pathLst>
              <a:path w="54864" h="57150">
                <a:moveTo>
                  <a:pt x="27432" y="57150"/>
                </a:moveTo>
                <a:lnTo>
                  <a:pt x="54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3" name="743_path">
            <a:extLst>
              <a:ext uri="{FF2B5EF4-FFF2-40B4-BE49-F238E27FC236}">
                <a16:creationId xmlns:a16="http://schemas.microsoft.com/office/drawing/2014/main" id="{AB0E67FC-AEF7-43F7-8B5A-8E74B4932917}"/>
              </a:ext>
            </a:extLst>
          </p:cNvPr>
          <p:cNvSpPr>
            <a:spLocks noGrp="1"/>
          </p:cNvSpPr>
          <p:nvPr/>
        </p:nvSpPr>
        <p:spPr>
          <a:xfrm>
            <a:off x="2609850" y="5753100"/>
            <a:ext cx="159727" cy="466725"/>
          </a:xfrm>
          <a:custGeom>
            <a:avLst/>
            <a:gdLst/>
            <a:ahLst/>
            <a:cxnLst/>
            <a:rect l="0" t="0" r="0" b="0"/>
            <a:pathLst>
              <a:path w="161925" h="466725">
                <a:moveTo>
                  <a:pt x="0" y="466725"/>
                </a:moveTo>
                <a:lnTo>
                  <a:pt x="161925" y="466725"/>
                </a:lnTo>
                <a:lnTo>
                  <a:pt x="1619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4" name="744_path">
            <a:extLst>
              <a:ext uri="{FF2B5EF4-FFF2-40B4-BE49-F238E27FC236}">
                <a16:creationId xmlns:a16="http://schemas.microsoft.com/office/drawing/2014/main" id="{32A21362-4398-4744-9498-9D35AA0164D5}"/>
              </a:ext>
            </a:extLst>
          </p:cNvPr>
          <p:cNvSpPr>
            <a:spLocks noGrp="1"/>
          </p:cNvSpPr>
          <p:nvPr/>
        </p:nvSpPr>
        <p:spPr>
          <a:xfrm>
            <a:off x="2744343" y="5736355"/>
            <a:ext cx="54864" cy="57150"/>
          </a:xfrm>
          <a:custGeom>
            <a:avLst/>
            <a:gdLst/>
            <a:ahLst/>
            <a:cxnLst/>
            <a:rect l="0" t="0" r="0" b="0"/>
            <a:pathLst>
              <a:path w="54864" h="57150">
                <a:moveTo>
                  <a:pt x="27432" y="0"/>
                </a:moveTo>
                <a:lnTo>
                  <a:pt x="0" y="57150"/>
                </a:lnTo>
                <a:lnTo>
                  <a:pt x="54864" y="57150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5" name="745_ellipse">
            <a:extLst>
              <a:ext uri="{FF2B5EF4-FFF2-40B4-BE49-F238E27FC236}">
                <a16:creationId xmlns:a16="http://schemas.microsoft.com/office/drawing/2014/main" id="{2EB11136-7D7B-4199-9683-FBDCA09E0132}"/>
              </a:ext>
            </a:extLst>
          </p:cNvPr>
          <p:cNvSpPr>
            <a:spLocks noGrp="1"/>
          </p:cNvSpPr>
          <p:nvPr/>
        </p:nvSpPr>
        <p:spPr>
          <a:xfrm>
            <a:off x="2638425" y="5486400"/>
            <a:ext cx="247650" cy="2476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6" name="746_textbox">
            <a:extLst>
              <a:ext uri="{FF2B5EF4-FFF2-40B4-BE49-F238E27FC236}">
                <a16:creationId xmlns:a16="http://schemas.microsoft.com/office/drawing/2014/main" id="{04224E5C-72DF-4028-A3C4-323340097AE8}"/>
              </a:ext>
            </a:extLst>
          </p:cNvPr>
          <p:cNvSpPr>
            <a:spLocks noGrp="1"/>
          </p:cNvSpPr>
          <p:nvPr/>
        </p:nvSpPr>
        <p:spPr>
          <a:xfrm>
            <a:off x="2645123" y="5466828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747" name="747_path">
            <a:extLst>
              <a:ext uri="{FF2B5EF4-FFF2-40B4-BE49-F238E27FC236}">
                <a16:creationId xmlns:a16="http://schemas.microsoft.com/office/drawing/2014/main" id="{F64C35BD-A8B0-4EFB-8C20-4E427539FC21}"/>
              </a:ext>
            </a:extLst>
          </p:cNvPr>
          <p:cNvSpPr>
            <a:spLocks noGrp="1"/>
          </p:cNvSpPr>
          <p:nvPr/>
        </p:nvSpPr>
        <p:spPr>
          <a:xfrm>
            <a:off x="2895600" y="5610225"/>
            <a:ext cx="219075" cy="95"/>
          </a:xfrm>
          <a:custGeom>
            <a:avLst/>
            <a:gdLst/>
            <a:ahLst/>
            <a:cxnLst/>
            <a:rect l="0" t="0" r="0" b="0"/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8" name="748_path">
            <a:extLst>
              <a:ext uri="{FF2B5EF4-FFF2-40B4-BE49-F238E27FC236}">
                <a16:creationId xmlns:a16="http://schemas.microsoft.com/office/drawing/2014/main" id="{012827E6-0228-4785-B4F1-443FE31A49B0}"/>
              </a:ext>
            </a:extLst>
          </p:cNvPr>
          <p:cNvSpPr>
            <a:spLocks noGrp="1"/>
          </p:cNvSpPr>
          <p:nvPr/>
        </p:nvSpPr>
        <p:spPr>
          <a:xfrm>
            <a:off x="3074270" y="5582571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9" name="symbol_748::749_textbox">
            <a:extLst>
              <a:ext uri="{FF2B5EF4-FFF2-40B4-BE49-F238E27FC236}">
                <a16:creationId xmlns:a16="http://schemas.microsoft.com/office/drawing/2014/main" id="{CC6698C0-C094-47CB-AFFB-F37FBFC24CF2}"/>
              </a:ext>
            </a:extLst>
          </p:cNvPr>
          <p:cNvSpPr>
            <a:spLocks noGrp="1"/>
          </p:cNvSpPr>
          <p:nvPr/>
        </p:nvSpPr>
        <p:spPr>
          <a:xfrm>
            <a:off x="3228975" y="5200650"/>
            <a:ext cx="114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z</a:t>
            </a:r>
          </a:p>
        </p:txBody>
      </p:sp>
      <p:sp>
        <p:nvSpPr>
          <p:cNvPr id="750" name="symbol_748::750_textbox">
            <a:extLst>
              <a:ext uri="{FF2B5EF4-FFF2-40B4-BE49-F238E27FC236}">
                <a16:creationId xmlns:a16="http://schemas.microsoft.com/office/drawing/2014/main" id="{800B886D-41A1-45FA-AC17-66CBE6E4FBD7}"/>
              </a:ext>
            </a:extLst>
          </p:cNvPr>
          <p:cNvSpPr>
            <a:spLocks noGrp="1"/>
          </p:cNvSpPr>
          <p:nvPr/>
        </p:nvSpPr>
        <p:spPr>
          <a:xfrm>
            <a:off x="3305175" y="5281232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i</a:t>
            </a:r>
          </a:p>
        </p:txBody>
      </p:sp>
      <p:sp>
        <p:nvSpPr>
          <p:cNvPr id="751" name="matrix_750::751_path">
            <a:extLst>
              <a:ext uri="{FF2B5EF4-FFF2-40B4-BE49-F238E27FC236}">
                <a16:creationId xmlns:a16="http://schemas.microsoft.com/office/drawing/2014/main" id="{92C901DC-64BB-446A-BF3D-89976076C747}"/>
              </a:ext>
            </a:extLst>
          </p:cNvPr>
          <p:cNvSpPr>
            <a:spLocks noGrp="1"/>
          </p:cNvSpPr>
          <p:nvPr/>
        </p:nvSpPr>
        <p:spPr>
          <a:xfrm>
            <a:off x="3152775" y="5429250"/>
            <a:ext cx="247650" cy="438150"/>
          </a:xfrm>
          <a:custGeom>
            <a:avLst/>
            <a:gdLst/>
            <a:ahLst/>
            <a:cxnLst/>
            <a:rect l="0" t="0" r="0" b="0"/>
            <a:pathLst>
              <a:path w="247650" h="438150">
                <a:moveTo>
                  <a:pt x="0" y="0"/>
                </a:moveTo>
                <a:lnTo>
                  <a:pt x="247650" y="0"/>
                </a:lnTo>
                <a:lnTo>
                  <a:pt x="247650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2" name="matrix_750::752_path">
            <a:extLst>
              <a:ext uri="{FF2B5EF4-FFF2-40B4-BE49-F238E27FC236}">
                <a16:creationId xmlns:a16="http://schemas.microsoft.com/office/drawing/2014/main" id="{0250F5A3-78A6-4070-BD36-8ADF9CEE6934}"/>
              </a:ext>
            </a:extLst>
          </p:cNvPr>
          <p:cNvSpPr>
            <a:spLocks noGrp="1"/>
          </p:cNvSpPr>
          <p:nvPr/>
        </p:nvSpPr>
        <p:spPr>
          <a:xfrm>
            <a:off x="3181350" y="5457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3" name="matrix_750::753_path">
            <a:extLst>
              <a:ext uri="{FF2B5EF4-FFF2-40B4-BE49-F238E27FC236}">
                <a16:creationId xmlns:a16="http://schemas.microsoft.com/office/drawing/2014/main" id="{BE3ED446-9E72-4B18-A530-75AE21CB6791}"/>
              </a:ext>
            </a:extLst>
          </p:cNvPr>
          <p:cNvSpPr>
            <a:spLocks noGrp="1"/>
          </p:cNvSpPr>
          <p:nvPr/>
        </p:nvSpPr>
        <p:spPr>
          <a:xfrm>
            <a:off x="3244850" y="5457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4" name="matrix_750::754_path">
            <a:extLst>
              <a:ext uri="{FF2B5EF4-FFF2-40B4-BE49-F238E27FC236}">
                <a16:creationId xmlns:a16="http://schemas.microsoft.com/office/drawing/2014/main" id="{301266DE-A2D9-4359-93FD-73D9D8A25FDF}"/>
              </a:ext>
            </a:extLst>
          </p:cNvPr>
          <p:cNvSpPr>
            <a:spLocks noGrp="1"/>
          </p:cNvSpPr>
          <p:nvPr/>
        </p:nvSpPr>
        <p:spPr>
          <a:xfrm>
            <a:off x="3308350" y="5457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5" name="matrix_750::755_path">
            <a:extLst>
              <a:ext uri="{FF2B5EF4-FFF2-40B4-BE49-F238E27FC236}">
                <a16:creationId xmlns:a16="http://schemas.microsoft.com/office/drawing/2014/main" id="{AF9B780E-E95E-4D94-B573-024315B2F909}"/>
              </a:ext>
            </a:extLst>
          </p:cNvPr>
          <p:cNvSpPr>
            <a:spLocks noGrp="1"/>
          </p:cNvSpPr>
          <p:nvPr/>
        </p:nvSpPr>
        <p:spPr>
          <a:xfrm>
            <a:off x="3181350" y="5500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6" name="matrix_750::756_path">
            <a:extLst>
              <a:ext uri="{FF2B5EF4-FFF2-40B4-BE49-F238E27FC236}">
                <a16:creationId xmlns:a16="http://schemas.microsoft.com/office/drawing/2014/main" id="{1F9A0468-BD9C-45A1-AA4E-057F9BF06426}"/>
              </a:ext>
            </a:extLst>
          </p:cNvPr>
          <p:cNvSpPr>
            <a:spLocks noGrp="1"/>
          </p:cNvSpPr>
          <p:nvPr/>
        </p:nvSpPr>
        <p:spPr>
          <a:xfrm>
            <a:off x="3244850" y="5500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7" name="matrix_750::757_path">
            <a:extLst>
              <a:ext uri="{FF2B5EF4-FFF2-40B4-BE49-F238E27FC236}">
                <a16:creationId xmlns:a16="http://schemas.microsoft.com/office/drawing/2014/main" id="{2B47D1BF-73CD-4699-AB12-1A60FB91AC35}"/>
              </a:ext>
            </a:extLst>
          </p:cNvPr>
          <p:cNvSpPr>
            <a:spLocks noGrp="1"/>
          </p:cNvSpPr>
          <p:nvPr/>
        </p:nvSpPr>
        <p:spPr>
          <a:xfrm>
            <a:off x="3308350" y="5500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8" name="matrix_750::758_path">
            <a:extLst>
              <a:ext uri="{FF2B5EF4-FFF2-40B4-BE49-F238E27FC236}">
                <a16:creationId xmlns:a16="http://schemas.microsoft.com/office/drawing/2014/main" id="{3851F8D6-1898-43C8-B6E4-60CCBCE819B0}"/>
              </a:ext>
            </a:extLst>
          </p:cNvPr>
          <p:cNvSpPr>
            <a:spLocks noGrp="1"/>
          </p:cNvSpPr>
          <p:nvPr/>
        </p:nvSpPr>
        <p:spPr>
          <a:xfrm>
            <a:off x="3181350" y="5542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9" name="matrix_750::759_path">
            <a:extLst>
              <a:ext uri="{FF2B5EF4-FFF2-40B4-BE49-F238E27FC236}">
                <a16:creationId xmlns:a16="http://schemas.microsoft.com/office/drawing/2014/main" id="{400E1B10-C10A-49FA-BE32-50D6555B8F03}"/>
              </a:ext>
            </a:extLst>
          </p:cNvPr>
          <p:cNvSpPr>
            <a:spLocks noGrp="1"/>
          </p:cNvSpPr>
          <p:nvPr/>
        </p:nvSpPr>
        <p:spPr>
          <a:xfrm>
            <a:off x="3244850" y="5542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0" name="matrix_750::760_path">
            <a:extLst>
              <a:ext uri="{FF2B5EF4-FFF2-40B4-BE49-F238E27FC236}">
                <a16:creationId xmlns:a16="http://schemas.microsoft.com/office/drawing/2014/main" id="{F2A515E3-4B29-49B7-BB11-EBBC70CF73A9}"/>
              </a:ext>
            </a:extLst>
          </p:cNvPr>
          <p:cNvSpPr>
            <a:spLocks noGrp="1"/>
          </p:cNvSpPr>
          <p:nvPr/>
        </p:nvSpPr>
        <p:spPr>
          <a:xfrm>
            <a:off x="3308350" y="5542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1" name="matrix_750::761_path">
            <a:extLst>
              <a:ext uri="{FF2B5EF4-FFF2-40B4-BE49-F238E27FC236}">
                <a16:creationId xmlns:a16="http://schemas.microsoft.com/office/drawing/2014/main" id="{201C0D6B-D326-49CA-9F0A-8C9182559F45}"/>
              </a:ext>
            </a:extLst>
          </p:cNvPr>
          <p:cNvSpPr>
            <a:spLocks noGrp="1"/>
          </p:cNvSpPr>
          <p:nvPr/>
        </p:nvSpPr>
        <p:spPr>
          <a:xfrm>
            <a:off x="3181350" y="5584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2" name="matrix_750::762_path">
            <a:extLst>
              <a:ext uri="{FF2B5EF4-FFF2-40B4-BE49-F238E27FC236}">
                <a16:creationId xmlns:a16="http://schemas.microsoft.com/office/drawing/2014/main" id="{DD34FB23-E59B-486C-A292-EE90E9534C38}"/>
              </a:ext>
            </a:extLst>
          </p:cNvPr>
          <p:cNvSpPr>
            <a:spLocks noGrp="1"/>
          </p:cNvSpPr>
          <p:nvPr/>
        </p:nvSpPr>
        <p:spPr>
          <a:xfrm>
            <a:off x="3244850" y="5584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3" name="matrix_750::763_path">
            <a:extLst>
              <a:ext uri="{FF2B5EF4-FFF2-40B4-BE49-F238E27FC236}">
                <a16:creationId xmlns:a16="http://schemas.microsoft.com/office/drawing/2014/main" id="{C51C66F1-74DC-4006-B4D9-A7BB81D2551E}"/>
              </a:ext>
            </a:extLst>
          </p:cNvPr>
          <p:cNvSpPr>
            <a:spLocks noGrp="1"/>
          </p:cNvSpPr>
          <p:nvPr/>
        </p:nvSpPr>
        <p:spPr>
          <a:xfrm>
            <a:off x="3308350" y="5584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4" name="matrix_750::764_path">
            <a:extLst>
              <a:ext uri="{FF2B5EF4-FFF2-40B4-BE49-F238E27FC236}">
                <a16:creationId xmlns:a16="http://schemas.microsoft.com/office/drawing/2014/main" id="{A947748A-9FD1-4E26-BA5E-D02B09ECA208}"/>
              </a:ext>
            </a:extLst>
          </p:cNvPr>
          <p:cNvSpPr>
            <a:spLocks noGrp="1"/>
          </p:cNvSpPr>
          <p:nvPr/>
        </p:nvSpPr>
        <p:spPr>
          <a:xfrm>
            <a:off x="3181350" y="5627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5" name="matrix_750::765_path">
            <a:extLst>
              <a:ext uri="{FF2B5EF4-FFF2-40B4-BE49-F238E27FC236}">
                <a16:creationId xmlns:a16="http://schemas.microsoft.com/office/drawing/2014/main" id="{5C1D0B85-C5A9-4C41-BD76-226ED2512B5B}"/>
              </a:ext>
            </a:extLst>
          </p:cNvPr>
          <p:cNvSpPr>
            <a:spLocks noGrp="1"/>
          </p:cNvSpPr>
          <p:nvPr/>
        </p:nvSpPr>
        <p:spPr>
          <a:xfrm>
            <a:off x="3244850" y="5627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6" name="matrix_750::766_path">
            <a:extLst>
              <a:ext uri="{FF2B5EF4-FFF2-40B4-BE49-F238E27FC236}">
                <a16:creationId xmlns:a16="http://schemas.microsoft.com/office/drawing/2014/main" id="{5ACC5071-08C6-4BC0-A1EA-EEFB7EA62751}"/>
              </a:ext>
            </a:extLst>
          </p:cNvPr>
          <p:cNvSpPr>
            <a:spLocks noGrp="1"/>
          </p:cNvSpPr>
          <p:nvPr/>
        </p:nvSpPr>
        <p:spPr>
          <a:xfrm>
            <a:off x="3308350" y="5627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7" name="matrix_750::767_path">
            <a:extLst>
              <a:ext uri="{FF2B5EF4-FFF2-40B4-BE49-F238E27FC236}">
                <a16:creationId xmlns:a16="http://schemas.microsoft.com/office/drawing/2014/main" id="{3E303EE0-4FF1-4748-A34A-7B81B2E016DF}"/>
              </a:ext>
            </a:extLst>
          </p:cNvPr>
          <p:cNvSpPr>
            <a:spLocks noGrp="1"/>
          </p:cNvSpPr>
          <p:nvPr/>
        </p:nvSpPr>
        <p:spPr>
          <a:xfrm>
            <a:off x="3181350" y="5669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8" name="matrix_750::768_path">
            <a:extLst>
              <a:ext uri="{FF2B5EF4-FFF2-40B4-BE49-F238E27FC236}">
                <a16:creationId xmlns:a16="http://schemas.microsoft.com/office/drawing/2014/main" id="{56ED88C3-AAEF-46F8-8E19-3AE4F228D7E8}"/>
              </a:ext>
            </a:extLst>
          </p:cNvPr>
          <p:cNvSpPr>
            <a:spLocks noGrp="1"/>
          </p:cNvSpPr>
          <p:nvPr/>
        </p:nvSpPr>
        <p:spPr>
          <a:xfrm>
            <a:off x="3244850" y="5669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9" name="matrix_750::769_path">
            <a:extLst>
              <a:ext uri="{FF2B5EF4-FFF2-40B4-BE49-F238E27FC236}">
                <a16:creationId xmlns:a16="http://schemas.microsoft.com/office/drawing/2014/main" id="{35944094-D981-4D77-993F-08AFDD128289}"/>
              </a:ext>
            </a:extLst>
          </p:cNvPr>
          <p:cNvSpPr>
            <a:spLocks noGrp="1"/>
          </p:cNvSpPr>
          <p:nvPr/>
        </p:nvSpPr>
        <p:spPr>
          <a:xfrm>
            <a:off x="3308350" y="5669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0" name="matrix_750::770_path">
            <a:extLst>
              <a:ext uri="{FF2B5EF4-FFF2-40B4-BE49-F238E27FC236}">
                <a16:creationId xmlns:a16="http://schemas.microsoft.com/office/drawing/2014/main" id="{46F46D70-9772-4EAC-8D35-E6DED69A0F2D}"/>
              </a:ext>
            </a:extLst>
          </p:cNvPr>
          <p:cNvSpPr>
            <a:spLocks noGrp="1"/>
          </p:cNvSpPr>
          <p:nvPr/>
        </p:nvSpPr>
        <p:spPr>
          <a:xfrm>
            <a:off x="3181350" y="5711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1" name="matrix_750::771_path">
            <a:extLst>
              <a:ext uri="{FF2B5EF4-FFF2-40B4-BE49-F238E27FC236}">
                <a16:creationId xmlns:a16="http://schemas.microsoft.com/office/drawing/2014/main" id="{C288C1F6-2B6C-4DCA-8411-B1A315FD20E4}"/>
              </a:ext>
            </a:extLst>
          </p:cNvPr>
          <p:cNvSpPr>
            <a:spLocks noGrp="1"/>
          </p:cNvSpPr>
          <p:nvPr/>
        </p:nvSpPr>
        <p:spPr>
          <a:xfrm>
            <a:off x="3244850" y="5711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2" name="matrix_750::772_path">
            <a:extLst>
              <a:ext uri="{FF2B5EF4-FFF2-40B4-BE49-F238E27FC236}">
                <a16:creationId xmlns:a16="http://schemas.microsoft.com/office/drawing/2014/main" id="{BE1D3B92-4E59-4DE1-9947-0E4489C1F22F}"/>
              </a:ext>
            </a:extLst>
          </p:cNvPr>
          <p:cNvSpPr>
            <a:spLocks noGrp="1"/>
          </p:cNvSpPr>
          <p:nvPr/>
        </p:nvSpPr>
        <p:spPr>
          <a:xfrm>
            <a:off x="3308350" y="5711825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3" name="matrix_750::773_path">
            <a:extLst>
              <a:ext uri="{FF2B5EF4-FFF2-40B4-BE49-F238E27FC236}">
                <a16:creationId xmlns:a16="http://schemas.microsoft.com/office/drawing/2014/main" id="{F50EB4E5-1736-4864-95DF-6255906B16CE}"/>
              </a:ext>
            </a:extLst>
          </p:cNvPr>
          <p:cNvSpPr>
            <a:spLocks noGrp="1"/>
          </p:cNvSpPr>
          <p:nvPr/>
        </p:nvSpPr>
        <p:spPr>
          <a:xfrm>
            <a:off x="3181350" y="5754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4" name="matrix_750::774_path">
            <a:extLst>
              <a:ext uri="{FF2B5EF4-FFF2-40B4-BE49-F238E27FC236}">
                <a16:creationId xmlns:a16="http://schemas.microsoft.com/office/drawing/2014/main" id="{A6B62A04-1589-4EB5-ADC5-7097A22D70EE}"/>
              </a:ext>
            </a:extLst>
          </p:cNvPr>
          <p:cNvSpPr>
            <a:spLocks noGrp="1"/>
          </p:cNvSpPr>
          <p:nvPr/>
        </p:nvSpPr>
        <p:spPr>
          <a:xfrm>
            <a:off x="3244850" y="5754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5" name="matrix_750::775_path">
            <a:extLst>
              <a:ext uri="{FF2B5EF4-FFF2-40B4-BE49-F238E27FC236}">
                <a16:creationId xmlns:a16="http://schemas.microsoft.com/office/drawing/2014/main" id="{65112494-0C34-47CD-ABFF-D8A9B9471D9A}"/>
              </a:ext>
            </a:extLst>
          </p:cNvPr>
          <p:cNvSpPr>
            <a:spLocks noGrp="1"/>
          </p:cNvSpPr>
          <p:nvPr/>
        </p:nvSpPr>
        <p:spPr>
          <a:xfrm>
            <a:off x="3308350" y="5754158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6" name="matrix_750::776_path">
            <a:extLst>
              <a:ext uri="{FF2B5EF4-FFF2-40B4-BE49-F238E27FC236}">
                <a16:creationId xmlns:a16="http://schemas.microsoft.com/office/drawing/2014/main" id="{8527FD81-5259-4AB5-A41D-C747DE17F627}"/>
              </a:ext>
            </a:extLst>
          </p:cNvPr>
          <p:cNvSpPr>
            <a:spLocks noGrp="1"/>
          </p:cNvSpPr>
          <p:nvPr/>
        </p:nvSpPr>
        <p:spPr>
          <a:xfrm>
            <a:off x="3181350" y="5796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7" name="matrix_750::777_path">
            <a:extLst>
              <a:ext uri="{FF2B5EF4-FFF2-40B4-BE49-F238E27FC236}">
                <a16:creationId xmlns:a16="http://schemas.microsoft.com/office/drawing/2014/main" id="{E243C46C-7625-476F-A677-5868927A256B}"/>
              </a:ext>
            </a:extLst>
          </p:cNvPr>
          <p:cNvSpPr>
            <a:spLocks noGrp="1"/>
          </p:cNvSpPr>
          <p:nvPr/>
        </p:nvSpPr>
        <p:spPr>
          <a:xfrm>
            <a:off x="3244850" y="5796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8" name="matrix_750::778_path">
            <a:extLst>
              <a:ext uri="{FF2B5EF4-FFF2-40B4-BE49-F238E27FC236}">
                <a16:creationId xmlns:a16="http://schemas.microsoft.com/office/drawing/2014/main" id="{8F47C27A-6199-446C-8A02-4DF12A944A8B}"/>
              </a:ext>
            </a:extLst>
          </p:cNvPr>
          <p:cNvSpPr>
            <a:spLocks noGrp="1"/>
          </p:cNvSpPr>
          <p:nvPr/>
        </p:nvSpPr>
        <p:spPr>
          <a:xfrm>
            <a:off x="3308350" y="5796492"/>
            <a:ext cx="46355" cy="26141"/>
          </a:xfrm>
          <a:custGeom>
            <a:avLst/>
            <a:gdLst/>
            <a:ahLst/>
            <a:cxnLst/>
            <a:rect l="0" t="0" r="0" b="0"/>
            <a:pathLst>
              <a:path w="46355" h="26141">
                <a:moveTo>
                  <a:pt x="0" y="0"/>
                </a:moveTo>
                <a:lnTo>
                  <a:pt x="46355" y="0"/>
                </a:lnTo>
                <a:lnTo>
                  <a:pt x="46355" y="26141"/>
                </a:lnTo>
                <a:lnTo>
                  <a:pt x="0" y="26141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9" name="779_path">
            <a:extLst>
              <a:ext uri="{FF2B5EF4-FFF2-40B4-BE49-F238E27FC236}">
                <a16:creationId xmlns:a16="http://schemas.microsoft.com/office/drawing/2014/main" id="{C690E4D2-8308-40A5-A0EF-BE9FFC72C90B}"/>
              </a:ext>
            </a:extLst>
          </p:cNvPr>
          <p:cNvSpPr>
            <a:spLocks noGrp="1"/>
          </p:cNvSpPr>
          <p:nvPr/>
        </p:nvSpPr>
        <p:spPr>
          <a:xfrm>
            <a:off x="3143250" y="5895975"/>
            <a:ext cx="142875" cy="838200"/>
          </a:xfrm>
          <a:custGeom>
            <a:avLst/>
            <a:gdLst/>
            <a:ahLst/>
            <a:cxnLst/>
            <a:rect l="0" t="0" r="0" b="0"/>
            <a:pathLst>
              <a:path w="142875" h="838200">
                <a:moveTo>
                  <a:pt x="142875" y="0"/>
                </a:moveTo>
                <a:lnTo>
                  <a:pt x="142875" y="838200"/>
                </a:lnTo>
                <a:lnTo>
                  <a:pt x="0" y="83820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0" name="780_path">
            <a:extLst>
              <a:ext uri="{FF2B5EF4-FFF2-40B4-BE49-F238E27FC236}">
                <a16:creationId xmlns:a16="http://schemas.microsoft.com/office/drawing/2014/main" id="{F504B69B-18E5-411F-A787-BBCB4C9DCCC4}"/>
              </a:ext>
            </a:extLst>
          </p:cNvPr>
          <p:cNvSpPr>
            <a:spLocks noGrp="1"/>
          </p:cNvSpPr>
          <p:nvPr/>
        </p:nvSpPr>
        <p:spPr>
          <a:xfrm>
            <a:off x="3123156" y="67067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0" y="27432"/>
                </a:moveTo>
                <a:lnTo>
                  <a:pt x="57150" y="54864"/>
                </a:lnTo>
                <a:lnTo>
                  <a:pt x="57150" y="0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1" name="781_textbox">
            <a:extLst>
              <a:ext uri="{FF2B5EF4-FFF2-40B4-BE49-F238E27FC236}">
                <a16:creationId xmlns:a16="http://schemas.microsoft.com/office/drawing/2014/main" id="{7ACCD517-6645-437A-8CC9-9199AA36C1E8}"/>
              </a:ext>
            </a:extLst>
          </p:cNvPr>
          <p:cNvSpPr>
            <a:spLocks noGrp="1"/>
          </p:cNvSpPr>
          <p:nvPr/>
        </p:nvSpPr>
        <p:spPr>
          <a:xfrm>
            <a:off x="3314700" y="6267450"/>
            <a:ext cx="333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×13</a:t>
            </a:r>
          </a:p>
        </p:txBody>
      </p:sp>
      <p:sp>
        <p:nvSpPr>
          <p:cNvPr id="782" name="symbol_781::782_textbox">
            <a:extLst>
              <a:ext uri="{FF2B5EF4-FFF2-40B4-BE49-F238E27FC236}">
                <a16:creationId xmlns:a16="http://schemas.microsoft.com/office/drawing/2014/main" id="{62A2EFB9-EB2D-4BC5-A280-21CFC848070D}"/>
              </a:ext>
            </a:extLst>
          </p:cNvPr>
          <p:cNvSpPr>
            <a:spLocks noGrp="1"/>
          </p:cNvSpPr>
          <p:nvPr/>
        </p:nvSpPr>
        <p:spPr>
          <a:xfrm>
            <a:off x="400050" y="6734175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783" name="symbol_781::783_textbox">
            <a:extLst>
              <a:ext uri="{FF2B5EF4-FFF2-40B4-BE49-F238E27FC236}">
                <a16:creationId xmlns:a16="http://schemas.microsoft.com/office/drawing/2014/main" id="{DBDDA94A-DDA7-4FCE-97DF-60997E23700F}"/>
              </a:ext>
            </a:extLst>
          </p:cNvPr>
          <p:cNvSpPr>
            <a:spLocks noGrp="1"/>
          </p:cNvSpPr>
          <p:nvPr/>
        </p:nvSpPr>
        <p:spPr>
          <a:xfrm>
            <a:off x="485775" y="681475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i</a:t>
            </a:r>
          </a:p>
        </p:txBody>
      </p:sp>
      <p:sp>
        <p:nvSpPr>
          <p:cNvPr id="784" name="784_rect">
            <a:extLst>
              <a:ext uri="{FF2B5EF4-FFF2-40B4-BE49-F238E27FC236}">
                <a16:creationId xmlns:a16="http://schemas.microsoft.com/office/drawing/2014/main" id="{51794A4F-D559-46C6-9962-98CFA8DAED85}"/>
              </a:ext>
            </a:extLst>
          </p:cNvPr>
          <p:cNvSpPr>
            <a:spLocks noGrp="1"/>
          </p:cNvSpPr>
          <p:nvPr/>
        </p:nvSpPr>
        <p:spPr>
          <a:xfrm>
            <a:off x="333375" y="6943725"/>
            <a:ext cx="228600" cy="180975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5" name="785_path">
            <a:extLst>
              <a:ext uri="{FF2B5EF4-FFF2-40B4-BE49-F238E27FC236}">
                <a16:creationId xmlns:a16="http://schemas.microsoft.com/office/drawing/2014/main" id="{9FA4CD6E-BA05-417D-A203-F1AA43CF3401}"/>
              </a:ext>
            </a:extLst>
          </p:cNvPr>
          <p:cNvSpPr>
            <a:spLocks noGrp="1"/>
          </p:cNvSpPr>
          <p:nvPr/>
        </p:nvSpPr>
        <p:spPr>
          <a:xfrm>
            <a:off x="619125" y="7029450"/>
            <a:ext cx="561975" cy="95"/>
          </a:xfrm>
          <a:custGeom>
            <a:avLst/>
            <a:gdLst/>
            <a:ahLst/>
            <a:cxnLst/>
            <a:rect l="0" t="0" r="0" b="0"/>
            <a:pathLst>
              <a:path w="561975" h="9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6" name="786_path">
            <a:extLst>
              <a:ext uri="{FF2B5EF4-FFF2-40B4-BE49-F238E27FC236}">
                <a16:creationId xmlns:a16="http://schemas.microsoft.com/office/drawing/2014/main" id="{94197B95-A0C4-45DA-8553-59B2A3CDB66C}"/>
              </a:ext>
            </a:extLst>
          </p:cNvPr>
          <p:cNvSpPr>
            <a:spLocks noGrp="1"/>
          </p:cNvSpPr>
          <p:nvPr/>
        </p:nvSpPr>
        <p:spPr>
          <a:xfrm>
            <a:off x="1140695" y="70020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7" name="787_rect">
            <a:extLst>
              <a:ext uri="{FF2B5EF4-FFF2-40B4-BE49-F238E27FC236}">
                <a16:creationId xmlns:a16="http://schemas.microsoft.com/office/drawing/2014/main" id="{81AD48E4-ECDD-4033-86F4-6B064F880252}"/>
              </a:ext>
            </a:extLst>
          </p:cNvPr>
          <p:cNvSpPr>
            <a:spLocks noGrp="1"/>
          </p:cNvSpPr>
          <p:nvPr/>
        </p:nvSpPr>
        <p:spPr>
          <a:xfrm>
            <a:off x="1219200" y="6772275"/>
            <a:ext cx="81915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8" name="788_textbox">
            <a:extLst>
              <a:ext uri="{FF2B5EF4-FFF2-40B4-BE49-F238E27FC236}">
                <a16:creationId xmlns:a16="http://schemas.microsoft.com/office/drawing/2014/main" id="{4EA7A020-653C-4D93-AEFD-9B384005C59B}"/>
              </a:ext>
            </a:extLst>
          </p:cNvPr>
          <p:cNvSpPr>
            <a:spLocks noGrp="1"/>
          </p:cNvSpPr>
          <p:nvPr/>
        </p:nvSpPr>
        <p:spPr>
          <a:xfrm>
            <a:off x="1247775" y="6781800"/>
            <a:ext cx="762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Mask</a:t>
            </a:r>
          </a:p>
          <a:p>
            <a:pPr algn="ctr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Mₜ</a:t>
            </a:r>
          </a:p>
        </p:txBody>
      </p:sp>
      <p:sp>
        <p:nvSpPr>
          <p:cNvPr id="789" name="789_path">
            <a:extLst>
              <a:ext uri="{FF2B5EF4-FFF2-40B4-BE49-F238E27FC236}">
                <a16:creationId xmlns:a16="http://schemas.microsoft.com/office/drawing/2014/main" id="{419AB64D-D58A-4E1B-8731-47EF018AB0E3}"/>
              </a:ext>
            </a:extLst>
          </p:cNvPr>
          <p:cNvSpPr>
            <a:spLocks noGrp="1"/>
          </p:cNvSpPr>
          <p:nvPr/>
        </p:nvSpPr>
        <p:spPr>
          <a:xfrm>
            <a:off x="2076450" y="7010400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0" name="790_path">
            <a:extLst>
              <a:ext uri="{FF2B5EF4-FFF2-40B4-BE49-F238E27FC236}">
                <a16:creationId xmlns:a16="http://schemas.microsoft.com/office/drawing/2014/main" id="{26F5C366-BC86-4F36-9912-4385ED673687}"/>
              </a:ext>
            </a:extLst>
          </p:cNvPr>
          <p:cNvSpPr>
            <a:spLocks noGrp="1"/>
          </p:cNvSpPr>
          <p:nvPr/>
        </p:nvSpPr>
        <p:spPr>
          <a:xfrm>
            <a:off x="2340845" y="6987364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1" name="matrix_790::791_path">
            <a:extLst>
              <a:ext uri="{FF2B5EF4-FFF2-40B4-BE49-F238E27FC236}">
                <a16:creationId xmlns:a16="http://schemas.microsoft.com/office/drawing/2014/main" id="{4623173F-1064-4E2A-881D-C82DB540C898}"/>
              </a:ext>
            </a:extLst>
          </p:cNvPr>
          <p:cNvSpPr>
            <a:spLocks noGrp="1"/>
          </p:cNvSpPr>
          <p:nvPr/>
        </p:nvSpPr>
        <p:spPr>
          <a:xfrm>
            <a:off x="2476500" y="6515100"/>
            <a:ext cx="571500" cy="790575"/>
          </a:xfrm>
          <a:custGeom>
            <a:avLst/>
            <a:gdLst/>
            <a:ahLst/>
            <a:cxnLst/>
            <a:rect l="0" t="0" r="0" b="0"/>
            <a:pathLst>
              <a:path w="571500" h="790575">
                <a:moveTo>
                  <a:pt x="0" y="142875"/>
                </a:moveTo>
                <a:lnTo>
                  <a:pt x="571500" y="0"/>
                </a:lnTo>
                <a:lnTo>
                  <a:pt x="571500" y="647700"/>
                </a:lnTo>
                <a:lnTo>
                  <a:pt x="0" y="790575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2" name="matrix_790::792_path">
            <a:extLst>
              <a:ext uri="{FF2B5EF4-FFF2-40B4-BE49-F238E27FC236}">
                <a16:creationId xmlns:a16="http://schemas.microsoft.com/office/drawing/2014/main" id="{067E281E-E81B-4641-BF65-2C32FB71CC5F}"/>
              </a:ext>
            </a:extLst>
          </p:cNvPr>
          <p:cNvSpPr>
            <a:spLocks noGrp="1"/>
          </p:cNvSpPr>
          <p:nvPr/>
        </p:nvSpPr>
        <p:spPr>
          <a:xfrm>
            <a:off x="2505075" y="666205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3" name="matrix_790::793_path">
            <a:extLst>
              <a:ext uri="{FF2B5EF4-FFF2-40B4-BE49-F238E27FC236}">
                <a16:creationId xmlns:a16="http://schemas.microsoft.com/office/drawing/2014/main" id="{1CA5A359-3F80-449D-834D-C3FBE2B9792F}"/>
              </a:ext>
            </a:extLst>
          </p:cNvPr>
          <p:cNvSpPr>
            <a:spLocks noGrp="1"/>
          </p:cNvSpPr>
          <p:nvPr/>
        </p:nvSpPr>
        <p:spPr>
          <a:xfrm>
            <a:off x="2578554" y="664164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4" name="matrix_790::794_path">
            <a:extLst>
              <a:ext uri="{FF2B5EF4-FFF2-40B4-BE49-F238E27FC236}">
                <a16:creationId xmlns:a16="http://schemas.microsoft.com/office/drawing/2014/main" id="{233A025D-0CD1-494F-BE7B-D4BE67C18127}"/>
              </a:ext>
            </a:extLst>
          </p:cNvPr>
          <p:cNvSpPr>
            <a:spLocks noGrp="1"/>
          </p:cNvSpPr>
          <p:nvPr/>
        </p:nvSpPr>
        <p:spPr>
          <a:xfrm>
            <a:off x="2652032" y="662123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5" name="matrix_790::795_path">
            <a:extLst>
              <a:ext uri="{FF2B5EF4-FFF2-40B4-BE49-F238E27FC236}">
                <a16:creationId xmlns:a16="http://schemas.microsoft.com/office/drawing/2014/main" id="{3DD08326-B61B-478C-8C7C-2B0CC36BB4EE}"/>
              </a:ext>
            </a:extLst>
          </p:cNvPr>
          <p:cNvSpPr>
            <a:spLocks noGrp="1"/>
          </p:cNvSpPr>
          <p:nvPr/>
        </p:nvSpPr>
        <p:spPr>
          <a:xfrm>
            <a:off x="2725511" y="660082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6" name="matrix_790::796_path">
            <a:extLst>
              <a:ext uri="{FF2B5EF4-FFF2-40B4-BE49-F238E27FC236}">
                <a16:creationId xmlns:a16="http://schemas.microsoft.com/office/drawing/2014/main" id="{F68604EA-90AE-45D4-B040-50E3358469F9}"/>
              </a:ext>
            </a:extLst>
          </p:cNvPr>
          <p:cNvSpPr>
            <a:spLocks noGrp="1"/>
          </p:cNvSpPr>
          <p:nvPr/>
        </p:nvSpPr>
        <p:spPr>
          <a:xfrm>
            <a:off x="2798989" y="658041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7" name="matrix_790::797_path">
            <a:extLst>
              <a:ext uri="{FF2B5EF4-FFF2-40B4-BE49-F238E27FC236}">
                <a16:creationId xmlns:a16="http://schemas.microsoft.com/office/drawing/2014/main" id="{030A40C1-72B8-461D-B508-CCA105F90156}"/>
              </a:ext>
            </a:extLst>
          </p:cNvPr>
          <p:cNvSpPr>
            <a:spLocks noGrp="1"/>
          </p:cNvSpPr>
          <p:nvPr/>
        </p:nvSpPr>
        <p:spPr>
          <a:xfrm>
            <a:off x="2872468" y="656000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8" name="matrix_790::798_path">
            <a:extLst>
              <a:ext uri="{FF2B5EF4-FFF2-40B4-BE49-F238E27FC236}">
                <a16:creationId xmlns:a16="http://schemas.microsoft.com/office/drawing/2014/main" id="{6C1D4059-3B8F-4C23-A135-5F6B93A0B0BB}"/>
              </a:ext>
            </a:extLst>
          </p:cNvPr>
          <p:cNvSpPr>
            <a:spLocks noGrp="1"/>
          </p:cNvSpPr>
          <p:nvPr/>
        </p:nvSpPr>
        <p:spPr>
          <a:xfrm>
            <a:off x="2945946" y="653959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9" name="matrix_790::799_path">
            <a:extLst>
              <a:ext uri="{FF2B5EF4-FFF2-40B4-BE49-F238E27FC236}">
                <a16:creationId xmlns:a16="http://schemas.microsoft.com/office/drawing/2014/main" id="{595214CF-D09F-44AA-B209-B475E2852A74}"/>
              </a:ext>
            </a:extLst>
          </p:cNvPr>
          <p:cNvSpPr>
            <a:spLocks noGrp="1"/>
          </p:cNvSpPr>
          <p:nvPr/>
        </p:nvSpPr>
        <p:spPr>
          <a:xfrm>
            <a:off x="2505075" y="670748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0" name="matrix_790::800_path">
            <a:extLst>
              <a:ext uri="{FF2B5EF4-FFF2-40B4-BE49-F238E27FC236}">
                <a16:creationId xmlns:a16="http://schemas.microsoft.com/office/drawing/2014/main" id="{86B58470-D0D3-4DDD-887B-8B3ACF297594}"/>
              </a:ext>
            </a:extLst>
          </p:cNvPr>
          <p:cNvSpPr>
            <a:spLocks noGrp="1"/>
          </p:cNvSpPr>
          <p:nvPr/>
        </p:nvSpPr>
        <p:spPr>
          <a:xfrm>
            <a:off x="2578554" y="668707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1" name="matrix_790::801_path">
            <a:extLst>
              <a:ext uri="{FF2B5EF4-FFF2-40B4-BE49-F238E27FC236}">
                <a16:creationId xmlns:a16="http://schemas.microsoft.com/office/drawing/2014/main" id="{E8FDCA86-61A3-4A64-95D2-A89038A81DDE}"/>
              </a:ext>
            </a:extLst>
          </p:cNvPr>
          <p:cNvSpPr>
            <a:spLocks noGrp="1"/>
          </p:cNvSpPr>
          <p:nvPr/>
        </p:nvSpPr>
        <p:spPr>
          <a:xfrm>
            <a:off x="2652032" y="666666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2" name="matrix_790::802_path">
            <a:extLst>
              <a:ext uri="{FF2B5EF4-FFF2-40B4-BE49-F238E27FC236}">
                <a16:creationId xmlns:a16="http://schemas.microsoft.com/office/drawing/2014/main" id="{4215CD86-48BC-40AF-A887-06E543A74BB7}"/>
              </a:ext>
            </a:extLst>
          </p:cNvPr>
          <p:cNvSpPr>
            <a:spLocks noGrp="1"/>
          </p:cNvSpPr>
          <p:nvPr/>
        </p:nvSpPr>
        <p:spPr>
          <a:xfrm>
            <a:off x="2725511" y="664625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3" name="matrix_790::803_path">
            <a:extLst>
              <a:ext uri="{FF2B5EF4-FFF2-40B4-BE49-F238E27FC236}">
                <a16:creationId xmlns:a16="http://schemas.microsoft.com/office/drawing/2014/main" id="{EC284780-D1AE-48BC-B821-F610078EB05A}"/>
              </a:ext>
            </a:extLst>
          </p:cNvPr>
          <p:cNvSpPr>
            <a:spLocks noGrp="1"/>
          </p:cNvSpPr>
          <p:nvPr/>
        </p:nvSpPr>
        <p:spPr>
          <a:xfrm>
            <a:off x="2798989" y="662584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4" name="matrix_790::804_path">
            <a:extLst>
              <a:ext uri="{FF2B5EF4-FFF2-40B4-BE49-F238E27FC236}">
                <a16:creationId xmlns:a16="http://schemas.microsoft.com/office/drawing/2014/main" id="{0EB0F39B-3CF9-4DA5-9638-73A0B3E5DE6F}"/>
              </a:ext>
            </a:extLst>
          </p:cNvPr>
          <p:cNvSpPr>
            <a:spLocks noGrp="1"/>
          </p:cNvSpPr>
          <p:nvPr/>
        </p:nvSpPr>
        <p:spPr>
          <a:xfrm>
            <a:off x="2872468" y="660543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5" name="matrix_790::805_path">
            <a:extLst>
              <a:ext uri="{FF2B5EF4-FFF2-40B4-BE49-F238E27FC236}">
                <a16:creationId xmlns:a16="http://schemas.microsoft.com/office/drawing/2014/main" id="{FE5F1F33-2146-446C-A045-3A7214C4289E}"/>
              </a:ext>
            </a:extLst>
          </p:cNvPr>
          <p:cNvSpPr>
            <a:spLocks noGrp="1"/>
          </p:cNvSpPr>
          <p:nvPr/>
        </p:nvSpPr>
        <p:spPr>
          <a:xfrm>
            <a:off x="2945946" y="658502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6" name="matrix_790::806_path">
            <a:extLst>
              <a:ext uri="{FF2B5EF4-FFF2-40B4-BE49-F238E27FC236}">
                <a16:creationId xmlns:a16="http://schemas.microsoft.com/office/drawing/2014/main" id="{ED4A3865-25A6-4F15-9A36-7D4AAB9E51AD}"/>
              </a:ext>
            </a:extLst>
          </p:cNvPr>
          <p:cNvSpPr>
            <a:spLocks noGrp="1"/>
          </p:cNvSpPr>
          <p:nvPr/>
        </p:nvSpPr>
        <p:spPr>
          <a:xfrm>
            <a:off x="2505075" y="675291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7" name="matrix_790::807_path">
            <a:extLst>
              <a:ext uri="{FF2B5EF4-FFF2-40B4-BE49-F238E27FC236}">
                <a16:creationId xmlns:a16="http://schemas.microsoft.com/office/drawing/2014/main" id="{64069BFD-FD54-4BA5-9705-B35CD919F32E}"/>
              </a:ext>
            </a:extLst>
          </p:cNvPr>
          <p:cNvSpPr>
            <a:spLocks noGrp="1"/>
          </p:cNvSpPr>
          <p:nvPr/>
        </p:nvSpPr>
        <p:spPr>
          <a:xfrm>
            <a:off x="2578554" y="673250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8" name="matrix_790::808_path">
            <a:extLst>
              <a:ext uri="{FF2B5EF4-FFF2-40B4-BE49-F238E27FC236}">
                <a16:creationId xmlns:a16="http://schemas.microsoft.com/office/drawing/2014/main" id="{BA7A8C67-C849-4E5A-ABFF-985D78D85FCF}"/>
              </a:ext>
            </a:extLst>
          </p:cNvPr>
          <p:cNvSpPr>
            <a:spLocks noGrp="1"/>
          </p:cNvSpPr>
          <p:nvPr/>
        </p:nvSpPr>
        <p:spPr>
          <a:xfrm>
            <a:off x="2652032" y="671209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9" name="matrix_790::809_path">
            <a:extLst>
              <a:ext uri="{FF2B5EF4-FFF2-40B4-BE49-F238E27FC236}">
                <a16:creationId xmlns:a16="http://schemas.microsoft.com/office/drawing/2014/main" id="{44023787-D0FB-4396-8E04-4C40304A4870}"/>
              </a:ext>
            </a:extLst>
          </p:cNvPr>
          <p:cNvSpPr>
            <a:spLocks noGrp="1"/>
          </p:cNvSpPr>
          <p:nvPr/>
        </p:nvSpPr>
        <p:spPr>
          <a:xfrm>
            <a:off x="2725511" y="669167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0" name="matrix_790::810_path">
            <a:extLst>
              <a:ext uri="{FF2B5EF4-FFF2-40B4-BE49-F238E27FC236}">
                <a16:creationId xmlns:a16="http://schemas.microsoft.com/office/drawing/2014/main" id="{D823A579-F905-4C70-AA0B-A4096813B84B}"/>
              </a:ext>
            </a:extLst>
          </p:cNvPr>
          <p:cNvSpPr>
            <a:spLocks noGrp="1"/>
          </p:cNvSpPr>
          <p:nvPr/>
        </p:nvSpPr>
        <p:spPr>
          <a:xfrm>
            <a:off x="2798989" y="667126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1" name="matrix_790::811_path">
            <a:extLst>
              <a:ext uri="{FF2B5EF4-FFF2-40B4-BE49-F238E27FC236}">
                <a16:creationId xmlns:a16="http://schemas.microsoft.com/office/drawing/2014/main" id="{599DBB83-9E20-4707-9F91-B11211313176}"/>
              </a:ext>
            </a:extLst>
          </p:cNvPr>
          <p:cNvSpPr>
            <a:spLocks noGrp="1"/>
          </p:cNvSpPr>
          <p:nvPr/>
        </p:nvSpPr>
        <p:spPr>
          <a:xfrm>
            <a:off x="2872468" y="665085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2" name="matrix_790::812_path">
            <a:extLst>
              <a:ext uri="{FF2B5EF4-FFF2-40B4-BE49-F238E27FC236}">
                <a16:creationId xmlns:a16="http://schemas.microsoft.com/office/drawing/2014/main" id="{10604380-1B61-4052-B5CF-FFEC3B42CE7E}"/>
              </a:ext>
            </a:extLst>
          </p:cNvPr>
          <p:cNvSpPr>
            <a:spLocks noGrp="1"/>
          </p:cNvSpPr>
          <p:nvPr/>
        </p:nvSpPr>
        <p:spPr>
          <a:xfrm>
            <a:off x="2945946" y="663044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3" name="matrix_790::813_path">
            <a:extLst>
              <a:ext uri="{FF2B5EF4-FFF2-40B4-BE49-F238E27FC236}">
                <a16:creationId xmlns:a16="http://schemas.microsoft.com/office/drawing/2014/main" id="{E5EDBCDB-F203-424B-A3A5-2231BCA86E6E}"/>
              </a:ext>
            </a:extLst>
          </p:cNvPr>
          <p:cNvSpPr>
            <a:spLocks noGrp="1"/>
          </p:cNvSpPr>
          <p:nvPr/>
        </p:nvSpPr>
        <p:spPr>
          <a:xfrm>
            <a:off x="2505075" y="679833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4" name="matrix_790::814_path">
            <a:extLst>
              <a:ext uri="{FF2B5EF4-FFF2-40B4-BE49-F238E27FC236}">
                <a16:creationId xmlns:a16="http://schemas.microsoft.com/office/drawing/2014/main" id="{5C0D9EA3-D18E-4A93-9153-B26918222A49}"/>
              </a:ext>
            </a:extLst>
          </p:cNvPr>
          <p:cNvSpPr>
            <a:spLocks noGrp="1"/>
          </p:cNvSpPr>
          <p:nvPr/>
        </p:nvSpPr>
        <p:spPr>
          <a:xfrm>
            <a:off x="2578554" y="677792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5" name="matrix_790::815_path">
            <a:extLst>
              <a:ext uri="{FF2B5EF4-FFF2-40B4-BE49-F238E27FC236}">
                <a16:creationId xmlns:a16="http://schemas.microsoft.com/office/drawing/2014/main" id="{F5B5FCED-6151-4B22-B860-0A0C49AF0E44}"/>
              </a:ext>
            </a:extLst>
          </p:cNvPr>
          <p:cNvSpPr>
            <a:spLocks noGrp="1"/>
          </p:cNvSpPr>
          <p:nvPr/>
        </p:nvSpPr>
        <p:spPr>
          <a:xfrm>
            <a:off x="2652032" y="675751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6" name="matrix_790::816_path">
            <a:extLst>
              <a:ext uri="{FF2B5EF4-FFF2-40B4-BE49-F238E27FC236}">
                <a16:creationId xmlns:a16="http://schemas.microsoft.com/office/drawing/2014/main" id="{44B3B549-ADE9-4239-8976-A265EB434C1D}"/>
              </a:ext>
            </a:extLst>
          </p:cNvPr>
          <p:cNvSpPr>
            <a:spLocks noGrp="1"/>
          </p:cNvSpPr>
          <p:nvPr/>
        </p:nvSpPr>
        <p:spPr>
          <a:xfrm>
            <a:off x="2725511" y="673710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7" name="matrix_790::817_path">
            <a:extLst>
              <a:ext uri="{FF2B5EF4-FFF2-40B4-BE49-F238E27FC236}">
                <a16:creationId xmlns:a16="http://schemas.microsoft.com/office/drawing/2014/main" id="{3EE0BFF0-BB66-4D92-AD9A-CC6BCBE95976}"/>
              </a:ext>
            </a:extLst>
          </p:cNvPr>
          <p:cNvSpPr>
            <a:spLocks noGrp="1"/>
          </p:cNvSpPr>
          <p:nvPr/>
        </p:nvSpPr>
        <p:spPr>
          <a:xfrm>
            <a:off x="2798989" y="671669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8" name="matrix_790::818_path">
            <a:extLst>
              <a:ext uri="{FF2B5EF4-FFF2-40B4-BE49-F238E27FC236}">
                <a16:creationId xmlns:a16="http://schemas.microsoft.com/office/drawing/2014/main" id="{3911567B-2B51-42B1-BE86-1942EA6BFE88}"/>
              </a:ext>
            </a:extLst>
          </p:cNvPr>
          <p:cNvSpPr>
            <a:spLocks noGrp="1"/>
          </p:cNvSpPr>
          <p:nvPr/>
        </p:nvSpPr>
        <p:spPr>
          <a:xfrm>
            <a:off x="2872468" y="669628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9" name="matrix_790::819_path">
            <a:extLst>
              <a:ext uri="{FF2B5EF4-FFF2-40B4-BE49-F238E27FC236}">
                <a16:creationId xmlns:a16="http://schemas.microsoft.com/office/drawing/2014/main" id="{E237A01B-06A9-41BC-933F-912367970110}"/>
              </a:ext>
            </a:extLst>
          </p:cNvPr>
          <p:cNvSpPr>
            <a:spLocks noGrp="1"/>
          </p:cNvSpPr>
          <p:nvPr/>
        </p:nvSpPr>
        <p:spPr>
          <a:xfrm>
            <a:off x="2945946" y="667587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0" name="matrix_790::820_path">
            <a:extLst>
              <a:ext uri="{FF2B5EF4-FFF2-40B4-BE49-F238E27FC236}">
                <a16:creationId xmlns:a16="http://schemas.microsoft.com/office/drawing/2014/main" id="{48BDFED5-D78D-4DA4-BC71-6A239AD3C19C}"/>
              </a:ext>
            </a:extLst>
          </p:cNvPr>
          <p:cNvSpPr>
            <a:spLocks noGrp="1"/>
          </p:cNvSpPr>
          <p:nvPr/>
        </p:nvSpPr>
        <p:spPr>
          <a:xfrm>
            <a:off x="2505075" y="684376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1" name="matrix_790::821_path">
            <a:extLst>
              <a:ext uri="{FF2B5EF4-FFF2-40B4-BE49-F238E27FC236}">
                <a16:creationId xmlns:a16="http://schemas.microsoft.com/office/drawing/2014/main" id="{505CF5FB-3735-4158-808F-8ED5CF6150A5}"/>
              </a:ext>
            </a:extLst>
          </p:cNvPr>
          <p:cNvSpPr>
            <a:spLocks noGrp="1"/>
          </p:cNvSpPr>
          <p:nvPr/>
        </p:nvSpPr>
        <p:spPr>
          <a:xfrm>
            <a:off x="2578554" y="682335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2" name="matrix_790::822_path">
            <a:extLst>
              <a:ext uri="{FF2B5EF4-FFF2-40B4-BE49-F238E27FC236}">
                <a16:creationId xmlns:a16="http://schemas.microsoft.com/office/drawing/2014/main" id="{2DB84B7C-4529-4E47-A6C3-FD72027CA886}"/>
              </a:ext>
            </a:extLst>
          </p:cNvPr>
          <p:cNvSpPr>
            <a:spLocks noGrp="1"/>
          </p:cNvSpPr>
          <p:nvPr/>
        </p:nvSpPr>
        <p:spPr>
          <a:xfrm>
            <a:off x="2652032" y="680294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3" name="matrix_790::823_path">
            <a:extLst>
              <a:ext uri="{FF2B5EF4-FFF2-40B4-BE49-F238E27FC236}">
                <a16:creationId xmlns:a16="http://schemas.microsoft.com/office/drawing/2014/main" id="{7DD28922-67A2-49BE-80FF-86DF8D70307E}"/>
              </a:ext>
            </a:extLst>
          </p:cNvPr>
          <p:cNvSpPr>
            <a:spLocks noGrp="1"/>
          </p:cNvSpPr>
          <p:nvPr/>
        </p:nvSpPr>
        <p:spPr>
          <a:xfrm>
            <a:off x="2725511" y="678253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4" name="matrix_790::824_path">
            <a:extLst>
              <a:ext uri="{FF2B5EF4-FFF2-40B4-BE49-F238E27FC236}">
                <a16:creationId xmlns:a16="http://schemas.microsoft.com/office/drawing/2014/main" id="{9C9A6B7E-D91B-44FD-972D-D4B03EE90C96}"/>
              </a:ext>
            </a:extLst>
          </p:cNvPr>
          <p:cNvSpPr>
            <a:spLocks noGrp="1"/>
          </p:cNvSpPr>
          <p:nvPr/>
        </p:nvSpPr>
        <p:spPr>
          <a:xfrm>
            <a:off x="2798989" y="676212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5" name="matrix_790::825_path">
            <a:extLst>
              <a:ext uri="{FF2B5EF4-FFF2-40B4-BE49-F238E27FC236}">
                <a16:creationId xmlns:a16="http://schemas.microsoft.com/office/drawing/2014/main" id="{2135B9C6-D81D-46FD-95A2-66F0B7A9E58D}"/>
              </a:ext>
            </a:extLst>
          </p:cNvPr>
          <p:cNvSpPr>
            <a:spLocks noGrp="1"/>
          </p:cNvSpPr>
          <p:nvPr/>
        </p:nvSpPr>
        <p:spPr>
          <a:xfrm>
            <a:off x="2872468" y="674171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6" name="matrix_790::826_path">
            <a:extLst>
              <a:ext uri="{FF2B5EF4-FFF2-40B4-BE49-F238E27FC236}">
                <a16:creationId xmlns:a16="http://schemas.microsoft.com/office/drawing/2014/main" id="{8F519DAF-3133-4E11-A097-B67EAFBE86BF}"/>
              </a:ext>
            </a:extLst>
          </p:cNvPr>
          <p:cNvSpPr>
            <a:spLocks noGrp="1"/>
          </p:cNvSpPr>
          <p:nvPr/>
        </p:nvSpPr>
        <p:spPr>
          <a:xfrm>
            <a:off x="2945946" y="672130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7" name="matrix_790::827_path">
            <a:extLst>
              <a:ext uri="{FF2B5EF4-FFF2-40B4-BE49-F238E27FC236}">
                <a16:creationId xmlns:a16="http://schemas.microsoft.com/office/drawing/2014/main" id="{AF868189-938C-4536-823D-43AF2F569763}"/>
              </a:ext>
            </a:extLst>
          </p:cNvPr>
          <p:cNvSpPr>
            <a:spLocks noGrp="1"/>
          </p:cNvSpPr>
          <p:nvPr/>
        </p:nvSpPr>
        <p:spPr>
          <a:xfrm>
            <a:off x="2505075" y="688919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8" name="matrix_790::828_path">
            <a:extLst>
              <a:ext uri="{FF2B5EF4-FFF2-40B4-BE49-F238E27FC236}">
                <a16:creationId xmlns:a16="http://schemas.microsoft.com/office/drawing/2014/main" id="{8765F468-55E9-44FB-8033-E59A61D82161}"/>
              </a:ext>
            </a:extLst>
          </p:cNvPr>
          <p:cNvSpPr>
            <a:spLocks noGrp="1"/>
          </p:cNvSpPr>
          <p:nvPr/>
        </p:nvSpPr>
        <p:spPr>
          <a:xfrm>
            <a:off x="2578554" y="686878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9" name="matrix_790::829_path">
            <a:extLst>
              <a:ext uri="{FF2B5EF4-FFF2-40B4-BE49-F238E27FC236}">
                <a16:creationId xmlns:a16="http://schemas.microsoft.com/office/drawing/2014/main" id="{372CE023-94E8-4D16-8ACA-8F2B5550D168}"/>
              </a:ext>
            </a:extLst>
          </p:cNvPr>
          <p:cNvSpPr>
            <a:spLocks noGrp="1"/>
          </p:cNvSpPr>
          <p:nvPr/>
        </p:nvSpPr>
        <p:spPr>
          <a:xfrm>
            <a:off x="2652032" y="684837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0" name="matrix_790::830_path">
            <a:extLst>
              <a:ext uri="{FF2B5EF4-FFF2-40B4-BE49-F238E27FC236}">
                <a16:creationId xmlns:a16="http://schemas.microsoft.com/office/drawing/2014/main" id="{5C9E1F0B-58B8-4E91-8C78-C5EBEC6FEA02}"/>
              </a:ext>
            </a:extLst>
          </p:cNvPr>
          <p:cNvSpPr>
            <a:spLocks noGrp="1"/>
          </p:cNvSpPr>
          <p:nvPr/>
        </p:nvSpPr>
        <p:spPr>
          <a:xfrm>
            <a:off x="2725511" y="682796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1" name="matrix_790::831_path">
            <a:extLst>
              <a:ext uri="{FF2B5EF4-FFF2-40B4-BE49-F238E27FC236}">
                <a16:creationId xmlns:a16="http://schemas.microsoft.com/office/drawing/2014/main" id="{3A052F55-2E72-431D-AB14-6393127DF51D}"/>
              </a:ext>
            </a:extLst>
          </p:cNvPr>
          <p:cNvSpPr>
            <a:spLocks noGrp="1"/>
          </p:cNvSpPr>
          <p:nvPr/>
        </p:nvSpPr>
        <p:spPr>
          <a:xfrm>
            <a:off x="2798989" y="680754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2" name="matrix_790::832_path">
            <a:extLst>
              <a:ext uri="{FF2B5EF4-FFF2-40B4-BE49-F238E27FC236}">
                <a16:creationId xmlns:a16="http://schemas.microsoft.com/office/drawing/2014/main" id="{24AC0D28-0F8A-4E46-8806-92183A4A27CF}"/>
              </a:ext>
            </a:extLst>
          </p:cNvPr>
          <p:cNvSpPr>
            <a:spLocks noGrp="1"/>
          </p:cNvSpPr>
          <p:nvPr/>
        </p:nvSpPr>
        <p:spPr>
          <a:xfrm>
            <a:off x="2872468" y="678713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3" name="matrix_790::833_path">
            <a:extLst>
              <a:ext uri="{FF2B5EF4-FFF2-40B4-BE49-F238E27FC236}">
                <a16:creationId xmlns:a16="http://schemas.microsoft.com/office/drawing/2014/main" id="{21DDEA5B-CD31-4121-B3F2-203F35DFD4B3}"/>
              </a:ext>
            </a:extLst>
          </p:cNvPr>
          <p:cNvSpPr>
            <a:spLocks noGrp="1"/>
          </p:cNvSpPr>
          <p:nvPr/>
        </p:nvSpPr>
        <p:spPr>
          <a:xfrm>
            <a:off x="2945946" y="676672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4" name="matrix_790::834_path">
            <a:extLst>
              <a:ext uri="{FF2B5EF4-FFF2-40B4-BE49-F238E27FC236}">
                <a16:creationId xmlns:a16="http://schemas.microsoft.com/office/drawing/2014/main" id="{589262AD-81EA-4B4A-BD6F-1C3BB3344A2C}"/>
              </a:ext>
            </a:extLst>
          </p:cNvPr>
          <p:cNvSpPr>
            <a:spLocks noGrp="1"/>
          </p:cNvSpPr>
          <p:nvPr/>
        </p:nvSpPr>
        <p:spPr>
          <a:xfrm>
            <a:off x="2505075" y="693461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5" name="matrix_790::835_path">
            <a:extLst>
              <a:ext uri="{FF2B5EF4-FFF2-40B4-BE49-F238E27FC236}">
                <a16:creationId xmlns:a16="http://schemas.microsoft.com/office/drawing/2014/main" id="{540AE5EB-5E29-4155-95CB-E90218CD8A5A}"/>
              </a:ext>
            </a:extLst>
          </p:cNvPr>
          <p:cNvSpPr>
            <a:spLocks noGrp="1"/>
          </p:cNvSpPr>
          <p:nvPr/>
        </p:nvSpPr>
        <p:spPr>
          <a:xfrm>
            <a:off x="2578554" y="691420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6" name="matrix_790::836_path">
            <a:extLst>
              <a:ext uri="{FF2B5EF4-FFF2-40B4-BE49-F238E27FC236}">
                <a16:creationId xmlns:a16="http://schemas.microsoft.com/office/drawing/2014/main" id="{1812D03C-5FA0-414C-802A-CB93972C0423}"/>
              </a:ext>
            </a:extLst>
          </p:cNvPr>
          <p:cNvSpPr>
            <a:spLocks noGrp="1"/>
          </p:cNvSpPr>
          <p:nvPr/>
        </p:nvSpPr>
        <p:spPr>
          <a:xfrm>
            <a:off x="2652032" y="689379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7" name="matrix_790::837_path">
            <a:extLst>
              <a:ext uri="{FF2B5EF4-FFF2-40B4-BE49-F238E27FC236}">
                <a16:creationId xmlns:a16="http://schemas.microsoft.com/office/drawing/2014/main" id="{DC2027FA-E2FC-4E79-AD9A-42D8C81CA88D}"/>
              </a:ext>
            </a:extLst>
          </p:cNvPr>
          <p:cNvSpPr>
            <a:spLocks noGrp="1"/>
          </p:cNvSpPr>
          <p:nvPr/>
        </p:nvSpPr>
        <p:spPr>
          <a:xfrm>
            <a:off x="2725511" y="687338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8" name="matrix_790::838_path">
            <a:extLst>
              <a:ext uri="{FF2B5EF4-FFF2-40B4-BE49-F238E27FC236}">
                <a16:creationId xmlns:a16="http://schemas.microsoft.com/office/drawing/2014/main" id="{BD5B1515-1B54-4371-9C1C-B24CA8254A4F}"/>
              </a:ext>
            </a:extLst>
          </p:cNvPr>
          <p:cNvSpPr>
            <a:spLocks noGrp="1"/>
          </p:cNvSpPr>
          <p:nvPr/>
        </p:nvSpPr>
        <p:spPr>
          <a:xfrm>
            <a:off x="2798989" y="685297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9" name="matrix_790::839_path">
            <a:extLst>
              <a:ext uri="{FF2B5EF4-FFF2-40B4-BE49-F238E27FC236}">
                <a16:creationId xmlns:a16="http://schemas.microsoft.com/office/drawing/2014/main" id="{38C85378-523B-4917-90B3-B7FB82B1042F}"/>
              </a:ext>
            </a:extLst>
          </p:cNvPr>
          <p:cNvSpPr>
            <a:spLocks noGrp="1"/>
          </p:cNvSpPr>
          <p:nvPr/>
        </p:nvSpPr>
        <p:spPr>
          <a:xfrm>
            <a:off x="2872468" y="683256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0" name="matrix_790::840_path">
            <a:extLst>
              <a:ext uri="{FF2B5EF4-FFF2-40B4-BE49-F238E27FC236}">
                <a16:creationId xmlns:a16="http://schemas.microsoft.com/office/drawing/2014/main" id="{A5E7C998-5EC3-4FAD-8654-3B53CEF83156}"/>
              </a:ext>
            </a:extLst>
          </p:cNvPr>
          <p:cNvSpPr>
            <a:spLocks noGrp="1"/>
          </p:cNvSpPr>
          <p:nvPr/>
        </p:nvSpPr>
        <p:spPr>
          <a:xfrm>
            <a:off x="2945946" y="681215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1" name="matrix_790::841_path">
            <a:extLst>
              <a:ext uri="{FF2B5EF4-FFF2-40B4-BE49-F238E27FC236}">
                <a16:creationId xmlns:a16="http://schemas.microsoft.com/office/drawing/2014/main" id="{B39D96D3-591D-472B-97A1-3FC33F54A1AE}"/>
              </a:ext>
            </a:extLst>
          </p:cNvPr>
          <p:cNvSpPr>
            <a:spLocks noGrp="1"/>
          </p:cNvSpPr>
          <p:nvPr/>
        </p:nvSpPr>
        <p:spPr>
          <a:xfrm>
            <a:off x="2505075" y="698004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2" name="matrix_790::842_path">
            <a:extLst>
              <a:ext uri="{FF2B5EF4-FFF2-40B4-BE49-F238E27FC236}">
                <a16:creationId xmlns:a16="http://schemas.microsoft.com/office/drawing/2014/main" id="{90AC1170-4B11-4142-BDBB-3D3D5D955737}"/>
              </a:ext>
            </a:extLst>
          </p:cNvPr>
          <p:cNvSpPr>
            <a:spLocks noGrp="1"/>
          </p:cNvSpPr>
          <p:nvPr/>
        </p:nvSpPr>
        <p:spPr>
          <a:xfrm>
            <a:off x="2578554" y="695963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3" name="matrix_790::843_path">
            <a:extLst>
              <a:ext uri="{FF2B5EF4-FFF2-40B4-BE49-F238E27FC236}">
                <a16:creationId xmlns:a16="http://schemas.microsoft.com/office/drawing/2014/main" id="{446B0F98-9BE8-46E1-B0C1-13E150D80A64}"/>
              </a:ext>
            </a:extLst>
          </p:cNvPr>
          <p:cNvSpPr>
            <a:spLocks noGrp="1"/>
          </p:cNvSpPr>
          <p:nvPr/>
        </p:nvSpPr>
        <p:spPr>
          <a:xfrm>
            <a:off x="2652032" y="693922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4" name="matrix_790::844_path">
            <a:extLst>
              <a:ext uri="{FF2B5EF4-FFF2-40B4-BE49-F238E27FC236}">
                <a16:creationId xmlns:a16="http://schemas.microsoft.com/office/drawing/2014/main" id="{97392EEE-AB24-4C9C-821F-97152954FF56}"/>
              </a:ext>
            </a:extLst>
          </p:cNvPr>
          <p:cNvSpPr>
            <a:spLocks noGrp="1"/>
          </p:cNvSpPr>
          <p:nvPr/>
        </p:nvSpPr>
        <p:spPr>
          <a:xfrm>
            <a:off x="2725511" y="691881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5" name="matrix_790::845_path">
            <a:extLst>
              <a:ext uri="{FF2B5EF4-FFF2-40B4-BE49-F238E27FC236}">
                <a16:creationId xmlns:a16="http://schemas.microsoft.com/office/drawing/2014/main" id="{8AC94978-5F7D-4066-8A86-6A58EF4840C4}"/>
              </a:ext>
            </a:extLst>
          </p:cNvPr>
          <p:cNvSpPr>
            <a:spLocks noGrp="1"/>
          </p:cNvSpPr>
          <p:nvPr/>
        </p:nvSpPr>
        <p:spPr>
          <a:xfrm>
            <a:off x="2798989" y="689840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6" name="matrix_790::846_path">
            <a:extLst>
              <a:ext uri="{FF2B5EF4-FFF2-40B4-BE49-F238E27FC236}">
                <a16:creationId xmlns:a16="http://schemas.microsoft.com/office/drawing/2014/main" id="{4C48FE40-9BDB-431E-81D6-105EB043C94D}"/>
              </a:ext>
            </a:extLst>
          </p:cNvPr>
          <p:cNvSpPr>
            <a:spLocks noGrp="1"/>
          </p:cNvSpPr>
          <p:nvPr/>
        </p:nvSpPr>
        <p:spPr>
          <a:xfrm>
            <a:off x="2872468" y="687799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7" name="matrix_790::847_path">
            <a:extLst>
              <a:ext uri="{FF2B5EF4-FFF2-40B4-BE49-F238E27FC236}">
                <a16:creationId xmlns:a16="http://schemas.microsoft.com/office/drawing/2014/main" id="{1020BD4A-3F38-41E3-A64A-D3BBAC7A5575}"/>
              </a:ext>
            </a:extLst>
          </p:cNvPr>
          <p:cNvSpPr>
            <a:spLocks noGrp="1"/>
          </p:cNvSpPr>
          <p:nvPr/>
        </p:nvSpPr>
        <p:spPr>
          <a:xfrm>
            <a:off x="2945946" y="685758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8" name="matrix_790::848_path">
            <a:extLst>
              <a:ext uri="{FF2B5EF4-FFF2-40B4-BE49-F238E27FC236}">
                <a16:creationId xmlns:a16="http://schemas.microsoft.com/office/drawing/2014/main" id="{0CEFFE2A-6C57-4D8D-B48F-2DB6B0B948A9}"/>
              </a:ext>
            </a:extLst>
          </p:cNvPr>
          <p:cNvSpPr>
            <a:spLocks noGrp="1"/>
          </p:cNvSpPr>
          <p:nvPr/>
        </p:nvSpPr>
        <p:spPr>
          <a:xfrm>
            <a:off x="2505075" y="702547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9" name="matrix_790::849_path">
            <a:extLst>
              <a:ext uri="{FF2B5EF4-FFF2-40B4-BE49-F238E27FC236}">
                <a16:creationId xmlns:a16="http://schemas.microsoft.com/office/drawing/2014/main" id="{5B836935-734E-4D7B-97CD-557353751841}"/>
              </a:ext>
            </a:extLst>
          </p:cNvPr>
          <p:cNvSpPr>
            <a:spLocks noGrp="1"/>
          </p:cNvSpPr>
          <p:nvPr/>
        </p:nvSpPr>
        <p:spPr>
          <a:xfrm>
            <a:off x="2578554" y="700506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0" name="matrix_790::850_path">
            <a:extLst>
              <a:ext uri="{FF2B5EF4-FFF2-40B4-BE49-F238E27FC236}">
                <a16:creationId xmlns:a16="http://schemas.microsoft.com/office/drawing/2014/main" id="{DEF4880C-2601-43D7-A573-664C5D609C0C}"/>
              </a:ext>
            </a:extLst>
          </p:cNvPr>
          <p:cNvSpPr>
            <a:spLocks noGrp="1"/>
          </p:cNvSpPr>
          <p:nvPr/>
        </p:nvSpPr>
        <p:spPr>
          <a:xfrm>
            <a:off x="2652032" y="698465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1" name="matrix_790::851_path">
            <a:extLst>
              <a:ext uri="{FF2B5EF4-FFF2-40B4-BE49-F238E27FC236}">
                <a16:creationId xmlns:a16="http://schemas.microsoft.com/office/drawing/2014/main" id="{BACDA9BB-CE0A-4E5C-AF62-D9D72FE0F026}"/>
              </a:ext>
            </a:extLst>
          </p:cNvPr>
          <p:cNvSpPr>
            <a:spLocks noGrp="1"/>
          </p:cNvSpPr>
          <p:nvPr/>
        </p:nvSpPr>
        <p:spPr>
          <a:xfrm>
            <a:off x="2725511" y="696424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2" name="matrix_790::852_path">
            <a:extLst>
              <a:ext uri="{FF2B5EF4-FFF2-40B4-BE49-F238E27FC236}">
                <a16:creationId xmlns:a16="http://schemas.microsoft.com/office/drawing/2014/main" id="{6E3DC536-F941-4734-A8BA-52086AD30FD5}"/>
              </a:ext>
            </a:extLst>
          </p:cNvPr>
          <p:cNvSpPr>
            <a:spLocks noGrp="1"/>
          </p:cNvSpPr>
          <p:nvPr/>
        </p:nvSpPr>
        <p:spPr>
          <a:xfrm>
            <a:off x="2798989" y="694383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3" name="matrix_790::853_path">
            <a:extLst>
              <a:ext uri="{FF2B5EF4-FFF2-40B4-BE49-F238E27FC236}">
                <a16:creationId xmlns:a16="http://schemas.microsoft.com/office/drawing/2014/main" id="{5E2A2808-8E02-4ED2-81D2-1C1E8FCCBAEE}"/>
              </a:ext>
            </a:extLst>
          </p:cNvPr>
          <p:cNvSpPr>
            <a:spLocks noGrp="1"/>
          </p:cNvSpPr>
          <p:nvPr/>
        </p:nvSpPr>
        <p:spPr>
          <a:xfrm>
            <a:off x="2872468" y="692341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4" name="matrix_790::854_path">
            <a:extLst>
              <a:ext uri="{FF2B5EF4-FFF2-40B4-BE49-F238E27FC236}">
                <a16:creationId xmlns:a16="http://schemas.microsoft.com/office/drawing/2014/main" id="{0EF97399-8CD7-4F48-830C-42F6D5DE61F5}"/>
              </a:ext>
            </a:extLst>
          </p:cNvPr>
          <p:cNvSpPr>
            <a:spLocks noGrp="1"/>
          </p:cNvSpPr>
          <p:nvPr/>
        </p:nvSpPr>
        <p:spPr>
          <a:xfrm>
            <a:off x="2945946" y="690300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5" name="matrix_790::855_path">
            <a:extLst>
              <a:ext uri="{FF2B5EF4-FFF2-40B4-BE49-F238E27FC236}">
                <a16:creationId xmlns:a16="http://schemas.microsoft.com/office/drawing/2014/main" id="{347BB924-AA68-4639-B46F-9800CF517D5F}"/>
              </a:ext>
            </a:extLst>
          </p:cNvPr>
          <p:cNvSpPr>
            <a:spLocks noGrp="1"/>
          </p:cNvSpPr>
          <p:nvPr/>
        </p:nvSpPr>
        <p:spPr>
          <a:xfrm>
            <a:off x="2505075" y="707089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6" name="matrix_790::856_path">
            <a:extLst>
              <a:ext uri="{FF2B5EF4-FFF2-40B4-BE49-F238E27FC236}">
                <a16:creationId xmlns:a16="http://schemas.microsoft.com/office/drawing/2014/main" id="{D861C528-39BA-4F9F-B2E7-83D803585025}"/>
              </a:ext>
            </a:extLst>
          </p:cNvPr>
          <p:cNvSpPr>
            <a:spLocks noGrp="1"/>
          </p:cNvSpPr>
          <p:nvPr/>
        </p:nvSpPr>
        <p:spPr>
          <a:xfrm>
            <a:off x="2578554" y="705048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7" name="matrix_790::857_path">
            <a:extLst>
              <a:ext uri="{FF2B5EF4-FFF2-40B4-BE49-F238E27FC236}">
                <a16:creationId xmlns:a16="http://schemas.microsoft.com/office/drawing/2014/main" id="{5F129C35-7014-4FEF-B36B-1DC41B1B748A}"/>
              </a:ext>
            </a:extLst>
          </p:cNvPr>
          <p:cNvSpPr>
            <a:spLocks noGrp="1"/>
          </p:cNvSpPr>
          <p:nvPr/>
        </p:nvSpPr>
        <p:spPr>
          <a:xfrm>
            <a:off x="2652032" y="703007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8" name="matrix_790::858_path">
            <a:extLst>
              <a:ext uri="{FF2B5EF4-FFF2-40B4-BE49-F238E27FC236}">
                <a16:creationId xmlns:a16="http://schemas.microsoft.com/office/drawing/2014/main" id="{4D3D99CF-DF54-450F-B40B-9EA8EA08A4D2}"/>
              </a:ext>
            </a:extLst>
          </p:cNvPr>
          <p:cNvSpPr>
            <a:spLocks noGrp="1"/>
          </p:cNvSpPr>
          <p:nvPr/>
        </p:nvSpPr>
        <p:spPr>
          <a:xfrm>
            <a:off x="2725511" y="700966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9" name="matrix_790::859_path">
            <a:extLst>
              <a:ext uri="{FF2B5EF4-FFF2-40B4-BE49-F238E27FC236}">
                <a16:creationId xmlns:a16="http://schemas.microsoft.com/office/drawing/2014/main" id="{871D0550-CED9-48F2-9FEB-CB16A7AB4F99}"/>
              </a:ext>
            </a:extLst>
          </p:cNvPr>
          <p:cNvSpPr>
            <a:spLocks noGrp="1"/>
          </p:cNvSpPr>
          <p:nvPr/>
        </p:nvSpPr>
        <p:spPr>
          <a:xfrm>
            <a:off x="2798989" y="698925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0" name="matrix_790::860_path">
            <a:extLst>
              <a:ext uri="{FF2B5EF4-FFF2-40B4-BE49-F238E27FC236}">
                <a16:creationId xmlns:a16="http://schemas.microsoft.com/office/drawing/2014/main" id="{BB660982-4D15-4C62-8FCC-7CF16BC6B1CC}"/>
              </a:ext>
            </a:extLst>
          </p:cNvPr>
          <p:cNvSpPr>
            <a:spLocks noGrp="1"/>
          </p:cNvSpPr>
          <p:nvPr/>
        </p:nvSpPr>
        <p:spPr>
          <a:xfrm>
            <a:off x="2872468" y="696884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1" name="matrix_790::861_path">
            <a:extLst>
              <a:ext uri="{FF2B5EF4-FFF2-40B4-BE49-F238E27FC236}">
                <a16:creationId xmlns:a16="http://schemas.microsoft.com/office/drawing/2014/main" id="{494C7508-BCE7-4A10-A03E-23040CD6A20F}"/>
              </a:ext>
            </a:extLst>
          </p:cNvPr>
          <p:cNvSpPr>
            <a:spLocks noGrp="1"/>
          </p:cNvSpPr>
          <p:nvPr/>
        </p:nvSpPr>
        <p:spPr>
          <a:xfrm>
            <a:off x="2945946" y="694843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2" name="matrix_790::862_path">
            <a:extLst>
              <a:ext uri="{FF2B5EF4-FFF2-40B4-BE49-F238E27FC236}">
                <a16:creationId xmlns:a16="http://schemas.microsoft.com/office/drawing/2014/main" id="{2D61E2D5-601F-421F-8BC0-8200D35B9DEB}"/>
              </a:ext>
            </a:extLst>
          </p:cNvPr>
          <p:cNvSpPr>
            <a:spLocks noGrp="1"/>
          </p:cNvSpPr>
          <p:nvPr/>
        </p:nvSpPr>
        <p:spPr>
          <a:xfrm>
            <a:off x="2505075" y="711632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3" name="matrix_790::863_path">
            <a:extLst>
              <a:ext uri="{FF2B5EF4-FFF2-40B4-BE49-F238E27FC236}">
                <a16:creationId xmlns:a16="http://schemas.microsoft.com/office/drawing/2014/main" id="{A5633BD8-2D73-49BD-B6A7-0387ACEB03B6}"/>
              </a:ext>
            </a:extLst>
          </p:cNvPr>
          <p:cNvSpPr>
            <a:spLocks noGrp="1"/>
          </p:cNvSpPr>
          <p:nvPr/>
        </p:nvSpPr>
        <p:spPr>
          <a:xfrm>
            <a:off x="2578554" y="709591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4" name="matrix_790::864_path">
            <a:extLst>
              <a:ext uri="{FF2B5EF4-FFF2-40B4-BE49-F238E27FC236}">
                <a16:creationId xmlns:a16="http://schemas.microsoft.com/office/drawing/2014/main" id="{417F06D5-F0EA-4022-9814-E914045EFDAB}"/>
              </a:ext>
            </a:extLst>
          </p:cNvPr>
          <p:cNvSpPr>
            <a:spLocks noGrp="1"/>
          </p:cNvSpPr>
          <p:nvPr/>
        </p:nvSpPr>
        <p:spPr>
          <a:xfrm>
            <a:off x="2652032" y="7075505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5" name="matrix_790::865_path">
            <a:extLst>
              <a:ext uri="{FF2B5EF4-FFF2-40B4-BE49-F238E27FC236}">
                <a16:creationId xmlns:a16="http://schemas.microsoft.com/office/drawing/2014/main" id="{14AF72A6-FFF0-4893-9717-9BF648D6329D}"/>
              </a:ext>
            </a:extLst>
          </p:cNvPr>
          <p:cNvSpPr>
            <a:spLocks noGrp="1"/>
          </p:cNvSpPr>
          <p:nvPr/>
        </p:nvSpPr>
        <p:spPr>
          <a:xfrm>
            <a:off x="2725511" y="705509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6" name="matrix_790::866_path">
            <a:extLst>
              <a:ext uri="{FF2B5EF4-FFF2-40B4-BE49-F238E27FC236}">
                <a16:creationId xmlns:a16="http://schemas.microsoft.com/office/drawing/2014/main" id="{BCF07B67-7744-48E2-A732-03EB636764F1}"/>
              </a:ext>
            </a:extLst>
          </p:cNvPr>
          <p:cNvSpPr>
            <a:spLocks noGrp="1"/>
          </p:cNvSpPr>
          <p:nvPr/>
        </p:nvSpPr>
        <p:spPr>
          <a:xfrm>
            <a:off x="2798989" y="7034684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7" name="matrix_790::867_path">
            <a:extLst>
              <a:ext uri="{FF2B5EF4-FFF2-40B4-BE49-F238E27FC236}">
                <a16:creationId xmlns:a16="http://schemas.microsoft.com/office/drawing/2014/main" id="{3F54F531-A4F4-4B82-A504-1D7834EB8D16}"/>
              </a:ext>
            </a:extLst>
          </p:cNvPr>
          <p:cNvSpPr>
            <a:spLocks noGrp="1"/>
          </p:cNvSpPr>
          <p:nvPr/>
        </p:nvSpPr>
        <p:spPr>
          <a:xfrm>
            <a:off x="2872468" y="701427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8" name="matrix_790::868_path">
            <a:extLst>
              <a:ext uri="{FF2B5EF4-FFF2-40B4-BE49-F238E27FC236}">
                <a16:creationId xmlns:a16="http://schemas.microsoft.com/office/drawing/2014/main" id="{DE04BBE9-CF97-45A4-B76C-2EEEBEB73048}"/>
              </a:ext>
            </a:extLst>
          </p:cNvPr>
          <p:cNvSpPr>
            <a:spLocks noGrp="1"/>
          </p:cNvSpPr>
          <p:nvPr/>
        </p:nvSpPr>
        <p:spPr>
          <a:xfrm>
            <a:off x="2945946" y="699386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9" name="matrix_790::869_path">
            <a:extLst>
              <a:ext uri="{FF2B5EF4-FFF2-40B4-BE49-F238E27FC236}">
                <a16:creationId xmlns:a16="http://schemas.microsoft.com/office/drawing/2014/main" id="{3910880B-BFFD-417A-820C-2A34A7EAF62E}"/>
              </a:ext>
            </a:extLst>
          </p:cNvPr>
          <p:cNvSpPr>
            <a:spLocks noGrp="1"/>
          </p:cNvSpPr>
          <p:nvPr/>
        </p:nvSpPr>
        <p:spPr>
          <a:xfrm>
            <a:off x="2505075" y="716175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0" name="matrix_790::870_path">
            <a:extLst>
              <a:ext uri="{FF2B5EF4-FFF2-40B4-BE49-F238E27FC236}">
                <a16:creationId xmlns:a16="http://schemas.microsoft.com/office/drawing/2014/main" id="{DE1125DD-3910-4B5C-A311-B591B93A1F7F}"/>
              </a:ext>
            </a:extLst>
          </p:cNvPr>
          <p:cNvSpPr>
            <a:spLocks noGrp="1"/>
          </p:cNvSpPr>
          <p:nvPr/>
        </p:nvSpPr>
        <p:spPr>
          <a:xfrm>
            <a:off x="2578554" y="7141343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1" name="matrix_790::871_path">
            <a:extLst>
              <a:ext uri="{FF2B5EF4-FFF2-40B4-BE49-F238E27FC236}">
                <a16:creationId xmlns:a16="http://schemas.microsoft.com/office/drawing/2014/main" id="{60DD57B3-8267-41B5-84F4-55EA41B81C5D}"/>
              </a:ext>
            </a:extLst>
          </p:cNvPr>
          <p:cNvSpPr>
            <a:spLocks noGrp="1"/>
          </p:cNvSpPr>
          <p:nvPr/>
        </p:nvSpPr>
        <p:spPr>
          <a:xfrm>
            <a:off x="2652032" y="7120932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2" name="matrix_790::872_path">
            <a:extLst>
              <a:ext uri="{FF2B5EF4-FFF2-40B4-BE49-F238E27FC236}">
                <a16:creationId xmlns:a16="http://schemas.microsoft.com/office/drawing/2014/main" id="{FA7069D4-6D56-479D-82E7-5819F9011A0D}"/>
              </a:ext>
            </a:extLst>
          </p:cNvPr>
          <p:cNvSpPr>
            <a:spLocks noGrp="1"/>
          </p:cNvSpPr>
          <p:nvPr/>
        </p:nvSpPr>
        <p:spPr>
          <a:xfrm>
            <a:off x="2725511" y="7100521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3" name="matrix_790::873_path">
            <a:extLst>
              <a:ext uri="{FF2B5EF4-FFF2-40B4-BE49-F238E27FC236}">
                <a16:creationId xmlns:a16="http://schemas.microsoft.com/office/drawing/2014/main" id="{2D907C25-3B97-424A-A450-C1289AF80C5A}"/>
              </a:ext>
            </a:extLst>
          </p:cNvPr>
          <p:cNvSpPr>
            <a:spLocks noGrp="1"/>
          </p:cNvSpPr>
          <p:nvPr/>
        </p:nvSpPr>
        <p:spPr>
          <a:xfrm>
            <a:off x="2798989" y="708011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4" name="matrix_790::874_path">
            <a:extLst>
              <a:ext uri="{FF2B5EF4-FFF2-40B4-BE49-F238E27FC236}">
                <a16:creationId xmlns:a16="http://schemas.microsoft.com/office/drawing/2014/main" id="{918A0555-6707-451C-908B-85F8126924FE}"/>
              </a:ext>
            </a:extLst>
          </p:cNvPr>
          <p:cNvSpPr>
            <a:spLocks noGrp="1"/>
          </p:cNvSpPr>
          <p:nvPr/>
        </p:nvSpPr>
        <p:spPr>
          <a:xfrm>
            <a:off x="2872468" y="705970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5" name="matrix_790::875_path">
            <a:extLst>
              <a:ext uri="{FF2B5EF4-FFF2-40B4-BE49-F238E27FC236}">
                <a16:creationId xmlns:a16="http://schemas.microsoft.com/office/drawing/2014/main" id="{94BC3923-1906-42AD-A84A-ED1C28227BBF}"/>
              </a:ext>
            </a:extLst>
          </p:cNvPr>
          <p:cNvSpPr>
            <a:spLocks noGrp="1"/>
          </p:cNvSpPr>
          <p:nvPr/>
        </p:nvSpPr>
        <p:spPr>
          <a:xfrm>
            <a:off x="2945946" y="703928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6" name="matrix_790::876_path">
            <a:extLst>
              <a:ext uri="{FF2B5EF4-FFF2-40B4-BE49-F238E27FC236}">
                <a16:creationId xmlns:a16="http://schemas.microsoft.com/office/drawing/2014/main" id="{7CF27055-3385-412B-8F97-6B62EB5AE1B7}"/>
              </a:ext>
            </a:extLst>
          </p:cNvPr>
          <p:cNvSpPr>
            <a:spLocks noGrp="1"/>
          </p:cNvSpPr>
          <p:nvPr/>
        </p:nvSpPr>
        <p:spPr>
          <a:xfrm>
            <a:off x="2505075" y="720718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7" name="matrix_790::877_path">
            <a:extLst>
              <a:ext uri="{FF2B5EF4-FFF2-40B4-BE49-F238E27FC236}">
                <a16:creationId xmlns:a16="http://schemas.microsoft.com/office/drawing/2014/main" id="{EB41F4D1-3FB1-4DB2-BD32-1CCC8FE4B21E}"/>
              </a:ext>
            </a:extLst>
          </p:cNvPr>
          <p:cNvSpPr>
            <a:spLocks noGrp="1"/>
          </p:cNvSpPr>
          <p:nvPr/>
        </p:nvSpPr>
        <p:spPr>
          <a:xfrm>
            <a:off x="2578554" y="7186770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8" name="matrix_790::878_path">
            <a:extLst>
              <a:ext uri="{FF2B5EF4-FFF2-40B4-BE49-F238E27FC236}">
                <a16:creationId xmlns:a16="http://schemas.microsoft.com/office/drawing/2014/main" id="{74F9FBFA-2DE8-4047-817B-FC18F951BEFB}"/>
              </a:ext>
            </a:extLst>
          </p:cNvPr>
          <p:cNvSpPr>
            <a:spLocks noGrp="1"/>
          </p:cNvSpPr>
          <p:nvPr/>
        </p:nvSpPr>
        <p:spPr>
          <a:xfrm>
            <a:off x="2652032" y="7166359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9" name="matrix_790::879_path">
            <a:extLst>
              <a:ext uri="{FF2B5EF4-FFF2-40B4-BE49-F238E27FC236}">
                <a16:creationId xmlns:a16="http://schemas.microsoft.com/office/drawing/2014/main" id="{2F7DCA1C-AC77-4289-B99E-AECB8557337F}"/>
              </a:ext>
            </a:extLst>
          </p:cNvPr>
          <p:cNvSpPr>
            <a:spLocks noGrp="1"/>
          </p:cNvSpPr>
          <p:nvPr/>
        </p:nvSpPr>
        <p:spPr>
          <a:xfrm>
            <a:off x="2725511" y="7145948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0" name="matrix_790::880_path">
            <a:extLst>
              <a:ext uri="{FF2B5EF4-FFF2-40B4-BE49-F238E27FC236}">
                <a16:creationId xmlns:a16="http://schemas.microsoft.com/office/drawing/2014/main" id="{4FC82B5A-370F-4612-A8BF-4933BA2B0A1B}"/>
              </a:ext>
            </a:extLst>
          </p:cNvPr>
          <p:cNvSpPr>
            <a:spLocks noGrp="1"/>
          </p:cNvSpPr>
          <p:nvPr/>
        </p:nvSpPr>
        <p:spPr>
          <a:xfrm>
            <a:off x="2798989" y="712553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1" name="matrix_790::881_path">
            <a:extLst>
              <a:ext uri="{FF2B5EF4-FFF2-40B4-BE49-F238E27FC236}">
                <a16:creationId xmlns:a16="http://schemas.microsoft.com/office/drawing/2014/main" id="{0BEE5BD8-7831-4BCF-BA2A-0C3225297EA4}"/>
              </a:ext>
            </a:extLst>
          </p:cNvPr>
          <p:cNvSpPr>
            <a:spLocks noGrp="1"/>
          </p:cNvSpPr>
          <p:nvPr/>
        </p:nvSpPr>
        <p:spPr>
          <a:xfrm>
            <a:off x="2872468" y="7105127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2" name="matrix_790::882_path">
            <a:extLst>
              <a:ext uri="{FF2B5EF4-FFF2-40B4-BE49-F238E27FC236}">
                <a16:creationId xmlns:a16="http://schemas.microsoft.com/office/drawing/2014/main" id="{ECA92C69-9705-422A-81CE-DB6CA5DDE64F}"/>
              </a:ext>
            </a:extLst>
          </p:cNvPr>
          <p:cNvSpPr>
            <a:spLocks noGrp="1"/>
          </p:cNvSpPr>
          <p:nvPr/>
        </p:nvSpPr>
        <p:spPr>
          <a:xfrm>
            <a:off x="2945946" y="7084716"/>
            <a:ext cx="56334" cy="43522"/>
          </a:xfrm>
          <a:custGeom>
            <a:avLst/>
            <a:gdLst/>
            <a:ahLst/>
            <a:cxnLst/>
            <a:rect l="0" t="0" r="0" b="0"/>
            <a:pathLst>
              <a:path w="56334" h="43522">
                <a:moveTo>
                  <a:pt x="0" y="14288"/>
                </a:moveTo>
                <a:lnTo>
                  <a:pt x="56334" y="0"/>
                </a:lnTo>
                <a:lnTo>
                  <a:pt x="56334" y="29234"/>
                </a:lnTo>
                <a:lnTo>
                  <a:pt x="0" y="43522"/>
                </a:lnTo>
                <a:close/>
              </a:path>
            </a:pathLst>
          </a:custGeom>
          <a:solidFill>
            <a:srgbClr val="7F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3" name="883_textbox">
            <a:extLst>
              <a:ext uri="{FF2B5EF4-FFF2-40B4-BE49-F238E27FC236}">
                <a16:creationId xmlns:a16="http://schemas.microsoft.com/office/drawing/2014/main" id="{D86DE633-5A60-4050-A6BE-C4F2D1DC4A60}"/>
              </a:ext>
            </a:extLst>
          </p:cNvPr>
          <p:cNvSpPr>
            <a:spLocks noGrp="1"/>
          </p:cNvSpPr>
          <p:nvPr/>
        </p:nvSpPr>
        <p:spPr>
          <a:xfrm>
            <a:off x="2305050" y="7381875"/>
            <a:ext cx="1238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Z : 13 × 128</a:t>
            </a:r>
          </a:p>
        </p:txBody>
      </p:sp>
      <p:sp>
        <p:nvSpPr>
          <p:cNvPr id="884" name="884_rect">
            <a:extLst>
              <a:ext uri="{FF2B5EF4-FFF2-40B4-BE49-F238E27FC236}">
                <a16:creationId xmlns:a16="http://schemas.microsoft.com/office/drawing/2014/main" id="{60153BC3-20EA-4425-B151-E98116800568}"/>
              </a:ext>
            </a:extLst>
          </p:cNvPr>
          <p:cNvSpPr>
            <a:spLocks noGrp="1"/>
          </p:cNvSpPr>
          <p:nvPr/>
        </p:nvSpPr>
        <p:spPr>
          <a:xfrm>
            <a:off x="3752850" y="4191000"/>
            <a:ext cx="4495800" cy="3390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9F6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85" name="885_textbox">
            <a:extLst>
              <a:ext uri="{FF2B5EF4-FFF2-40B4-BE49-F238E27FC236}">
                <a16:creationId xmlns:a16="http://schemas.microsoft.com/office/drawing/2014/main" id="{8162AB98-B41A-45A0-AEC5-756DD0918415}"/>
              </a:ext>
            </a:extLst>
          </p:cNvPr>
          <p:cNvSpPr>
            <a:spLocks noGrp="1"/>
          </p:cNvSpPr>
          <p:nvPr/>
        </p:nvSpPr>
        <p:spPr>
          <a:xfrm>
            <a:off x="3838575" y="4229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886" name="886_textbox">
            <a:extLst>
              <a:ext uri="{FF2B5EF4-FFF2-40B4-BE49-F238E27FC236}">
                <a16:creationId xmlns:a16="http://schemas.microsoft.com/office/drawing/2014/main" id="{E9646090-AF9D-411F-9817-06FB0968AF3A}"/>
              </a:ext>
            </a:extLst>
          </p:cNvPr>
          <p:cNvSpPr>
            <a:spLocks noGrp="1"/>
          </p:cNvSpPr>
          <p:nvPr/>
        </p:nvSpPr>
        <p:spPr>
          <a:xfrm>
            <a:off x="4162425" y="42386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Source-selection branches</a:t>
            </a:r>
          </a:p>
        </p:txBody>
      </p:sp>
      <p:sp>
        <p:nvSpPr>
          <p:cNvPr id="887" name="887_rect">
            <a:extLst>
              <a:ext uri="{FF2B5EF4-FFF2-40B4-BE49-F238E27FC236}">
                <a16:creationId xmlns:a16="http://schemas.microsoft.com/office/drawing/2014/main" id="{4740DC06-D42B-4A6C-92E3-90358C53BBEC}"/>
              </a:ext>
            </a:extLst>
          </p:cNvPr>
          <p:cNvSpPr>
            <a:spLocks noGrp="1"/>
          </p:cNvSpPr>
          <p:nvPr/>
        </p:nvSpPr>
        <p:spPr>
          <a:xfrm>
            <a:off x="5324475" y="4743450"/>
            <a:ext cx="2847975" cy="1247775"/>
          </a:xfrm>
          <a:prstGeom prst="rect">
            <a:avLst/>
          </a:prstGeom>
          <a:gradFill>
            <a:gsLst>
              <a:gs pos="0">
                <a:srgbClr val="DDF2FC"/>
              </a:gs>
              <a:gs pos="100000">
                <a:srgbClr val="D2EAF5"/>
              </a:gs>
            </a:gsLst>
            <a:lin ang="5400000"/>
          </a:gradFill>
          <a:ln w="9525">
            <a:solidFill>
              <a:srgbClr val="B6E0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8" name="888_rect">
            <a:extLst>
              <a:ext uri="{FF2B5EF4-FFF2-40B4-BE49-F238E27FC236}">
                <a16:creationId xmlns:a16="http://schemas.microsoft.com/office/drawing/2014/main" id="{B6189BC3-008D-4CCC-A569-5B0EFC09DC59}"/>
              </a:ext>
            </a:extLst>
          </p:cNvPr>
          <p:cNvSpPr>
            <a:spLocks noGrp="1"/>
          </p:cNvSpPr>
          <p:nvPr/>
        </p:nvSpPr>
        <p:spPr>
          <a:xfrm>
            <a:off x="5400675" y="6257925"/>
            <a:ext cx="2743200" cy="1009650"/>
          </a:xfrm>
          <a:prstGeom prst="rect">
            <a:avLst/>
          </a:prstGeom>
          <a:gradFill>
            <a:gsLst>
              <a:gs pos="0">
                <a:srgbClr val="DEF1E7"/>
              </a:gs>
              <a:gs pos="100000">
                <a:srgbClr val="CEE9DE"/>
              </a:gs>
            </a:gsLst>
            <a:lin ang="5400000"/>
          </a:gradFill>
          <a:ln w="9525">
            <a:solidFill>
              <a:srgbClr val="B8E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9" name="889_textbox">
            <a:extLst>
              <a:ext uri="{FF2B5EF4-FFF2-40B4-BE49-F238E27FC236}">
                <a16:creationId xmlns:a16="http://schemas.microsoft.com/office/drawing/2014/main" id="{05B5AF94-002A-4FC4-9B69-B1A23C7448F2}"/>
              </a:ext>
            </a:extLst>
          </p:cNvPr>
          <p:cNvSpPr>
            <a:spLocks noGrp="1"/>
          </p:cNvSpPr>
          <p:nvPr/>
        </p:nvSpPr>
        <p:spPr>
          <a:xfrm>
            <a:off x="5619750" y="48101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>
                <a:solidFill>
                  <a:srgbClr val="0668BD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ctr">
              <a:buNone/>
              <a:defRPr sz="1125" b="0" i="0">
                <a:solidFill>
                  <a:srgbClr val="0668BD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0668BD"/>
                </a:solidFill>
                <a:latin typeface="Nimbus Sans Narrow"/>
                <a:ea typeface="Nimbus Sans Narrow"/>
                <a:cs typeface="Nimbus Sans Narrow"/>
              </a:rPr>
              <a:t>Sample-conditioned branch</a:t>
            </a:r>
          </a:p>
        </p:txBody>
      </p:sp>
      <p:sp>
        <p:nvSpPr>
          <p:cNvPr id="891" name="891_textbox">
            <a:extLst>
              <a:ext uri="{FF2B5EF4-FFF2-40B4-BE49-F238E27FC236}">
                <a16:creationId xmlns:a16="http://schemas.microsoft.com/office/drawing/2014/main" id="{5BB1A5B3-7E21-4AE3-800D-6F95F764F700}"/>
              </a:ext>
            </a:extLst>
          </p:cNvPr>
          <p:cNvSpPr>
            <a:spLocks noGrp="1"/>
          </p:cNvSpPr>
          <p:nvPr/>
        </p:nvSpPr>
        <p:spPr>
          <a:xfrm>
            <a:off x="3971925" y="4648200"/>
            <a:ext cx="1457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Task embedding eₜ</a:t>
            </a:r>
          </a:p>
        </p:txBody>
      </p:sp>
      <p:sp>
        <p:nvSpPr>
          <p:cNvPr id="892" name="vector_891::892_rect">
            <a:extLst>
              <a:ext uri="{FF2B5EF4-FFF2-40B4-BE49-F238E27FC236}">
                <a16:creationId xmlns:a16="http://schemas.microsoft.com/office/drawing/2014/main" id="{AFED86EE-12E5-4B9D-8066-026171444A67}"/>
              </a:ext>
            </a:extLst>
          </p:cNvPr>
          <p:cNvSpPr>
            <a:spLocks noGrp="1"/>
          </p:cNvSpPr>
          <p:nvPr/>
        </p:nvSpPr>
        <p:spPr>
          <a:xfrm>
            <a:off x="3981450" y="4933950"/>
            <a:ext cx="64770" cy="171450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3" name="vector_891::893_rect">
            <a:extLst>
              <a:ext uri="{FF2B5EF4-FFF2-40B4-BE49-F238E27FC236}">
                <a16:creationId xmlns:a16="http://schemas.microsoft.com/office/drawing/2014/main" id="{E9473274-3ED0-48F0-B55F-AD4889DD3887}"/>
              </a:ext>
            </a:extLst>
          </p:cNvPr>
          <p:cNvSpPr>
            <a:spLocks noGrp="1"/>
          </p:cNvSpPr>
          <p:nvPr/>
        </p:nvSpPr>
        <p:spPr>
          <a:xfrm>
            <a:off x="4046220" y="4933950"/>
            <a:ext cx="64770" cy="171450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4" name="vector_891::894_rect">
            <a:extLst>
              <a:ext uri="{FF2B5EF4-FFF2-40B4-BE49-F238E27FC236}">
                <a16:creationId xmlns:a16="http://schemas.microsoft.com/office/drawing/2014/main" id="{B09FE3DB-0793-4F13-9D52-1E8F0B6E9DD8}"/>
              </a:ext>
            </a:extLst>
          </p:cNvPr>
          <p:cNvSpPr>
            <a:spLocks noGrp="1"/>
          </p:cNvSpPr>
          <p:nvPr/>
        </p:nvSpPr>
        <p:spPr>
          <a:xfrm>
            <a:off x="4110990" y="4933950"/>
            <a:ext cx="64770" cy="171450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5" name="vector_891::895_rect">
            <a:extLst>
              <a:ext uri="{FF2B5EF4-FFF2-40B4-BE49-F238E27FC236}">
                <a16:creationId xmlns:a16="http://schemas.microsoft.com/office/drawing/2014/main" id="{961EC963-8EAD-42AE-AF58-8C22280614D2}"/>
              </a:ext>
            </a:extLst>
          </p:cNvPr>
          <p:cNvSpPr>
            <a:spLocks noGrp="1"/>
          </p:cNvSpPr>
          <p:nvPr/>
        </p:nvSpPr>
        <p:spPr>
          <a:xfrm>
            <a:off x="4175760" y="4933950"/>
            <a:ext cx="64770" cy="171450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6" name="vector_891::896_rect">
            <a:extLst>
              <a:ext uri="{FF2B5EF4-FFF2-40B4-BE49-F238E27FC236}">
                <a16:creationId xmlns:a16="http://schemas.microsoft.com/office/drawing/2014/main" id="{5729C4B5-2D68-4394-8B7A-B9C105C047B7}"/>
              </a:ext>
            </a:extLst>
          </p:cNvPr>
          <p:cNvSpPr>
            <a:spLocks noGrp="1"/>
          </p:cNvSpPr>
          <p:nvPr/>
        </p:nvSpPr>
        <p:spPr>
          <a:xfrm>
            <a:off x="4240530" y="4933950"/>
            <a:ext cx="64770" cy="171450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7" name="vector_891::897_rect">
            <a:extLst>
              <a:ext uri="{FF2B5EF4-FFF2-40B4-BE49-F238E27FC236}">
                <a16:creationId xmlns:a16="http://schemas.microsoft.com/office/drawing/2014/main" id="{ADD96C48-7027-4273-8469-985C3DF6C577}"/>
              </a:ext>
            </a:extLst>
          </p:cNvPr>
          <p:cNvSpPr>
            <a:spLocks noGrp="1"/>
          </p:cNvSpPr>
          <p:nvPr/>
        </p:nvSpPr>
        <p:spPr>
          <a:xfrm>
            <a:off x="3981450" y="4933950"/>
            <a:ext cx="323850" cy="171450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8" name="898_textbox">
            <a:extLst>
              <a:ext uri="{FF2B5EF4-FFF2-40B4-BE49-F238E27FC236}">
                <a16:creationId xmlns:a16="http://schemas.microsoft.com/office/drawing/2014/main" id="{FEF464A9-ECA4-4386-BB8F-18E34DAC2CE4}"/>
              </a:ext>
            </a:extLst>
          </p:cNvPr>
          <p:cNvSpPr>
            <a:spLocks noGrp="1"/>
          </p:cNvSpPr>
          <p:nvPr/>
        </p:nvSpPr>
        <p:spPr>
          <a:xfrm>
            <a:off x="4371975" y="4905375"/>
            <a:ext cx="942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Reliability r (8D)</a:t>
            </a:r>
          </a:p>
        </p:txBody>
      </p:sp>
      <p:sp>
        <p:nvSpPr>
          <p:cNvPr id="899" name="899_path">
            <a:extLst>
              <a:ext uri="{FF2B5EF4-FFF2-40B4-BE49-F238E27FC236}">
                <a16:creationId xmlns:a16="http://schemas.microsoft.com/office/drawing/2014/main" id="{9AC22250-4A4E-4AE3-9C92-ACA6994B214B}"/>
              </a:ext>
            </a:extLst>
          </p:cNvPr>
          <p:cNvSpPr>
            <a:spLocks noGrp="1"/>
          </p:cNvSpPr>
          <p:nvPr/>
        </p:nvSpPr>
        <p:spPr>
          <a:xfrm>
            <a:off x="3867150" y="4733925"/>
            <a:ext cx="85725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85725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" name="900_path">
            <a:extLst>
              <a:ext uri="{FF2B5EF4-FFF2-40B4-BE49-F238E27FC236}">
                <a16:creationId xmlns:a16="http://schemas.microsoft.com/office/drawing/2014/main" id="{F6CEEB87-7F4B-40ED-B386-ABAE6576DD93}"/>
              </a:ext>
            </a:extLst>
          </p:cNvPr>
          <p:cNvSpPr>
            <a:spLocks noGrp="1"/>
          </p:cNvSpPr>
          <p:nvPr/>
        </p:nvSpPr>
        <p:spPr>
          <a:xfrm>
            <a:off x="3867150" y="4733925"/>
            <a:ext cx="409575" cy="1047750"/>
          </a:xfrm>
          <a:custGeom>
            <a:avLst/>
            <a:gdLst/>
            <a:ahLst/>
            <a:cxnLst/>
            <a:rect l="0" t="0" r="0" b="0"/>
            <a:pathLst>
              <a:path w="409575" h="1047750">
                <a:moveTo>
                  <a:pt x="0" y="0"/>
                </a:moveTo>
                <a:lnTo>
                  <a:pt x="0" y="781050"/>
                </a:lnTo>
                <a:lnTo>
                  <a:pt x="409575" y="781050"/>
                </a:lnTo>
                <a:lnTo>
                  <a:pt x="409575" y="104775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1" name="901_path">
            <a:extLst>
              <a:ext uri="{FF2B5EF4-FFF2-40B4-BE49-F238E27FC236}">
                <a16:creationId xmlns:a16="http://schemas.microsoft.com/office/drawing/2014/main" id="{4E38D858-959B-439E-9FDD-016B99FABA5D}"/>
              </a:ext>
            </a:extLst>
          </p:cNvPr>
          <p:cNvSpPr>
            <a:spLocks noGrp="1"/>
          </p:cNvSpPr>
          <p:nvPr/>
        </p:nvSpPr>
        <p:spPr>
          <a:xfrm>
            <a:off x="4249293" y="5741270"/>
            <a:ext cx="54864" cy="57150"/>
          </a:xfrm>
          <a:custGeom>
            <a:avLst/>
            <a:gdLst/>
            <a:ahLst/>
            <a:cxnLst/>
            <a:rect l="0" t="0" r="0" b="0"/>
            <a:pathLst>
              <a:path w="54864" h="57150">
                <a:moveTo>
                  <a:pt x="27432" y="57150"/>
                </a:moveTo>
                <a:lnTo>
                  <a:pt x="54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2" name="902_path">
            <a:extLst>
              <a:ext uri="{FF2B5EF4-FFF2-40B4-BE49-F238E27FC236}">
                <a16:creationId xmlns:a16="http://schemas.microsoft.com/office/drawing/2014/main" id="{43614D1D-5022-414A-AF4B-4BA6A054D3DB}"/>
              </a:ext>
            </a:extLst>
          </p:cNvPr>
          <p:cNvSpPr>
            <a:spLocks noGrp="1"/>
          </p:cNvSpPr>
          <p:nvPr/>
        </p:nvSpPr>
        <p:spPr>
          <a:xfrm>
            <a:off x="4181475" y="5124450"/>
            <a:ext cx="590550" cy="209550"/>
          </a:xfrm>
          <a:custGeom>
            <a:avLst/>
            <a:gdLst/>
            <a:ahLst/>
            <a:cxnLst/>
            <a:rect l="0" t="0" r="0" b="0"/>
            <a:pathLst>
              <a:path w="590550" h="209550">
                <a:moveTo>
                  <a:pt x="0" y="0"/>
                </a:moveTo>
                <a:lnTo>
                  <a:pt x="0" y="209550"/>
                </a:lnTo>
                <a:lnTo>
                  <a:pt x="590550" y="20955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3" name="903_path">
            <a:extLst>
              <a:ext uri="{FF2B5EF4-FFF2-40B4-BE49-F238E27FC236}">
                <a16:creationId xmlns:a16="http://schemas.microsoft.com/office/drawing/2014/main" id="{C41A588F-5AFE-45E0-B778-AEEC443F0681}"/>
              </a:ext>
            </a:extLst>
          </p:cNvPr>
          <p:cNvSpPr>
            <a:spLocks noGrp="1"/>
          </p:cNvSpPr>
          <p:nvPr/>
        </p:nvSpPr>
        <p:spPr>
          <a:xfrm>
            <a:off x="4731620" y="53065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4" name="matrix_903::904_path">
            <a:extLst>
              <a:ext uri="{FF2B5EF4-FFF2-40B4-BE49-F238E27FC236}">
                <a16:creationId xmlns:a16="http://schemas.microsoft.com/office/drawing/2014/main" id="{70043F9C-C173-4C4C-B480-A0BB9394BE71}"/>
              </a:ext>
            </a:extLst>
          </p:cNvPr>
          <p:cNvSpPr>
            <a:spLocks noGrp="1"/>
          </p:cNvSpPr>
          <p:nvPr/>
        </p:nvSpPr>
        <p:spPr>
          <a:xfrm>
            <a:off x="3924300" y="5772150"/>
            <a:ext cx="542925" cy="742950"/>
          </a:xfrm>
          <a:custGeom>
            <a:avLst/>
            <a:gdLst/>
            <a:ahLst/>
            <a:cxnLst/>
            <a:rect l="0" t="0" r="0" b="0"/>
            <a:pathLst>
              <a:path w="542925" h="742950">
                <a:moveTo>
                  <a:pt x="0" y="123825"/>
                </a:moveTo>
                <a:lnTo>
                  <a:pt x="542925" y="0"/>
                </a:lnTo>
                <a:lnTo>
                  <a:pt x="542925" y="619125"/>
                </a:lnTo>
                <a:lnTo>
                  <a:pt x="0" y="74295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5" name="matrix_903::905_path">
            <a:extLst>
              <a:ext uri="{FF2B5EF4-FFF2-40B4-BE49-F238E27FC236}">
                <a16:creationId xmlns:a16="http://schemas.microsoft.com/office/drawing/2014/main" id="{3263A9CF-F1CE-41BF-AF64-7BA61A99CBB0}"/>
              </a:ext>
            </a:extLst>
          </p:cNvPr>
          <p:cNvSpPr>
            <a:spLocks noGrp="1"/>
          </p:cNvSpPr>
          <p:nvPr/>
        </p:nvSpPr>
        <p:spPr>
          <a:xfrm>
            <a:off x="3952875" y="590332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6" name="matrix_903::906_path">
            <a:extLst>
              <a:ext uri="{FF2B5EF4-FFF2-40B4-BE49-F238E27FC236}">
                <a16:creationId xmlns:a16="http://schemas.microsoft.com/office/drawing/2014/main" id="{11921046-D3A6-4B70-B2FF-5369606689BE}"/>
              </a:ext>
            </a:extLst>
          </p:cNvPr>
          <p:cNvSpPr>
            <a:spLocks noGrp="1"/>
          </p:cNvSpPr>
          <p:nvPr/>
        </p:nvSpPr>
        <p:spPr>
          <a:xfrm>
            <a:off x="4022271" y="588563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7" name="matrix_903::907_path">
            <a:extLst>
              <a:ext uri="{FF2B5EF4-FFF2-40B4-BE49-F238E27FC236}">
                <a16:creationId xmlns:a16="http://schemas.microsoft.com/office/drawing/2014/main" id="{BA14F8B9-DF1E-49BA-B57C-06A1967C4E37}"/>
              </a:ext>
            </a:extLst>
          </p:cNvPr>
          <p:cNvSpPr>
            <a:spLocks noGrp="1"/>
          </p:cNvSpPr>
          <p:nvPr/>
        </p:nvSpPr>
        <p:spPr>
          <a:xfrm>
            <a:off x="4091668" y="586794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8" name="matrix_903::908_path">
            <a:extLst>
              <a:ext uri="{FF2B5EF4-FFF2-40B4-BE49-F238E27FC236}">
                <a16:creationId xmlns:a16="http://schemas.microsoft.com/office/drawing/2014/main" id="{C61BEB59-94C9-466C-9439-357E3A8C5E4A}"/>
              </a:ext>
            </a:extLst>
          </p:cNvPr>
          <p:cNvSpPr>
            <a:spLocks noGrp="1"/>
          </p:cNvSpPr>
          <p:nvPr/>
        </p:nvSpPr>
        <p:spPr>
          <a:xfrm>
            <a:off x="4161064" y="585025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9" name="matrix_903::909_path">
            <a:extLst>
              <a:ext uri="{FF2B5EF4-FFF2-40B4-BE49-F238E27FC236}">
                <a16:creationId xmlns:a16="http://schemas.microsoft.com/office/drawing/2014/main" id="{22E65C52-ABED-411F-BB2F-BBB1ACC06CAE}"/>
              </a:ext>
            </a:extLst>
          </p:cNvPr>
          <p:cNvSpPr>
            <a:spLocks noGrp="1"/>
          </p:cNvSpPr>
          <p:nvPr/>
        </p:nvSpPr>
        <p:spPr>
          <a:xfrm>
            <a:off x="4230461" y="583256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0" name="matrix_903::910_path">
            <a:extLst>
              <a:ext uri="{FF2B5EF4-FFF2-40B4-BE49-F238E27FC236}">
                <a16:creationId xmlns:a16="http://schemas.microsoft.com/office/drawing/2014/main" id="{CA637475-F772-4460-B57E-7EF9FBEFDF87}"/>
              </a:ext>
            </a:extLst>
          </p:cNvPr>
          <p:cNvSpPr>
            <a:spLocks noGrp="1"/>
          </p:cNvSpPr>
          <p:nvPr/>
        </p:nvSpPr>
        <p:spPr>
          <a:xfrm>
            <a:off x="4299857" y="581487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1" name="matrix_903::911_path">
            <a:extLst>
              <a:ext uri="{FF2B5EF4-FFF2-40B4-BE49-F238E27FC236}">
                <a16:creationId xmlns:a16="http://schemas.microsoft.com/office/drawing/2014/main" id="{D8F6A6E5-DCE7-411A-AD4C-9BF3303777BD}"/>
              </a:ext>
            </a:extLst>
          </p:cNvPr>
          <p:cNvSpPr>
            <a:spLocks noGrp="1"/>
          </p:cNvSpPr>
          <p:nvPr/>
        </p:nvSpPr>
        <p:spPr>
          <a:xfrm>
            <a:off x="4369254" y="579718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2" name="matrix_903::912_path">
            <a:extLst>
              <a:ext uri="{FF2B5EF4-FFF2-40B4-BE49-F238E27FC236}">
                <a16:creationId xmlns:a16="http://schemas.microsoft.com/office/drawing/2014/main" id="{BD4F1DD1-2303-4A5E-A297-03C5D0719F0A}"/>
              </a:ext>
            </a:extLst>
          </p:cNvPr>
          <p:cNvSpPr>
            <a:spLocks noGrp="1"/>
          </p:cNvSpPr>
          <p:nvPr/>
        </p:nvSpPr>
        <p:spPr>
          <a:xfrm>
            <a:off x="3952875" y="594655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3" name="matrix_903::913_path">
            <a:extLst>
              <a:ext uri="{FF2B5EF4-FFF2-40B4-BE49-F238E27FC236}">
                <a16:creationId xmlns:a16="http://schemas.microsoft.com/office/drawing/2014/main" id="{3F4E40E7-124D-46A7-A2CD-5948CC013A72}"/>
              </a:ext>
            </a:extLst>
          </p:cNvPr>
          <p:cNvSpPr>
            <a:spLocks noGrp="1"/>
          </p:cNvSpPr>
          <p:nvPr/>
        </p:nvSpPr>
        <p:spPr>
          <a:xfrm>
            <a:off x="4022271" y="592886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4" name="matrix_903::914_path">
            <a:extLst>
              <a:ext uri="{FF2B5EF4-FFF2-40B4-BE49-F238E27FC236}">
                <a16:creationId xmlns:a16="http://schemas.microsoft.com/office/drawing/2014/main" id="{A731FFDE-1E5E-4AEF-9C42-2A81B6392F06}"/>
              </a:ext>
            </a:extLst>
          </p:cNvPr>
          <p:cNvSpPr>
            <a:spLocks noGrp="1"/>
          </p:cNvSpPr>
          <p:nvPr/>
        </p:nvSpPr>
        <p:spPr>
          <a:xfrm>
            <a:off x="4091668" y="591117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5" name="matrix_903::915_path">
            <a:extLst>
              <a:ext uri="{FF2B5EF4-FFF2-40B4-BE49-F238E27FC236}">
                <a16:creationId xmlns:a16="http://schemas.microsoft.com/office/drawing/2014/main" id="{73758A85-0C9D-4E47-9C8A-0B5FCA1C22CB}"/>
              </a:ext>
            </a:extLst>
          </p:cNvPr>
          <p:cNvSpPr>
            <a:spLocks noGrp="1"/>
          </p:cNvSpPr>
          <p:nvPr/>
        </p:nvSpPr>
        <p:spPr>
          <a:xfrm>
            <a:off x="4161064" y="589348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6" name="matrix_903::916_path">
            <a:extLst>
              <a:ext uri="{FF2B5EF4-FFF2-40B4-BE49-F238E27FC236}">
                <a16:creationId xmlns:a16="http://schemas.microsoft.com/office/drawing/2014/main" id="{8E664281-EEB3-449B-89A7-CA66FC43AB3C}"/>
              </a:ext>
            </a:extLst>
          </p:cNvPr>
          <p:cNvSpPr>
            <a:spLocks noGrp="1"/>
          </p:cNvSpPr>
          <p:nvPr/>
        </p:nvSpPr>
        <p:spPr>
          <a:xfrm>
            <a:off x="4230461" y="587579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7" name="matrix_903::917_path">
            <a:extLst>
              <a:ext uri="{FF2B5EF4-FFF2-40B4-BE49-F238E27FC236}">
                <a16:creationId xmlns:a16="http://schemas.microsoft.com/office/drawing/2014/main" id="{4FEA24C2-F7D7-4C66-A0B1-40C6015D8CC2}"/>
              </a:ext>
            </a:extLst>
          </p:cNvPr>
          <p:cNvSpPr>
            <a:spLocks noGrp="1"/>
          </p:cNvSpPr>
          <p:nvPr/>
        </p:nvSpPr>
        <p:spPr>
          <a:xfrm>
            <a:off x="4299857" y="585810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8" name="matrix_903::918_path">
            <a:extLst>
              <a:ext uri="{FF2B5EF4-FFF2-40B4-BE49-F238E27FC236}">
                <a16:creationId xmlns:a16="http://schemas.microsoft.com/office/drawing/2014/main" id="{CB127FED-3B5E-4655-A6C4-79893DAEBCB5}"/>
              </a:ext>
            </a:extLst>
          </p:cNvPr>
          <p:cNvSpPr>
            <a:spLocks noGrp="1"/>
          </p:cNvSpPr>
          <p:nvPr/>
        </p:nvSpPr>
        <p:spPr>
          <a:xfrm>
            <a:off x="4369254" y="584041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9" name="matrix_903::919_path">
            <a:extLst>
              <a:ext uri="{FF2B5EF4-FFF2-40B4-BE49-F238E27FC236}">
                <a16:creationId xmlns:a16="http://schemas.microsoft.com/office/drawing/2014/main" id="{D2C7A62C-328D-4723-9CDA-3B0DEF6A52A0}"/>
              </a:ext>
            </a:extLst>
          </p:cNvPr>
          <p:cNvSpPr>
            <a:spLocks noGrp="1"/>
          </p:cNvSpPr>
          <p:nvPr/>
        </p:nvSpPr>
        <p:spPr>
          <a:xfrm>
            <a:off x="3952875" y="598978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0" name="matrix_903::920_path">
            <a:extLst>
              <a:ext uri="{FF2B5EF4-FFF2-40B4-BE49-F238E27FC236}">
                <a16:creationId xmlns:a16="http://schemas.microsoft.com/office/drawing/2014/main" id="{A195B756-72D6-4519-9357-9DA69E5A74E7}"/>
              </a:ext>
            </a:extLst>
          </p:cNvPr>
          <p:cNvSpPr>
            <a:spLocks noGrp="1"/>
          </p:cNvSpPr>
          <p:nvPr/>
        </p:nvSpPr>
        <p:spPr>
          <a:xfrm>
            <a:off x="4022271" y="597209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1" name="matrix_903::921_path">
            <a:extLst>
              <a:ext uri="{FF2B5EF4-FFF2-40B4-BE49-F238E27FC236}">
                <a16:creationId xmlns:a16="http://schemas.microsoft.com/office/drawing/2014/main" id="{667AE433-BC58-4446-801C-7C5491195A7E}"/>
              </a:ext>
            </a:extLst>
          </p:cNvPr>
          <p:cNvSpPr>
            <a:spLocks noGrp="1"/>
          </p:cNvSpPr>
          <p:nvPr/>
        </p:nvSpPr>
        <p:spPr>
          <a:xfrm>
            <a:off x="4091668" y="595440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2" name="matrix_903::922_path">
            <a:extLst>
              <a:ext uri="{FF2B5EF4-FFF2-40B4-BE49-F238E27FC236}">
                <a16:creationId xmlns:a16="http://schemas.microsoft.com/office/drawing/2014/main" id="{3202CB75-3E1E-4FAC-874A-0B58AB0E2D3D}"/>
              </a:ext>
            </a:extLst>
          </p:cNvPr>
          <p:cNvSpPr>
            <a:spLocks noGrp="1"/>
          </p:cNvSpPr>
          <p:nvPr/>
        </p:nvSpPr>
        <p:spPr>
          <a:xfrm>
            <a:off x="4161064" y="593671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3" name="matrix_903::923_path">
            <a:extLst>
              <a:ext uri="{FF2B5EF4-FFF2-40B4-BE49-F238E27FC236}">
                <a16:creationId xmlns:a16="http://schemas.microsoft.com/office/drawing/2014/main" id="{F3671E3F-2EB5-4F86-99BD-5B71BDEBCD71}"/>
              </a:ext>
            </a:extLst>
          </p:cNvPr>
          <p:cNvSpPr>
            <a:spLocks noGrp="1"/>
          </p:cNvSpPr>
          <p:nvPr/>
        </p:nvSpPr>
        <p:spPr>
          <a:xfrm>
            <a:off x="4230461" y="591902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4" name="matrix_903::924_path">
            <a:extLst>
              <a:ext uri="{FF2B5EF4-FFF2-40B4-BE49-F238E27FC236}">
                <a16:creationId xmlns:a16="http://schemas.microsoft.com/office/drawing/2014/main" id="{8482398F-EB78-4124-9B28-02853A571A78}"/>
              </a:ext>
            </a:extLst>
          </p:cNvPr>
          <p:cNvSpPr>
            <a:spLocks noGrp="1"/>
          </p:cNvSpPr>
          <p:nvPr/>
        </p:nvSpPr>
        <p:spPr>
          <a:xfrm>
            <a:off x="4299857" y="590133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5" name="matrix_903::925_path">
            <a:extLst>
              <a:ext uri="{FF2B5EF4-FFF2-40B4-BE49-F238E27FC236}">
                <a16:creationId xmlns:a16="http://schemas.microsoft.com/office/drawing/2014/main" id="{8DD2318E-0461-4A1D-82C5-E5EC1FCECC2D}"/>
              </a:ext>
            </a:extLst>
          </p:cNvPr>
          <p:cNvSpPr>
            <a:spLocks noGrp="1"/>
          </p:cNvSpPr>
          <p:nvPr/>
        </p:nvSpPr>
        <p:spPr>
          <a:xfrm>
            <a:off x="4369254" y="588364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6" name="matrix_903::926_path">
            <a:extLst>
              <a:ext uri="{FF2B5EF4-FFF2-40B4-BE49-F238E27FC236}">
                <a16:creationId xmlns:a16="http://schemas.microsoft.com/office/drawing/2014/main" id="{AFA57689-FEC2-440C-9D95-B245EF50D8FB}"/>
              </a:ext>
            </a:extLst>
          </p:cNvPr>
          <p:cNvSpPr>
            <a:spLocks noGrp="1"/>
          </p:cNvSpPr>
          <p:nvPr/>
        </p:nvSpPr>
        <p:spPr>
          <a:xfrm>
            <a:off x="3952875" y="603300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7" name="matrix_903::927_path">
            <a:extLst>
              <a:ext uri="{FF2B5EF4-FFF2-40B4-BE49-F238E27FC236}">
                <a16:creationId xmlns:a16="http://schemas.microsoft.com/office/drawing/2014/main" id="{33409E72-00BA-4B98-B71B-63E792EADA7F}"/>
              </a:ext>
            </a:extLst>
          </p:cNvPr>
          <p:cNvSpPr>
            <a:spLocks noGrp="1"/>
          </p:cNvSpPr>
          <p:nvPr/>
        </p:nvSpPr>
        <p:spPr>
          <a:xfrm>
            <a:off x="4022271" y="601532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8" name="matrix_903::928_path">
            <a:extLst>
              <a:ext uri="{FF2B5EF4-FFF2-40B4-BE49-F238E27FC236}">
                <a16:creationId xmlns:a16="http://schemas.microsoft.com/office/drawing/2014/main" id="{D17AAFEE-D224-4944-B5CD-1554B36F09F2}"/>
              </a:ext>
            </a:extLst>
          </p:cNvPr>
          <p:cNvSpPr>
            <a:spLocks noGrp="1"/>
          </p:cNvSpPr>
          <p:nvPr/>
        </p:nvSpPr>
        <p:spPr>
          <a:xfrm>
            <a:off x="4091668" y="599763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9" name="matrix_903::929_path">
            <a:extLst>
              <a:ext uri="{FF2B5EF4-FFF2-40B4-BE49-F238E27FC236}">
                <a16:creationId xmlns:a16="http://schemas.microsoft.com/office/drawing/2014/main" id="{51CED7B5-B0CE-4FE5-A17B-CA46E320547A}"/>
              </a:ext>
            </a:extLst>
          </p:cNvPr>
          <p:cNvSpPr>
            <a:spLocks noGrp="1"/>
          </p:cNvSpPr>
          <p:nvPr/>
        </p:nvSpPr>
        <p:spPr>
          <a:xfrm>
            <a:off x="4161064" y="597994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0" name="matrix_903::930_path">
            <a:extLst>
              <a:ext uri="{FF2B5EF4-FFF2-40B4-BE49-F238E27FC236}">
                <a16:creationId xmlns:a16="http://schemas.microsoft.com/office/drawing/2014/main" id="{709337D4-B041-45BD-832B-620868DDC884}"/>
              </a:ext>
            </a:extLst>
          </p:cNvPr>
          <p:cNvSpPr>
            <a:spLocks noGrp="1"/>
          </p:cNvSpPr>
          <p:nvPr/>
        </p:nvSpPr>
        <p:spPr>
          <a:xfrm>
            <a:off x="4230461" y="596225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1" name="matrix_903::931_path">
            <a:extLst>
              <a:ext uri="{FF2B5EF4-FFF2-40B4-BE49-F238E27FC236}">
                <a16:creationId xmlns:a16="http://schemas.microsoft.com/office/drawing/2014/main" id="{6D304CC3-5831-4E46-9648-5DF83C0555B1}"/>
              </a:ext>
            </a:extLst>
          </p:cNvPr>
          <p:cNvSpPr>
            <a:spLocks noGrp="1"/>
          </p:cNvSpPr>
          <p:nvPr/>
        </p:nvSpPr>
        <p:spPr>
          <a:xfrm>
            <a:off x="4299857" y="594456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2" name="matrix_903::932_path">
            <a:extLst>
              <a:ext uri="{FF2B5EF4-FFF2-40B4-BE49-F238E27FC236}">
                <a16:creationId xmlns:a16="http://schemas.microsoft.com/office/drawing/2014/main" id="{84E105B8-9C26-4A1A-B24E-AE72AF15581F}"/>
              </a:ext>
            </a:extLst>
          </p:cNvPr>
          <p:cNvSpPr>
            <a:spLocks noGrp="1"/>
          </p:cNvSpPr>
          <p:nvPr/>
        </p:nvSpPr>
        <p:spPr>
          <a:xfrm>
            <a:off x="4369254" y="592687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3" name="matrix_903::933_path">
            <a:extLst>
              <a:ext uri="{FF2B5EF4-FFF2-40B4-BE49-F238E27FC236}">
                <a16:creationId xmlns:a16="http://schemas.microsoft.com/office/drawing/2014/main" id="{CAA94D7E-96E3-46A9-A832-BA90F5E094E6}"/>
              </a:ext>
            </a:extLst>
          </p:cNvPr>
          <p:cNvSpPr>
            <a:spLocks noGrp="1"/>
          </p:cNvSpPr>
          <p:nvPr/>
        </p:nvSpPr>
        <p:spPr>
          <a:xfrm>
            <a:off x="3952875" y="6076238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4" name="matrix_903::934_path">
            <a:extLst>
              <a:ext uri="{FF2B5EF4-FFF2-40B4-BE49-F238E27FC236}">
                <a16:creationId xmlns:a16="http://schemas.microsoft.com/office/drawing/2014/main" id="{26F1AF80-92E7-477A-803D-852F33A9DD98}"/>
              </a:ext>
            </a:extLst>
          </p:cNvPr>
          <p:cNvSpPr>
            <a:spLocks noGrp="1"/>
          </p:cNvSpPr>
          <p:nvPr/>
        </p:nvSpPr>
        <p:spPr>
          <a:xfrm>
            <a:off x="4022271" y="605854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5" name="matrix_903::935_path">
            <a:extLst>
              <a:ext uri="{FF2B5EF4-FFF2-40B4-BE49-F238E27FC236}">
                <a16:creationId xmlns:a16="http://schemas.microsoft.com/office/drawing/2014/main" id="{32C5CBE2-6B13-4562-A8DE-13220879D099}"/>
              </a:ext>
            </a:extLst>
          </p:cNvPr>
          <p:cNvSpPr>
            <a:spLocks noGrp="1"/>
          </p:cNvSpPr>
          <p:nvPr/>
        </p:nvSpPr>
        <p:spPr>
          <a:xfrm>
            <a:off x="4091668" y="604086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6" name="matrix_903::936_path">
            <a:extLst>
              <a:ext uri="{FF2B5EF4-FFF2-40B4-BE49-F238E27FC236}">
                <a16:creationId xmlns:a16="http://schemas.microsoft.com/office/drawing/2014/main" id="{C47D6C5E-2780-43DF-BCCC-23A0D56F162A}"/>
              </a:ext>
            </a:extLst>
          </p:cNvPr>
          <p:cNvSpPr>
            <a:spLocks noGrp="1"/>
          </p:cNvSpPr>
          <p:nvPr/>
        </p:nvSpPr>
        <p:spPr>
          <a:xfrm>
            <a:off x="4161064" y="602317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7" name="matrix_903::937_path">
            <a:extLst>
              <a:ext uri="{FF2B5EF4-FFF2-40B4-BE49-F238E27FC236}">
                <a16:creationId xmlns:a16="http://schemas.microsoft.com/office/drawing/2014/main" id="{F3C96C8E-E5ED-4170-9629-4148C3128752}"/>
              </a:ext>
            </a:extLst>
          </p:cNvPr>
          <p:cNvSpPr>
            <a:spLocks noGrp="1"/>
          </p:cNvSpPr>
          <p:nvPr/>
        </p:nvSpPr>
        <p:spPr>
          <a:xfrm>
            <a:off x="4230461" y="600548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8" name="matrix_903::938_path">
            <a:extLst>
              <a:ext uri="{FF2B5EF4-FFF2-40B4-BE49-F238E27FC236}">
                <a16:creationId xmlns:a16="http://schemas.microsoft.com/office/drawing/2014/main" id="{ECB3FBBB-54FC-4946-A9ED-2C8FDA851924}"/>
              </a:ext>
            </a:extLst>
          </p:cNvPr>
          <p:cNvSpPr>
            <a:spLocks noGrp="1"/>
          </p:cNvSpPr>
          <p:nvPr/>
        </p:nvSpPr>
        <p:spPr>
          <a:xfrm>
            <a:off x="4299857" y="598779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9" name="matrix_903::939_path">
            <a:extLst>
              <a:ext uri="{FF2B5EF4-FFF2-40B4-BE49-F238E27FC236}">
                <a16:creationId xmlns:a16="http://schemas.microsoft.com/office/drawing/2014/main" id="{A13D2CB4-1A79-4017-A68A-E90DF29A683F}"/>
              </a:ext>
            </a:extLst>
          </p:cNvPr>
          <p:cNvSpPr>
            <a:spLocks noGrp="1"/>
          </p:cNvSpPr>
          <p:nvPr/>
        </p:nvSpPr>
        <p:spPr>
          <a:xfrm>
            <a:off x="4369254" y="597010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0" name="matrix_903::940_path">
            <a:extLst>
              <a:ext uri="{FF2B5EF4-FFF2-40B4-BE49-F238E27FC236}">
                <a16:creationId xmlns:a16="http://schemas.microsoft.com/office/drawing/2014/main" id="{2A5DD4AC-8AAF-4CCD-A978-5746C76725A0}"/>
              </a:ext>
            </a:extLst>
          </p:cNvPr>
          <p:cNvSpPr>
            <a:spLocks noGrp="1"/>
          </p:cNvSpPr>
          <p:nvPr/>
        </p:nvSpPr>
        <p:spPr>
          <a:xfrm>
            <a:off x="3952875" y="611946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1" name="matrix_903::941_path">
            <a:extLst>
              <a:ext uri="{FF2B5EF4-FFF2-40B4-BE49-F238E27FC236}">
                <a16:creationId xmlns:a16="http://schemas.microsoft.com/office/drawing/2014/main" id="{34A3AC4A-22EF-44C1-95F4-C223504E6F20}"/>
              </a:ext>
            </a:extLst>
          </p:cNvPr>
          <p:cNvSpPr>
            <a:spLocks noGrp="1"/>
          </p:cNvSpPr>
          <p:nvPr/>
        </p:nvSpPr>
        <p:spPr>
          <a:xfrm>
            <a:off x="4022271" y="6101778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2" name="matrix_903::942_path">
            <a:extLst>
              <a:ext uri="{FF2B5EF4-FFF2-40B4-BE49-F238E27FC236}">
                <a16:creationId xmlns:a16="http://schemas.microsoft.com/office/drawing/2014/main" id="{D90012EF-6BE7-4161-A5D2-D2F5ADEDCC08}"/>
              </a:ext>
            </a:extLst>
          </p:cNvPr>
          <p:cNvSpPr>
            <a:spLocks noGrp="1"/>
          </p:cNvSpPr>
          <p:nvPr/>
        </p:nvSpPr>
        <p:spPr>
          <a:xfrm>
            <a:off x="4091668" y="608408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3" name="matrix_903::943_path">
            <a:extLst>
              <a:ext uri="{FF2B5EF4-FFF2-40B4-BE49-F238E27FC236}">
                <a16:creationId xmlns:a16="http://schemas.microsoft.com/office/drawing/2014/main" id="{1DB8C58B-588C-4EA7-85A3-3A96147F4A70}"/>
              </a:ext>
            </a:extLst>
          </p:cNvPr>
          <p:cNvSpPr>
            <a:spLocks noGrp="1"/>
          </p:cNvSpPr>
          <p:nvPr/>
        </p:nvSpPr>
        <p:spPr>
          <a:xfrm>
            <a:off x="4161064" y="606639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4" name="matrix_903::944_path">
            <a:extLst>
              <a:ext uri="{FF2B5EF4-FFF2-40B4-BE49-F238E27FC236}">
                <a16:creationId xmlns:a16="http://schemas.microsoft.com/office/drawing/2014/main" id="{FAAA0C3B-0C83-451D-8BC9-10774C59C4C9}"/>
              </a:ext>
            </a:extLst>
          </p:cNvPr>
          <p:cNvSpPr>
            <a:spLocks noGrp="1"/>
          </p:cNvSpPr>
          <p:nvPr/>
        </p:nvSpPr>
        <p:spPr>
          <a:xfrm>
            <a:off x="4230461" y="604871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5" name="matrix_903::945_path">
            <a:extLst>
              <a:ext uri="{FF2B5EF4-FFF2-40B4-BE49-F238E27FC236}">
                <a16:creationId xmlns:a16="http://schemas.microsoft.com/office/drawing/2014/main" id="{F2B126AD-554C-4748-BB75-2990632796C1}"/>
              </a:ext>
            </a:extLst>
          </p:cNvPr>
          <p:cNvSpPr>
            <a:spLocks noGrp="1"/>
          </p:cNvSpPr>
          <p:nvPr/>
        </p:nvSpPr>
        <p:spPr>
          <a:xfrm>
            <a:off x="4299857" y="603102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6" name="matrix_903::946_path">
            <a:extLst>
              <a:ext uri="{FF2B5EF4-FFF2-40B4-BE49-F238E27FC236}">
                <a16:creationId xmlns:a16="http://schemas.microsoft.com/office/drawing/2014/main" id="{049FBFAE-3BA4-49AB-BFEC-9112C8720C1D}"/>
              </a:ext>
            </a:extLst>
          </p:cNvPr>
          <p:cNvSpPr>
            <a:spLocks noGrp="1"/>
          </p:cNvSpPr>
          <p:nvPr/>
        </p:nvSpPr>
        <p:spPr>
          <a:xfrm>
            <a:off x="4369254" y="601333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E7CA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7" name="matrix_903::947_path">
            <a:extLst>
              <a:ext uri="{FF2B5EF4-FFF2-40B4-BE49-F238E27FC236}">
                <a16:creationId xmlns:a16="http://schemas.microsoft.com/office/drawing/2014/main" id="{174F98A4-5BE5-4DA2-9452-07699B50DA8B}"/>
              </a:ext>
            </a:extLst>
          </p:cNvPr>
          <p:cNvSpPr>
            <a:spLocks noGrp="1"/>
          </p:cNvSpPr>
          <p:nvPr/>
        </p:nvSpPr>
        <p:spPr>
          <a:xfrm>
            <a:off x="3952875" y="616269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8" name="matrix_903::948_path">
            <a:extLst>
              <a:ext uri="{FF2B5EF4-FFF2-40B4-BE49-F238E27FC236}">
                <a16:creationId xmlns:a16="http://schemas.microsoft.com/office/drawing/2014/main" id="{44C23305-3EE8-4C6D-AD98-615E6DD11E59}"/>
              </a:ext>
            </a:extLst>
          </p:cNvPr>
          <p:cNvSpPr>
            <a:spLocks noGrp="1"/>
          </p:cNvSpPr>
          <p:nvPr/>
        </p:nvSpPr>
        <p:spPr>
          <a:xfrm>
            <a:off x="4022271" y="614500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9" name="matrix_903::949_path">
            <a:extLst>
              <a:ext uri="{FF2B5EF4-FFF2-40B4-BE49-F238E27FC236}">
                <a16:creationId xmlns:a16="http://schemas.microsoft.com/office/drawing/2014/main" id="{F9807AA1-9A58-465E-9C68-63B5B7F37C7D}"/>
              </a:ext>
            </a:extLst>
          </p:cNvPr>
          <p:cNvSpPr>
            <a:spLocks noGrp="1"/>
          </p:cNvSpPr>
          <p:nvPr/>
        </p:nvSpPr>
        <p:spPr>
          <a:xfrm>
            <a:off x="4091668" y="612731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0" name="matrix_903::950_path">
            <a:extLst>
              <a:ext uri="{FF2B5EF4-FFF2-40B4-BE49-F238E27FC236}">
                <a16:creationId xmlns:a16="http://schemas.microsoft.com/office/drawing/2014/main" id="{F9D3073F-F73B-41B2-9544-6289C00E7AB5}"/>
              </a:ext>
            </a:extLst>
          </p:cNvPr>
          <p:cNvSpPr>
            <a:spLocks noGrp="1"/>
          </p:cNvSpPr>
          <p:nvPr/>
        </p:nvSpPr>
        <p:spPr>
          <a:xfrm>
            <a:off x="4161064" y="6109628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1" name="matrix_903::951_path">
            <a:extLst>
              <a:ext uri="{FF2B5EF4-FFF2-40B4-BE49-F238E27FC236}">
                <a16:creationId xmlns:a16="http://schemas.microsoft.com/office/drawing/2014/main" id="{A54CB8BF-D2E6-4D73-921B-2E699C87A398}"/>
              </a:ext>
            </a:extLst>
          </p:cNvPr>
          <p:cNvSpPr>
            <a:spLocks noGrp="1"/>
          </p:cNvSpPr>
          <p:nvPr/>
        </p:nvSpPr>
        <p:spPr>
          <a:xfrm>
            <a:off x="4230461" y="609193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2" name="matrix_903::952_path">
            <a:extLst>
              <a:ext uri="{FF2B5EF4-FFF2-40B4-BE49-F238E27FC236}">
                <a16:creationId xmlns:a16="http://schemas.microsoft.com/office/drawing/2014/main" id="{18A2AD7B-2E7D-47C2-A0A5-CCD50E3244FC}"/>
              </a:ext>
            </a:extLst>
          </p:cNvPr>
          <p:cNvSpPr>
            <a:spLocks noGrp="1"/>
          </p:cNvSpPr>
          <p:nvPr/>
        </p:nvSpPr>
        <p:spPr>
          <a:xfrm>
            <a:off x="4299857" y="607425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3" name="matrix_903::953_path">
            <a:extLst>
              <a:ext uri="{FF2B5EF4-FFF2-40B4-BE49-F238E27FC236}">
                <a16:creationId xmlns:a16="http://schemas.microsoft.com/office/drawing/2014/main" id="{06C66B80-E8D4-40E1-A409-F7B02829EDD4}"/>
              </a:ext>
            </a:extLst>
          </p:cNvPr>
          <p:cNvSpPr>
            <a:spLocks noGrp="1"/>
          </p:cNvSpPr>
          <p:nvPr/>
        </p:nvSpPr>
        <p:spPr>
          <a:xfrm>
            <a:off x="4369254" y="605656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4" name="matrix_903::954_path">
            <a:extLst>
              <a:ext uri="{FF2B5EF4-FFF2-40B4-BE49-F238E27FC236}">
                <a16:creationId xmlns:a16="http://schemas.microsoft.com/office/drawing/2014/main" id="{14F98FF4-8C10-4436-9D80-757E51B21F36}"/>
              </a:ext>
            </a:extLst>
          </p:cNvPr>
          <p:cNvSpPr>
            <a:spLocks noGrp="1"/>
          </p:cNvSpPr>
          <p:nvPr/>
        </p:nvSpPr>
        <p:spPr>
          <a:xfrm>
            <a:off x="3952875" y="620592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5" name="matrix_903::955_path">
            <a:extLst>
              <a:ext uri="{FF2B5EF4-FFF2-40B4-BE49-F238E27FC236}">
                <a16:creationId xmlns:a16="http://schemas.microsoft.com/office/drawing/2014/main" id="{6123D9B7-6FCD-40F7-9B46-DDE277055089}"/>
              </a:ext>
            </a:extLst>
          </p:cNvPr>
          <p:cNvSpPr>
            <a:spLocks noGrp="1"/>
          </p:cNvSpPr>
          <p:nvPr/>
        </p:nvSpPr>
        <p:spPr>
          <a:xfrm>
            <a:off x="4022271" y="618823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6" name="matrix_903::956_path">
            <a:extLst>
              <a:ext uri="{FF2B5EF4-FFF2-40B4-BE49-F238E27FC236}">
                <a16:creationId xmlns:a16="http://schemas.microsoft.com/office/drawing/2014/main" id="{491C42E1-D6C5-475E-A523-931F23E7B5B6}"/>
              </a:ext>
            </a:extLst>
          </p:cNvPr>
          <p:cNvSpPr>
            <a:spLocks noGrp="1"/>
          </p:cNvSpPr>
          <p:nvPr/>
        </p:nvSpPr>
        <p:spPr>
          <a:xfrm>
            <a:off x="4091668" y="617054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7" name="matrix_903::957_path">
            <a:extLst>
              <a:ext uri="{FF2B5EF4-FFF2-40B4-BE49-F238E27FC236}">
                <a16:creationId xmlns:a16="http://schemas.microsoft.com/office/drawing/2014/main" id="{259214B2-97B0-446C-AC71-71D426923DBE}"/>
              </a:ext>
            </a:extLst>
          </p:cNvPr>
          <p:cNvSpPr>
            <a:spLocks noGrp="1"/>
          </p:cNvSpPr>
          <p:nvPr/>
        </p:nvSpPr>
        <p:spPr>
          <a:xfrm>
            <a:off x="4161064" y="615285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8" name="matrix_903::958_path">
            <a:extLst>
              <a:ext uri="{FF2B5EF4-FFF2-40B4-BE49-F238E27FC236}">
                <a16:creationId xmlns:a16="http://schemas.microsoft.com/office/drawing/2014/main" id="{0AEE1A02-ABCE-43EA-BA73-1AC490A4E643}"/>
              </a:ext>
            </a:extLst>
          </p:cNvPr>
          <p:cNvSpPr>
            <a:spLocks noGrp="1"/>
          </p:cNvSpPr>
          <p:nvPr/>
        </p:nvSpPr>
        <p:spPr>
          <a:xfrm>
            <a:off x="4230461" y="6135168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9" name="matrix_903::959_path">
            <a:extLst>
              <a:ext uri="{FF2B5EF4-FFF2-40B4-BE49-F238E27FC236}">
                <a16:creationId xmlns:a16="http://schemas.microsoft.com/office/drawing/2014/main" id="{F29898E0-2CBF-4DB7-85D1-CF7D86D5E7A9}"/>
              </a:ext>
            </a:extLst>
          </p:cNvPr>
          <p:cNvSpPr>
            <a:spLocks noGrp="1"/>
          </p:cNvSpPr>
          <p:nvPr/>
        </p:nvSpPr>
        <p:spPr>
          <a:xfrm>
            <a:off x="4299857" y="6117478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0" name="matrix_903::960_path">
            <a:extLst>
              <a:ext uri="{FF2B5EF4-FFF2-40B4-BE49-F238E27FC236}">
                <a16:creationId xmlns:a16="http://schemas.microsoft.com/office/drawing/2014/main" id="{022C0BBA-093E-46F4-89E9-ADD59D0BC90E}"/>
              </a:ext>
            </a:extLst>
          </p:cNvPr>
          <p:cNvSpPr>
            <a:spLocks noGrp="1"/>
          </p:cNvSpPr>
          <p:nvPr/>
        </p:nvSpPr>
        <p:spPr>
          <a:xfrm>
            <a:off x="4369254" y="609978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1" name="matrix_903::961_path">
            <a:extLst>
              <a:ext uri="{FF2B5EF4-FFF2-40B4-BE49-F238E27FC236}">
                <a16:creationId xmlns:a16="http://schemas.microsoft.com/office/drawing/2014/main" id="{76B7169C-7673-4262-834D-A90ADF7F843C}"/>
              </a:ext>
            </a:extLst>
          </p:cNvPr>
          <p:cNvSpPr>
            <a:spLocks noGrp="1"/>
          </p:cNvSpPr>
          <p:nvPr/>
        </p:nvSpPr>
        <p:spPr>
          <a:xfrm>
            <a:off x="3952875" y="624915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2" name="matrix_903::962_path">
            <a:extLst>
              <a:ext uri="{FF2B5EF4-FFF2-40B4-BE49-F238E27FC236}">
                <a16:creationId xmlns:a16="http://schemas.microsoft.com/office/drawing/2014/main" id="{94FD0BDF-AEFF-44F9-8D91-0ACC8CA5CB58}"/>
              </a:ext>
            </a:extLst>
          </p:cNvPr>
          <p:cNvSpPr>
            <a:spLocks noGrp="1"/>
          </p:cNvSpPr>
          <p:nvPr/>
        </p:nvSpPr>
        <p:spPr>
          <a:xfrm>
            <a:off x="4022271" y="623146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3" name="matrix_903::963_path">
            <a:extLst>
              <a:ext uri="{FF2B5EF4-FFF2-40B4-BE49-F238E27FC236}">
                <a16:creationId xmlns:a16="http://schemas.microsoft.com/office/drawing/2014/main" id="{56E5ECE5-82D6-4736-9EE1-0BA8DB198195}"/>
              </a:ext>
            </a:extLst>
          </p:cNvPr>
          <p:cNvSpPr>
            <a:spLocks noGrp="1"/>
          </p:cNvSpPr>
          <p:nvPr/>
        </p:nvSpPr>
        <p:spPr>
          <a:xfrm>
            <a:off x="4091668" y="621377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4" name="matrix_903::964_path">
            <a:extLst>
              <a:ext uri="{FF2B5EF4-FFF2-40B4-BE49-F238E27FC236}">
                <a16:creationId xmlns:a16="http://schemas.microsoft.com/office/drawing/2014/main" id="{B31D0889-3C24-491B-BE75-85E98D7153E3}"/>
              </a:ext>
            </a:extLst>
          </p:cNvPr>
          <p:cNvSpPr>
            <a:spLocks noGrp="1"/>
          </p:cNvSpPr>
          <p:nvPr/>
        </p:nvSpPr>
        <p:spPr>
          <a:xfrm>
            <a:off x="4161064" y="619608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5" name="matrix_903::965_path">
            <a:extLst>
              <a:ext uri="{FF2B5EF4-FFF2-40B4-BE49-F238E27FC236}">
                <a16:creationId xmlns:a16="http://schemas.microsoft.com/office/drawing/2014/main" id="{C70B050D-D154-498C-AC15-ECB785C1B127}"/>
              </a:ext>
            </a:extLst>
          </p:cNvPr>
          <p:cNvSpPr>
            <a:spLocks noGrp="1"/>
          </p:cNvSpPr>
          <p:nvPr/>
        </p:nvSpPr>
        <p:spPr>
          <a:xfrm>
            <a:off x="4230461" y="617839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6" name="matrix_903::966_path">
            <a:extLst>
              <a:ext uri="{FF2B5EF4-FFF2-40B4-BE49-F238E27FC236}">
                <a16:creationId xmlns:a16="http://schemas.microsoft.com/office/drawing/2014/main" id="{5968DA12-3F1E-4008-9121-576B06E7BC18}"/>
              </a:ext>
            </a:extLst>
          </p:cNvPr>
          <p:cNvSpPr>
            <a:spLocks noGrp="1"/>
          </p:cNvSpPr>
          <p:nvPr/>
        </p:nvSpPr>
        <p:spPr>
          <a:xfrm>
            <a:off x="4299857" y="616070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7" name="matrix_903::967_path">
            <a:extLst>
              <a:ext uri="{FF2B5EF4-FFF2-40B4-BE49-F238E27FC236}">
                <a16:creationId xmlns:a16="http://schemas.microsoft.com/office/drawing/2014/main" id="{107E93EA-0285-4859-84E9-9C7C58619D17}"/>
              </a:ext>
            </a:extLst>
          </p:cNvPr>
          <p:cNvSpPr>
            <a:spLocks noGrp="1"/>
          </p:cNvSpPr>
          <p:nvPr/>
        </p:nvSpPr>
        <p:spPr>
          <a:xfrm>
            <a:off x="4369254" y="6143018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8" name="matrix_903::968_path">
            <a:extLst>
              <a:ext uri="{FF2B5EF4-FFF2-40B4-BE49-F238E27FC236}">
                <a16:creationId xmlns:a16="http://schemas.microsoft.com/office/drawing/2014/main" id="{F87F7076-60A0-4E78-96CA-57DA34234D3C}"/>
              </a:ext>
            </a:extLst>
          </p:cNvPr>
          <p:cNvSpPr>
            <a:spLocks noGrp="1"/>
          </p:cNvSpPr>
          <p:nvPr/>
        </p:nvSpPr>
        <p:spPr>
          <a:xfrm>
            <a:off x="3952875" y="629238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9" name="matrix_903::969_path">
            <a:extLst>
              <a:ext uri="{FF2B5EF4-FFF2-40B4-BE49-F238E27FC236}">
                <a16:creationId xmlns:a16="http://schemas.microsoft.com/office/drawing/2014/main" id="{E691AC41-1649-41E0-8B64-BE0BCBAD7B0A}"/>
              </a:ext>
            </a:extLst>
          </p:cNvPr>
          <p:cNvSpPr>
            <a:spLocks noGrp="1"/>
          </p:cNvSpPr>
          <p:nvPr/>
        </p:nvSpPr>
        <p:spPr>
          <a:xfrm>
            <a:off x="4022271" y="627469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0" name="matrix_903::970_path">
            <a:extLst>
              <a:ext uri="{FF2B5EF4-FFF2-40B4-BE49-F238E27FC236}">
                <a16:creationId xmlns:a16="http://schemas.microsoft.com/office/drawing/2014/main" id="{F87318F9-18A4-4EA6-932C-A144068ADC5D}"/>
              </a:ext>
            </a:extLst>
          </p:cNvPr>
          <p:cNvSpPr>
            <a:spLocks noGrp="1"/>
          </p:cNvSpPr>
          <p:nvPr/>
        </p:nvSpPr>
        <p:spPr>
          <a:xfrm>
            <a:off x="4091668" y="625700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1" name="matrix_903::971_path">
            <a:extLst>
              <a:ext uri="{FF2B5EF4-FFF2-40B4-BE49-F238E27FC236}">
                <a16:creationId xmlns:a16="http://schemas.microsoft.com/office/drawing/2014/main" id="{1136A689-E236-44E2-B99F-591DB502FD07}"/>
              </a:ext>
            </a:extLst>
          </p:cNvPr>
          <p:cNvSpPr>
            <a:spLocks noGrp="1"/>
          </p:cNvSpPr>
          <p:nvPr/>
        </p:nvSpPr>
        <p:spPr>
          <a:xfrm>
            <a:off x="4161064" y="623931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2" name="matrix_903::972_path">
            <a:extLst>
              <a:ext uri="{FF2B5EF4-FFF2-40B4-BE49-F238E27FC236}">
                <a16:creationId xmlns:a16="http://schemas.microsoft.com/office/drawing/2014/main" id="{A97162D2-5811-4909-9DE4-F734D852B5C8}"/>
              </a:ext>
            </a:extLst>
          </p:cNvPr>
          <p:cNvSpPr>
            <a:spLocks noGrp="1"/>
          </p:cNvSpPr>
          <p:nvPr/>
        </p:nvSpPr>
        <p:spPr>
          <a:xfrm>
            <a:off x="4230461" y="622162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3" name="matrix_903::973_path">
            <a:extLst>
              <a:ext uri="{FF2B5EF4-FFF2-40B4-BE49-F238E27FC236}">
                <a16:creationId xmlns:a16="http://schemas.microsoft.com/office/drawing/2014/main" id="{B066DDD7-7A11-42B6-87BD-0F967A8235A8}"/>
              </a:ext>
            </a:extLst>
          </p:cNvPr>
          <p:cNvSpPr>
            <a:spLocks noGrp="1"/>
          </p:cNvSpPr>
          <p:nvPr/>
        </p:nvSpPr>
        <p:spPr>
          <a:xfrm>
            <a:off x="4299857" y="620393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4" name="matrix_903::974_path">
            <a:extLst>
              <a:ext uri="{FF2B5EF4-FFF2-40B4-BE49-F238E27FC236}">
                <a16:creationId xmlns:a16="http://schemas.microsoft.com/office/drawing/2014/main" id="{84EB74A4-6394-4B59-970A-0B78B90C3CEC}"/>
              </a:ext>
            </a:extLst>
          </p:cNvPr>
          <p:cNvSpPr>
            <a:spLocks noGrp="1"/>
          </p:cNvSpPr>
          <p:nvPr/>
        </p:nvSpPr>
        <p:spPr>
          <a:xfrm>
            <a:off x="4369254" y="6186247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5" name="matrix_903::975_path">
            <a:extLst>
              <a:ext uri="{FF2B5EF4-FFF2-40B4-BE49-F238E27FC236}">
                <a16:creationId xmlns:a16="http://schemas.microsoft.com/office/drawing/2014/main" id="{39E7FAF7-C61B-40CF-BBE2-88B4D1701C6F}"/>
              </a:ext>
            </a:extLst>
          </p:cNvPr>
          <p:cNvSpPr>
            <a:spLocks noGrp="1"/>
          </p:cNvSpPr>
          <p:nvPr/>
        </p:nvSpPr>
        <p:spPr>
          <a:xfrm>
            <a:off x="3952875" y="633561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6" name="matrix_903::976_path">
            <a:extLst>
              <a:ext uri="{FF2B5EF4-FFF2-40B4-BE49-F238E27FC236}">
                <a16:creationId xmlns:a16="http://schemas.microsoft.com/office/drawing/2014/main" id="{0506E31B-4187-4AD2-BF6B-6FDBA73AF4E5}"/>
              </a:ext>
            </a:extLst>
          </p:cNvPr>
          <p:cNvSpPr>
            <a:spLocks noGrp="1"/>
          </p:cNvSpPr>
          <p:nvPr/>
        </p:nvSpPr>
        <p:spPr>
          <a:xfrm>
            <a:off x="4022271" y="631792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7" name="matrix_903::977_path">
            <a:extLst>
              <a:ext uri="{FF2B5EF4-FFF2-40B4-BE49-F238E27FC236}">
                <a16:creationId xmlns:a16="http://schemas.microsoft.com/office/drawing/2014/main" id="{5F530AB8-1939-4E59-B2DA-94C75D6153E1}"/>
              </a:ext>
            </a:extLst>
          </p:cNvPr>
          <p:cNvSpPr>
            <a:spLocks noGrp="1"/>
          </p:cNvSpPr>
          <p:nvPr/>
        </p:nvSpPr>
        <p:spPr>
          <a:xfrm>
            <a:off x="4091668" y="630023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8" name="matrix_903::978_path">
            <a:extLst>
              <a:ext uri="{FF2B5EF4-FFF2-40B4-BE49-F238E27FC236}">
                <a16:creationId xmlns:a16="http://schemas.microsoft.com/office/drawing/2014/main" id="{CDF00AA3-A2C3-43FA-A9AF-1738493FC8A9}"/>
              </a:ext>
            </a:extLst>
          </p:cNvPr>
          <p:cNvSpPr>
            <a:spLocks noGrp="1"/>
          </p:cNvSpPr>
          <p:nvPr/>
        </p:nvSpPr>
        <p:spPr>
          <a:xfrm>
            <a:off x="4161064" y="628254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9" name="matrix_903::979_path">
            <a:extLst>
              <a:ext uri="{FF2B5EF4-FFF2-40B4-BE49-F238E27FC236}">
                <a16:creationId xmlns:a16="http://schemas.microsoft.com/office/drawing/2014/main" id="{2D6614A1-019D-46F8-A42D-AC1CB9D05C59}"/>
              </a:ext>
            </a:extLst>
          </p:cNvPr>
          <p:cNvSpPr>
            <a:spLocks noGrp="1"/>
          </p:cNvSpPr>
          <p:nvPr/>
        </p:nvSpPr>
        <p:spPr>
          <a:xfrm>
            <a:off x="4230461" y="626485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0" name="matrix_903::980_path">
            <a:extLst>
              <a:ext uri="{FF2B5EF4-FFF2-40B4-BE49-F238E27FC236}">
                <a16:creationId xmlns:a16="http://schemas.microsoft.com/office/drawing/2014/main" id="{2A43C4F6-25F1-47BB-BF04-53253E38D36D}"/>
              </a:ext>
            </a:extLst>
          </p:cNvPr>
          <p:cNvSpPr>
            <a:spLocks noGrp="1"/>
          </p:cNvSpPr>
          <p:nvPr/>
        </p:nvSpPr>
        <p:spPr>
          <a:xfrm>
            <a:off x="4299857" y="6247165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1" name="matrix_903::981_path">
            <a:extLst>
              <a:ext uri="{FF2B5EF4-FFF2-40B4-BE49-F238E27FC236}">
                <a16:creationId xmlns:a16="http://schemas.microsoft.com/office/drawing/2014/main" id="{3C257EB4-9B57-470F-8E9C-34D6BC540A08}"/>
              </a:ext>
            </a:extLst>
          </p:cNvPr>
          <p:cNvSpPr>
            <a:spLocks noGrp="1"/>
          </p:cNvSpPr>
          <p:nvPr/>
        </p:nvSpPr>
        <p:spPr>
          <a:xfrm>
            <a:off x="4369254" y="6229476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2" name="matrix_903::982_path">
            <a:extLst>
              <a:ext uri="{FF2B5EF4-FFF2-40B4-BE49-F238E27FC236}">
                <a16:creationId xmlns:a16="http://schemas.microsoft.com/office/drawing/2014/main" id="{4202FFB7-03AE-49CA-AB6A-FA294441FC77}"/>
              </a:ext>
            </a:extLst>
          </p:cNvPr>
          <p:cNvSpPr>
            <a:spLocks noGrp="1"/>
          </p:cNvSpPr>
          <p:nvPr/>
        </p:nvSpPr>
        <p:spPr>
          <a:xfrm>
            <a:off x="3952875" y="637884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3" name="matrix_903::983_path">
            <a:extLst>
              <a:ext uri="{FF2B5EF4-FFF2-40B4-BE49-F238E27FC236}">
                <a16:creationId xmlns:a16="http://schemas.microsoft.com/office/drawing/2014/main" id="{29118638-4C41-4535-B34C-510A43F5A8FE}"/>
              </a:ext>
            </a:extLst>
          </p:cNvPr>
          <p:cNvSpPr>
            <a:spLocks noGrp="1"/>
          </p:cNvSpPr>
          <p:nvPr/>
        </p:nvSpPr>
        <p:spPr>
          <a:xfrm>
            <a:off x="4022271" y="636115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4" name="matrix_903::984_path">
            <a:extLst>
              <a:ext uri="{FF2B5EF4-FFF2-40B4-BE49-F238E27FC236}">
                <a16:creationId xmlns:a16="http://schemas.microsoft.com/office/drawing/2014/main" id="{AF24B514-CA7F-433C-A38C-B7917DA31B4F}"/>
              </a:ext>
            </a:extLst>
          </p:cNvPr>
          <p:cNvSpPr>
            <a:spLocks noGrp="1"/>
          </p:cNvSpPr>
          <p:nvPr/>
        </p:nvSpPr>
        <p:spPr>
          <a:xfrm>
            <a:off x="4091668" y="634346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5" name="matrix_903::985_path">
            <a:extLst>
              <a:ext uri="{FF2B5EF4-FFF2-40B4-BE49-F238E27FC236}">
                <a16:creationId xmlns:a16="http://schemas.microsoft.com/office/drawing/2014/main" id="{CAF4E480-AD7C-4861-BAA0-0E071B5F7A42}"/>
              </a:ext>
            </a:extLst>
          </p:cNvPr>
          <p:cNvSpPr>
            <a:spLocks noGrp="1"/>
          </p:cNvSpPr>
          <p:nvPr/>
        </p:nvSpPr>
        <p:spPr>
          <a:xfrm>
            <a:off x="4161064" y="632577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6" name="matrix_903::986_path">
            <a:extLst>
              <a:ext uri="{FF2B5EF4-FFF2-40B4-BE49-F238E27FC236}">
                <a16:creationId xmlns:a16="http://schemas.microsoft.com/office/drawing/2014/main" id="{6C9DF6AD-7D54-4D6C-8DFB-A8785B3FA587}"/>
              </a:ext>
            </a:extLst>
          </p:cNvPr>
          <p:cNvSpPr>
            <a:spLocks noGrp="1"/>
          </p:cNvSpPr>
          <p:nvPr/>
        </p:nvSpPr>
        <p:spPr>
          <a:xfrm>
            <a:off x="4230461" y="630808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7" name="matrix_903::987_path">
            <a:extLst>
              <a:ext uri="{FF2B5EF4-FFF2-40B4-BE49-F238E27FC236}">
                <a16:creationId xmlns:a16="http://schemas.microsoft.com/office/drawing/2014/main" id="{41C65C59-A36A-4D8D-A1C2-61109FAAD0BF}"/>
              </a:ext>
            </a:extLst>
          </p:cNvPr>
          <p:cNvSpPr>
            <a:spLocks noGrp="1"/>
          </p:cNvSpPr>
          <p:nvPr/>
        </p:nvSpPr>
        <p:spPr>
          <a:xfrm>
            <a:off x="4299857" y="629039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8" name="matrix_903::988_path">
            <a:extLst>
              <a:ext uri="{FF2B5EF4-FFF2-40B4-BE49-F238E27FC236}">
                <a16:creationId xmlns:a16="http://schemas.microsoft.com/office/drawing/2014/main" id="{B11B32A7-5A43-4238-8D11-BDB766DA9AF8}"/>
              </a:ext>
            </a:extLst>
          </p:cNvPr>
          <p:cNvSpPr>
            <a:spLocks noGrp="1"/>
          </p:cNvSpPr>
          <p:nvPr/>
        </p:nvSpPr>
        <p:spPr>
          <a:xfrm>
            <a:off x="4369254" y="6272704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9" name="matrix_903::989_path">
            <a:extLst>
              <a:ext uri="{FF2B5EF4-FFF2-40B4-BE49-F238E27FC236}">
                <a16:creationId xmlns:a16="http://schemas.microsoft.com/office/drawing/2014/main" id="{19DFBE25-E874-40B3-AECA-924741EB7F62}"/>
              </a:ext>
            </a:extLst>
          </p:cNvPr>
          <p:cNvSpPr>
            <a:spLocks noGrp="1"/>
          </p:cNvSpPr>
          <p:nvPr/>
        </p:nvSpPr>
        <p:spPr>
          <a:xfrm>
            <a:off x="3952875" y="6422069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0" name="matrix_903::990_path">
            <a:extLst>
              <a:ext uri="{FF2B5EF4-FFF2-40B4-BE49-F238E27FC236}">
                <a16:creationId xmlns:a16="http://schemas.microsoft.com/office/drawing/2014/main" id="{8D50E8CB-5A1A-4929-950D-B205C5EAFCE0}"/>
              </a:ext>
            </a:extLst>
          </p:cNvPr>
          <p:cNvSpPr>
            <a:spLocks noGrp="1"/>
          </p:cNvSpPr>
          <p:nvPr/>
        </p:nvSpPr>
        <p:spPr>
          <a:xfrm>
            <a:off x="4022271" y="640438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1" name="matrix_903::991_path">
            <a:extLst>
              <a:ext uri="{FF2B5EF4-FFF2-40B4-BE49-F238E27FC236}">
                <a16:creationId xmlns:a16="http://schemas.microsoft.com/office/drawing/2014/main" id="{AA9C9194-1AA9-4E7A-AD39-576054EA5F5F}"/>
              </a:ext>
            </a:extLst>
          </p:cNvPr>
          <p:cNvSpPr>
            <a:spLocks noGrp="1"/>
          </p:cNvSpPr>
          <p:nvPr/>
        </p:nvSpPr>
        <p:spPr>
          <a:xfrm>
            <a:off x="4091668" y="6386690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2" name="matrix_903::992_path">
            <a:extLst>
              <a:ext uri="{FF2B5EF4-FFF2-40B4-BE49-F238E27FC236}">
                <a16:creationId xmlns:a16="http://schemas.microsoft.com/office/drawing/2014/main" id="{E07F378F-1892-419B-AACB-41E720DC70FC}"/>
              </a:ext>
            </a:extLst>
          </p:cNvPr>
          <p:cNvSpPr>
            <a:spLocks noGrp="1"/>
          </p:cNvSpPr>
          <p:nvPr/>
        </p:nvSpPr>
        <p:spPr>
          <a:xfrm>
            <a:off x="4161064" y="6369001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3" name="matrix_903::993_path">
            <a:extLst>
              <a:ext uri="{FF2B5EF4-FFF2-40B4-BE49-F238E27FC236}">
                <a16:creationId xmlns:a16="http://schemas.microsoft.com/office/drawing/2014/main" id="{30A25201-AD3C-4C7C-87AA-F5B8EC713325}"/>
              </a:ext>
            </a:extLst>
          </p:cNvPr>
          <p:cNvSpPr>
            <a:spLocks noGrp="1"/>
          </p:cNvSpPr>
          <p:nvPr/>
        </p:nvSpPr>
        <p:spPr>
          <a:xfrm>
            <a:off x="4230461" y="6351312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4" name="matrix_903::994_path">
            <a:extLst>
              <a:ext uri="{FF2B5EF4-FFF2-40B4-BE49-F238E27FC236}">
                <a16:creationId xmlns:a16="http://schemas.microsoft.com/office/drawing/2014/main" id="{84A4E556-F00C-45E2-B23E-F7D63CFABCC6}"/>
              </a:ext>
            </a:extLst>
          </p:cNvPr>
          <p:cNvSpPr>
            <a:spLocks noGrp="1"/>
          </p:cNvSpPr>
          <p:nvPr/>
        </p:nvSpPr>
        <p:spPr>
          <a:xfrm>
            <a:off x="4299857" y="633362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5" name="matrix_903::995_path">
            <a:extLst>
              <a:ext uri="{FF2B5EF4-FFF2-40B4-BE49-F238E27FC236}">
                <a16:creationId xmlns:a16="http://schemas.microsoft.com/office/drawing/2014/main" id="{684A38CB-C6A5-4E38-ABEA-8685B7D33022}"/>
              </a:ext>
            </a:extLst>
          </p:cNvPr>
          <p:cNvSpPr>
            <a:spLocks noGrp="1"/>
          </p:cNvSpPr>
          <p:nvPr/>
        </p:nvSpPr>
        <p:spPr>
          <a:xfrm>
            <a:off x="4369254" y="6315933"/>
            <a:ext cx="52251" cy="39419"/>
          </a:xfrm>
          <a:custGeom>
            <a:avLst/>
            <a:gdLst/>
            <a:ahLst/>
            <a:cxnLst/>
            <a:rect l="0" t="0" r="0" b="0"/>
            <a:pathLst>
              <a:path w="52251" h="39419">
                <a:moveTo>
                  <a:pt x="0" y="12382"/>
                </a:moveTo>
                <a:lnTo>
                  <a:pt x="52251" y="0"/>
                </a:lnTo>
                <a:lnTo>
                  <a:pt x="52251" y="27036"/>
                </a:lnTo>
                <a:lnTo>
                  <a:pt x="0" y="39419"/>
                </a:lnTo>
                <a:close/>
              </a:path>
            </a:pathLst>
          </a:custGeom>
          <a:solidFill>
            <a:srgbClr val="88BC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6" name="996_textbox">
            <a:extLst>
              <a:ext uri="{FF2B5EF4-FFF2-40B4-BE49-F238E27FC236}">
                <a16:creationId xmlns:a16="http://schemas.microsoft.com/office/drawing/2014/main" id="{324A9EF0-5C49-4F1C-9742-73AC146F6DD3}"/>
              </a:ext>
            </a:extLst>
          </p:cNvPr>
          <p:cNvSpPr>
            <a:spLocks noGrp="1"/>
          </p:cNvSpPr>
          <p:nvPr/>
        </p:nvSpPr>
        <p:spPr>
          <a:xfrm>
            <a:off x="4171950" y="6515100"/>
            <a:ext cx="228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Z</a:t>
            </a:r>
          </a:p>
        </p:txBody>
      </p:sp>
      <p:sp>
        <p:nvSpPr>
          <p:cNvPr id="997" name="997_path">
            <a:extLst>
              <a:ext uri="{FF2B5EF4-FFF2-40B4-BE49-F238E27FC236}">
                <a16:creationId xmlns:a16="http://schemas.microsoft.com/office/drawing/2014/main" id="{9CB4D954-ECBA-4764-8EF0-C79D5939DDA2}"/>
              </a:ext>
            </a:extLst>
          </p:cNvPr>
          <p:cNvSpPr>
            <a:spLocks noGrp="1"/>
          </p:cNvSpPr>
          <p:nvPr/>
        </p:nvSpPr>
        <p:spPr>
          <a:xfrm>
            <a:off x="4495800" y="6076950"/>
            <a:ext cx="95250" cy="95"/>
          </a:xfrm>
          <a:custGeom>
            <a:avLst/>
            <a:gdLst/>
            <a:ahLst/>
            <a:cxnLst/>
            <a:rect l="0" t="0" r="0" b="0"/>
            <a:pathLst>
              <a:path w="95250" h="9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8" name="998_path">
            <a:extLst>
              <a:ext uri="{FF2B5EF4-FFF2-40B4-BE49-F238E27FC236}">
                <a16:creationId xmlns:a16="http://schemas.microsoft.com/office/drawing/2014/main" id="{A7350F50-3997-427D-9B46-65E5C87E4232}"/>
              </a:ext>
            </a:extLst>
          </p:cNvPr>
          <p:cNvSpPr>
            <a:spLocks noGrp="1"/>
          </p:cNvSpPr>
          <p:nvPr/>
        </p:nvSpPr>
        <p:spPr>
          <a:xfrm>
            <a:off x="4591050" y="5467350"/>
            <a:ext cx="190500" cy="609600"/>
          </a:xfrm>
          <a:custGeom>
            <a:avLst/>
            <a:gdLst/>
            <a:ahLst/>
            <a:cxnLst/>
            <a:rect l="0" t="0" r="0" b="0"/>
            <a:pathLst>
              <a:path w="190500" h="609600">
                <a:moveTo>
                  <a:pt x="0" y="609600"/>
                </a:moveTo>
                <a:lnTo>
                  <a:pt x="0" y="0"/>
                </a:lnTo>
                <a:lnTo>
                  <a:pt x="1905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9" name="999_path">
            <a:extLst>
              <a:ext uri="{FF2B5EF4-FFF2-40B4-BE49-F238E27FC236}">
                <a16:creationId xmlns:a16="http://schemas.microsoft.com/office/drawing/2014/main" id="{8C4BB9D3-D5DA-4D30-821C-87DC5479F09C}"/>
              </a:ext>
            </a:extLst>
          </p:cNvPr>
          <p:cNvSpPr>
            <a:spLocks noGrp="1"/>
          </p:cNvSpPr>
          <p:nvPr/>
        </p:nvSpPr>
        <p:spPr>
          <a:xfrm>
            <a:off x="4741145" y="54399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0" name="1000_path">
            <a:extLst>
              <a:ext uri="{FF2B5EF4-FFF2-40B4-BE49-F238E27FC236}">
                <a16:creationId xmlns:a16="http://schemas.microsoft.com/office/drawing/2014/main" id="{D3D56ADA-03D4-4F9B-83B3-F998BED2B974}"/>
              </a:ext>
            </a:extLst>
          </p:cNvPr>
          <p:cNvSpPr>
            <a:spLocks noGrp="1"/>
          </p:cNvSpPr>
          <p:nvPr/>
        </p:nvSpPr>
        <p:spPr>
          <a:xfrm>
            <a:off x="4591050" y="6076950"/>
            <a:ext cx="190500" cy="828675"/>
          </a:xfrm>
          <a:custGeom>
            <a:avLst/>
            <a:gdLst/>
            <a:ahLst/>
            <a:cxnLst/>
            <a:rect l="0" t="0" r="0" b="0"/>
            <a:pathLst>
              <a:path w="190500" h="828675">
                <a:moveTo>
                  <a:pt x="0" y="0"/>
                </a:moveTo>
                <a:lnTo>
                  <a:pt x="0" y="828675"/>
                </a:lnTo>
                <a:lnTo>
                  <a:pt x="190500" y="828675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1" name="1001_path">
            <a:extLst>
              <a:ext uri="{FF2B5EF4-FFF2-40B4-BE49-F238E27FC236}">
                <a16:creationId xmlns:a16="http://schemas.microsoft.com/office/drawing/2014/main" id="{4EE07C82-4FCA-4A51-83D0-A05905875EF8}"/>
              </a:ext>
            </a:extLst>
          </p:cNvPr>
          <p:cNvSpPr>
            <a:spLocks noGrp="1"/>
          </p:cNvSpPr>
          <p:nvPr/>
        </p:nvSpPr>
        <p:spPr>
          <a:xfrm>
            <a:off x="4741145" y="68781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2" name="1002_path">
            <a:extLst>
              <a:ext uri="{FF2B5EF4-FFF2-40B4-BE49-F238E27FC236}">
                <a16:creationId xmlns:a16="http://schemas.microsoft.com/office/drawing/2014/main" id="{C78B9A91-08BB-4A32-BCE3-7943480808D1}"/>
              </a:ext>
            </a:extLst>
          </p:cNvPr>
          <p:cNvSpPr>
            <a:spLocks noGrp="1"/>
          </p:cNvSpPr>
          <p:nvPr/>
        </p:nvSpPr>
        <p:spPr>
          <a:xfrm>
            <a:off x="4819650" y="5219700"/>
            <a:ext cx="504825" cy="419100"/>
          </a:xfrm>
          <a:custGeom>
            <a:avLst/>
            <a:gdLst/>
            <a:ahLst/>
            <a:cxnLst/>
            <a:rect l="0" t="0" r="0" b="0"/>
            <a:pathLst>
              <a:path w="504825" h="419100">
                <a:moveTo>
                  <a:pt x="0" y="0"/>
                </a:moveTo>
                <a:lnTo>
                  <a:pt x="504825" y="66675"/>
                </a:lnTo>
                <a:lnTo>
                  <a:pt x="504825" y="323850"/>
                </a:lnTo>
                <a:lnTo>
                  <a:pt x="0" y="419100"/>
                </a:lnTo>
                <a:close/>
              </a:path>
            </a:pathLst>
          </a:custGeom>
          <a:gradFill>
            <a:gsLst>
              <a:gs pos="0">
                <a:srgbClr val="ACD0E1"/>
              </a:gs>
              <a:gs pos="100000">
                <a:srgbClr val="BDDCEB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3" name="symbol_1002::1003_textbox">
            <a:extLst>
              <a:ext uri="{FF2B5EF4-FFF2-40B4-BE49-F238E27FC236}">
                <a16:creationId xmlns:a16="http://schemas.microsoft.com/office/drawing/2014/main" id="{E408807A-B8F4-4C53-93DF-D6070AC3B8AD}"/>
              </a:ext>
            </a:extLst>
          </p:cNvPr>
          <p:cNvSpPr>
            <a:spLocks noGrp="1"/>
          </p:cNvSpPr>
          <p:nvPr/>
        </p:nvSpPr>
        <p:spPr>
          <a:xfrm>
            <a:off x="4981575" y="5324475"/>
            <a:ext cx="123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f</a:t>
            </a:r>
          </a:p>
        </p:txBody>
      </p:sp>
      <p:sp>
        <p:nvSpPr>
          <p:cNvPr id="1004" name="symbol_1002::1004_textbox">
            <a:extLst>
              <a:ext uri="{FF2B5EF4-FFF2-40B4-BE49-F238E27FC236}">
                <a16:creationId xmlns:a16="http://schemas.microsoft.com/office/drawing/2014/main" id="{4F8DEC7D-02D1-45F6-BCF9-D5D47E90F4AE}"/>
              </a:ext>
            </a:extLst>
          </p:cNvPr>
          <p:cNvSpPr>
            <a:spLocks noGrp="1"/>
          </p:cNvSpPr>
          <p:nvPr/>
        </p:nvSpPr>
        <p:spPr>
          <a:xfrm>
            <a:off x="5067300" y="5422964"/>
            <a:ext cx="19050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1005" name="flame_1004::1005_path">
            <a:extLst>
              <a:ext uri="{FF2B5EF4-FFF2-40B4-BE49-F238E27FC236}">
                <a16:creationId xmlns:a16="http://schemas.microsoft.com/office/drawing/2014/main" id="{827D8EA3-46E3-4AE9-AFA9-414CEAC9BDD9}"/>
              </a:ext>
            </a:extLst>
          </p:cNvPr>
          <p:cNvSpPr>
            <a:spLocks noGrp="1"/>
          </p:cNvSpPr>
          <p:nvPr/>
        </p:nvSpPr>
        <p:spPr>
          <a:xfrm>
            <a:off x="5276850" y="5133975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6" name="flame_1004::1006_path">
            <a:extLst>
              <a:ext uri="{FF2B5EF4-FFF2-40B4-BE49-F238E27FC236}">
                <a16:creationId xmlns:a16="http://schemas.microsoft.com/office/drawing/2014/main" id="{9B9E83CB-6F18-4627-B2ED-010125329121}"/>
              </a:ext>
            </a:extLst>
          </p:cNvPr>
          <p:cNvSpPr>
            <a:spLocks noGrp="1"/>
          </p:cNvSpPr>
          <p:nvPr/>
        </p:nvSpPr>
        <p:spPr>
          <a:xfrm>
            <a:off x="5317712" y="5188458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2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7" name="vector_1006::1007_rect">
            <a:extLst>
              <a:ext uri="{FF2B5EF4-FFF2-40B4-BE49-F238E27FC236}">
                <a16:creationId xmlns:a16="http://schemas.microsoft.com/office/drawing/2014/main" id="{B77F5EBF-0FFD-49D7-B4F6-CC8FF89490E1}"/>
              </a:ext>
            </a:extLst>
          </p:cNvPr>
          <p:cNvSpPr>
            <a:spLocks noGrp="1"/>
          </p:cNvSpPr>
          <p:nvPr/>
        </p:nvSpPr>
        <p:spPr>
          <a:xfrm>
            <a:off x="5410200" y="5334000"/>
            <a:ext cx="52388" cy="1238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8" name="vector_1006::1008_rect">
            <a:extLst>
              <a:ext uri="{FF2B5EF4-FFF2-40B4-BE49-F238E27FC236}">
                <a16:creationId xmlns:a16="http://schemas.microsoft.com/office/drawing/2014/main" id="{6AD07036-B81C-4829-9A10-4E6E2A31AA5F}"/>
              </a:ext>
            </a:extLst>
          </p:cNvPr>
          <p:cNvSpPr>
            <a:spLocks noGrp="1"/>
          </p:cNvSpPr>
          <p:nvPr/>
        </p:nvSpPr>
        <p:spPr>
          <a:xfrm>
            <a:off x="5462588" y="5334000"/>
            <a:ext cx="52388" cy="1238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9" name="vector_1006::1009_rect">
            <a:extLst>
              <a:ext uri="{FF2B5EF4-FFF2-40B4-BE49-F238E27FC236}">
                <a16:creationId xmlns:a16="http://schemas.microsoft.com/office/drawing/2014/main" id="{60920340-E299-4E17-9005-3B9BBFFC367A}"/>
              </a:ext>
            </a:extLst>
          </p:cNvPr>
          <p:cNvSpPr>
            <a:spLocks noGrp="1"/>
          </p:cNvSpPr>
          <p:nvPr/>
        </p:nvSpPr>
        <p:spPr>
          <a:xfrm>
            <a:off x="5410200" y="5334000"/>
            <a:ext cx="104775" cy="1238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0" name="1010_path">
            <a:extLst>
              <a:ext uri="{FF2B5EF4-FFF2-40B4-BE49-F238E27FC236}">
                <a16:creationId xmlns:a16="http://schemas.microsoft.com/office/drawing/2014/main" id="{695D66CB-1FB9-4C47-8D16-ADF6A4D5EF59}"/>
              </a:ext>
            </a:extLst>
          </p:cNvPr>
          <p:cNvSpPr>
            <a:spLocks noGrp="1"/>
          </p:cNvSpPr>
          <p:nvPr/>
        </p:nvSpPr>
        <p:spPr>
          <a:xfrm>
            <a:off x="5334000" y="5391150"/>
            <a:ext cx="76200" cy="95"/>
          </a:xfrm>
          <a:custGeom>
            <a:avLst/>
            <a:gdLst/>
            <a:ahLst/>
            <a:cxnLst/>
            <a:rect l="0" t="0" r="0" b="0"/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1" name="1011_ellipse">
            <a:extLst>
              <a:ext uri="{FF2B5EF4-FFF2-40B4-BE49-F238E27FC236}">
                <a16:creationId xmlns:a16="http://schemas.microsoft.com/office/drawing/2014/main" id="{D51B9856-35EF-4BC6-8864-1AE1AECC4AD8}"/>
              </a:ext>
            </a:extLst>
          </p:cNvPr>
          <p:cNvSpPr>
            <a:spLocks noGrp="1"/>
          </p:cNvSpPr>
          <p:nvPr/>
        </p:nvSpPr>
        <p:spPr>
          <a:xfrm>
            <a:off x="5581650" y="5295900"/>
            <a:ext cx="190500" cy="19050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2" name="1012_textbox">
            <a:extLst>
              <a:ext uri="{FF2B5EF4-FFF2-40B4-BE49-F238E27FC236}">
                <a16:creationId xmlns:a16="http://schemas.microsoft.com/office/drawing/2014/main" id="{8F0A648C-606A-4F88-8AA4-0355F30AAB3C}"/>
              </a:ext>
            </a:extLst>
          </p:cNvPr>
          <p:cNvSpPr>
            <a:spLocks noGrp="1"/>
          </p:cNvSpPr>
          <p:nvPr/>
        </p:nvSpPr>
        <p:spPr>
          <a:xfrm>
            <a:off x="5584999" y="5276328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−</a:t>
            </a:r>
          </a:p>
        </p:txBody>
      </p:sp>
      <p:sp>
        <p:nvSpPr>
          <p:cNvPr id="1013" name="1013_path">
            <a:extLst>
              <a:ext uri="{FF2B5EF4-FFF2-40B4-BE49-F238E27FC236}">
                <a16:creationId xmlns:a16="http://schemas.microsoft.com/office/drawing/2014/main" id="{174B840C-EDA2-4B84-9295-AB1000102C0B}"/>
              </a:ext>
            </a:extLst>
          </p:cNvPr>
          <p:cNvSpPr>
            <a:spLocks noGrp="1"/>
          </p:cNvSpPr>
          <p:nvPr/>
        </p:nvSpPr>
        <p:spPr>
          <a:xfrm>
            <a:off x="5514975" y="5391150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143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4" name="1014_path">
            <a:extLst>
              <a:ext uri="{FF2B5EF4-FFF2-40B4-BE49-F238E27FC236}">
                <a16:creationId xmlns:a16="http://schemas.microsoft.com/office/drawing/2014/main" id="{7D2D589D-A06C-4FA5-9A8A-DE57B4EB20E6}"/>
              </a:ext>
            </a:extLst>
          </p:cNvPr>
          <p:cNvSpPr>
            <a:spLocks noGrp="1"/>
          </p:cNvSpPr>
          <p:nvPr/>
        </p:nvSpPr>
        <p:spPr>
          <a:xfrm>
            <a:off x="5541245" y="5372862"/>
            <a:ext cx="38100" cy="36576"/>
          </a:xfrm>
          <a:custGeom>
            <a:avLst/>
            <a:gdLst/>
            <a:ahLst/>
            <a:cxnLst/>
            <a:rect l="0" t="0" r="0" b="0"/>
            <a:pathLst>
              <a:path w="38100" h="36576">
                <a:moveTo>
                  <a:pt x="38100" y="18288"/>
                </a:moveTo>
                <a:lnTo>
                  <a:pt x="0" y="0"/>
                </a:lnTo>
                <a:lnTo>
                  <a:pt x="0" y="36576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5" name="1015_path">
            <a:extLst>
              <a:ext uri="{FF2B5EF4-FFF2-40B4-BE49-F238E27FC236}">
                <a16:creationId xmlns:a16="http://schemas.microsoft.com/office/drawing/2014/main" id="{D954DD9A-3B7D-495B-A66E-B2D4085F6CBB}"/>
              </a:ext>
            </a:extLst>
          </p:cNvPr>
          <p:cNvSpPr>
            <a:spLocks noGrp="1"/>
          </p:cNvSpPr>
          <p:nvPr/>
        </p:nvSpPr>
        <p:spPr>
          <a:xfrm>
            <a:off x="5791200" y="539115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6" name="1016_path">
            <a:extLst>
              <a:ext uri="{FF2B5EF4-FFF2-40B4-BE49-F238E27FC236}">
                <a16:creationId xmlns:a16="http://schemas.microsoft.com/office/drawing/2014/main" id="{AB36B9E8-404C-4D22-A8F8-C8E45686D092}"/>
              </a:ext>
            </a:extLst>
          </p:cNvPr>
          <p:cNvSpPr>
            <a:spLocks noGrp="1"/>
          </p:cNvSpPr>
          <p:nvPr/>
        </p:nvSpPr>
        <p:spPr>
          <a:xfrm>
            <a:off x="5874620" y="53637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7" name="1017_rect">
            <a:extLst>
              <a:ext uri="{FF2B5EF4-FFF2-40B4-BE49-F238E27FC236}">
                <a16:creationId xmlns:a16="http://schemas.microsoft.com/office/drawing/2014/main" id="{F93DFF58-6BB4-4DCB-91DA-69078DB92DBD}"/>
              </a:ext>
            </a:extLst>
          </p:cNvPr>
          <p:cNvSpPr>
            <a:spLocks noGrp="1"/>
          </p:cNvSpPr>
          <p:nvPr/>
        </p:nvSpPr>
        <p:spPr>
          <a:xfrm>
            <a:off x="5943600" y="5172075"/>
            <a:ext cx="638175" cy="390525"/>
          </a:xfrm>
          <a:prstGeom prst="rect">
            <a:avLst/>
          </a:prstGeom>
          <a:solidFill>
            <a:srgbClr val="FFFFFF"/>
          </a:solidFill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8" name="1018_textbox">
            <a:extLst>
              <a:ext uri="{FF2B5EF4-FFF2-40B4-BE49-F238E27FC236}">
                <a16:creationId xmlns:a16="http://schemas.microsoft.com/office/drawing/2014/main" id="{0C70CCE6-49D5-492C-91E5-469FD7768D3D}"/>
              </a:ext>
            </a:extLst>
          </p:cNvPr>
          <p:cNvSpPr>
            <a:spLocks noGrp="1"/>
          </p:cNvSpPr>
          <p:nvPr/>
        </p:nvSpPr>
        <p:spPr>
          <a:xfrm>
            <a:off x="5972175" y="5181600"/>
            <a:ext cx="581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Top-4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softmax</a:t>
            </a:r>
          </a:p>
        </p:txBody>
      </p:sp>
      <p:sp>
        <p:nvSpPr>
          <p:cNvPr id="1019" name="1019_path">
            <a:extLst>
              <a:ext uri="{FF2B5EF4-FFF2-40B4-BE49-F238E27FC236}">
                <a16:creationId xmlns:a16="http://schemas.microsoft.com/office/drawing/2014/main" id="{74FCF0D6-71D1-4FA9-A25D-4D5120FDE1C1}"/>
              </a:ext>
            </a:extLst>
          </p:cNvPr>
          <p:cNvSpPr>
            <a:spLocks noGrp="1"/>
          </p:cNvSpPr>
          <p:nvPr/>
        </p:nvSpPr>
        <p:spPr>
          <a:xfrm>
            <a:off x="6600825" y="539115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0" name="1020_path">
            <a:extLst>
              <a:ext uri="{FF2B5EF4-FFF2-40B4-BE49-F238E27FC236}">
                <a16:creationId xmlns:a16="http://schemas.microsoft.com/office/drawing/2014/main" id="{808EA96E-71E1-46C0-83CA-1D88CCFA57F5}"/>
              </a:ext>
            </a:extLst>
          </p:cNvPr>
          <p:cNvSpPr>
            <a:spLocks noGrp="1"/>
          </p:cNvSpPr>
          <p:nvPr/>
        </p:nvSpPr>
        <p:spPr>
          <a:xfrm>
            <a:off x="6674720" y="53637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1" name="vector_1020::1021_rect">
            <a:extLst>
              <a:ext uri="{FF2B5EF4-FFF2-40B4-BE49-F238E27FC236}">
                <a16:creationId xmlns:a16="http://schemas.microsoft.com/office/drawing/2014/main" id="{B0AC7747-DE09-4A70-B0CA-DD410455E3A4}"/>
              </a:ext>
            </a:extLst>
          </p:cNvPr>
          <p:cNvSpPr>
            <a:spLocks noGrp="1"/>
          </p:cNvSpPr>
          <p:nvPr/>
        </p:nvSpPr>
        <p:spPr>
          <a:xfrm>
            <a:off x="6743700" y="5314950"/>
            <a:ext cx="55959" cy="171450"/>
          </a:xfrm>
          <a:prstGeom prst="rect">
            <a:avLst/>
          </a:prstGeom>
          <a:solidFill>
            <a:srgbClr val="2787B9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2" name="vector_1020::1022_rect">
            <a:extLst>
              <a:ext uri="{FF2B5EF4-FFF2-40B4-BE49-F238E27FC236}">
                <a16:creationId xmlns:a16="http://schemas.microsoft.com/office/drawing/2014/main" id="{3066AAEF-8D57-4FEB-AB49-A02CF0C2A3D2}"/>
              </a:ext>
            </a:extLst>
          </p:cNvPr>
          <p:cNvSpPr>
            <a:spLocks noGrp="1"/>
          </p:cNvSpPr>
          <p:nvPr/>
        </p:nvSpPr>
        <p:spPr>
          <a:xfrm>
            <a:off x="6799659" y="5314950"/>
            <a:ext cx="55959" cy="171450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3" name="vector_1020::1023_rect">
            <a:extLst>
              <a:ext uri="{FF2B5EF4-FFF2-40B4-BE49-F238E27FC236}">
                <a16:creationId xmlns:a16="http://schemas.microsoft.com/office/drawing/2014/main" id="{57279CDF-F5AD-4A1D-82A3-93BF12994A95}"/>
              </a:ext>
            </a:extLst>
          </p:cNvPr>
          <p:cNvSpPr>
            <a:spLocks noGrp="1"/>
          </p:cNvSpPr>
          <p:nvPr/>
        </p:nvSpPr>
        <p:spPr>
          <a:xfrm>
            <a:off x="6855619" y="5314950"/>
            <a:ext cx="55959" cy="171450"/>
          </a:xfrm>
          <a:prstGeom prst="rect">
            <a:avLst/>
          </a:prstGeom>
          <a:solidFill>
            <a:srgbClr val="8CBCCB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4" name="vector_1020::1024_rect">
            <a:extLst>
              <a:ext uri="{FF2B5EF4-FFF2-40B4-BE49-F238E27FC236}">
                <a16:creationId xmlns:a16="http://schemas.microsoft.com/office/drawing/2014/main" id="{7E028DA2-2466-404F-90E9-DF6D8BB375AE}"/>
              </a:ext>
            </a:extLst>
          </p:cNvPr>
          <p:cNvSpPr>
            <a:spLocks noGrp="1"/>
          </p:cNvSpPr>
          <p:nvPr/>
        </p:nvSpPr>
        <p:spPr>
          <a:xfrm>
            <a:off x="6911578" y="5314950"/>
            <a:ext cx="55959" cy="171450"/>
          </a:xfrm>
          <a:prstGeom prst="rect">
            <a:avLst/>
          </a:prstGeom>
          <a:solidFill>
            <a:srgbClr val="1A78A6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5" name="vector_1020::1025_rect">
            <a:extLst>
              <a:ext uri="{FF2B5EF4-FFF2-40B4-BE49-F238E27FC236}">
                <a16:creationId xmlns:a16="http://schemas.microsoft.com/office/drawing/2014/main" id="{FC1FCBC1-6882-475E-AA4E-DF3A498CBD3F}"/>
              </a:ext>
            </a:extLst>
          </p:cNvPr>
          <p:cNvSpPr>
            <a:spLocks noGrp="1"/>
          </p:cNvSpPr>
          <p:nvPr/>
        </p:nvSpPr>
        <p:spPr>
          <a:xfrm>
            <a:off x="6967538" y="5314950"/>
            <a:ext cx="55959" cy="171450"/>
          </a:xfrm>
          <a:prstGeom prst="rect">
            <a:avLst/>
          </a:prstGeom>
          <a:solidFill>
            <a:srgbClr val="2787B9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6" name="vector_1020::1026_rect">
            <a:extLst>
              <a:ext uri="{FF2B5EF4-FFF2-40B4-BE49-F238E27FC236}">
                <a16:creationId xmlns:a16="http://schemas.microsoft.com/office/drawing/2014/main" id="{834295B8-93E0-4E34-8862-6BE2AD7078BD}"/>
              </a:ext>
            </a:extLst>
          </p:cNvPr>
          <p:cNvSpPr>
            <a:spLocks noGrp="1"/>
          </p:cNvSpPr>
          <p:nvPr/>
        </p:nvSpPr>
        <p:spPr>
          <a:xfrm>
            <a:off x="7023497" y="5314950"/>
            <a:ext cx="55959" cy="171450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7" name="vector_1020::1027_rect">
            <a:extLst>
              <a:ext uri="{FF2B5EF4-FFF2-40B4-BE49-F238E27FC236}">
                <a16:creationId xmlns:a16="http://schemas.microsoft.com/office/drawing/2014/main" id="{321DA777-75A9-4513-9A4B-5405382CD694}"/>
              </a:ext>
            </a:extLst>
          </p:cNvPr>
          <p:cNvSpPr>
            <a:spLocks noGrp="1"/>
          </p:cNvSpPr>
          <p:nvPr/>
        </p:nvSpPr>
        <p:spPr>
          <a:xfrm>
            <a:off x="7079456" y="5314950"/>
            <a:ext cx="55959" cy="171450"/>
          </a:xfrm>
          <a:prstGeom prst="rect">
            <a:avLst/>
          </a:prstGeom>
          <a:solidFill>
            <a:srgbClr val="8CBCCB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8" name="vector_1020::1028_rect">
            <a:extLst>
              <a:ext uri="{FF2B5EF4-FFF2-40B4-BE49-F238E27FC236}">
                <a16:creationId xmlns:a16="http://schemas.microsoft.com/office/drawing/2014/main" id="{6677B0C6-7733-4622-A85B-4FCD756CED96}"/>
              </a:ext>
            </a:extLst>
          </p:cNvPr>
          <p:cNvSpPr>
            <a:spLocks noGrp="1"/>
          </p:cNvSpPr>
          <p:nvPr/>
        </p:nvSpPr>
        <p:spPr>
          <a:xfrm>
            <a:off x="7135416" y="5314950"/>
            <a:ext cx="55959" cy="171450"/>
          </a:xfrm>
          <a:prstGeom prst="rect">
            <a:avLst/>
          </a:prstGeom>
          <a:solidFill>
            <a:srgbClr val="1A78A6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9" name="vector_1020::1029_rect">
            <a:extLst>
              <a:ext uri="{FF2B5EF4-FFF2-40B4-BE49-F238E27FC236}">
                <a16:creationId xmlns:a16="http://schemas.microsoft.com/office/drawing/2014/main" id="{5B10EE10-9832-467D-A82B-22A8920F63B3}"/>
              </a:ext>
            </a:extLst>
          </p:cNvPr>
          <p:cNvSpPr>
            <a:spLocks noGrp="1"/>
          </p:cNvSpPr>
          <p:nvPr/>
        </p:nvSpPr>
        <p:spPr>
          <a:xfrm>
            <a:off x="6743700" y="5314950"/>
            <a:ext cx="447675" cy="171450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0" name="symbol_1029::1030_textbox">
            <a:extLst>
              <a:ext uri="{FF2B5EF4-FFF2-40B4-BE49-F238E27FC236}">
                <a16:creationId xmlns:a16="http://schemas.microsoft.com/office/drawing/2014/main" id="{FE67A861-73FE-4642-B8DA-0EF660E710FD}"/>
              </a:ext>
            </a:extLst>
          </p:cNvPr>
          <p:cNvSpPr>
            <a:spLocks noGrp="1"/>
          </p:cNvSpPr>
          <p:nvPr/>
        </p:nvSpPr>
        <p:spPr>
          <a:xfrm>
            <a:off x="6886575" y="5095875"/>
            <a:ext cx="142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4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α</a:t>
            </a:r>
          </a:p>
        </p:txBody>
      </p:sp>
      <p:sp>
        <p:nvSpPr>
          <p:cNvPr id="1031" name="symbol_1029::1031_textbox">
            <a:extLst>
              <a:ext uri="{FF2B5EF4-FFF2-40B4-BE49-F238E27FC236}">
                <a16:creationId xmlns:a16="http://schemas.microsoft.com/office/drawing/2014/main" id="{92364AFF-87AE-462D-814D-40FC70FE107E}"/>
              </a:ext>
            </a:extLst>
          </p:cNvPr>
          <p:cNvSpPr>
            <a:spLocks noGrp="1"/>
          </p:cNvSpPr>
          <p:nvPr/>
        </p:nvSpPr>
        <p:spPr>
          <a:xfrm>
            <a:off x="6991350" y="5076825"/>
            <a:ext cx="238125" cy="126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1032" name="1032_path">
            <a:extLst>
              <a:ext uri="{FF2B5EF4-FFF2-40B4-BE49-F238E27FC236}">
                <a16:creationId xmlns:a16="http://schemas.microsoft.com/office/drawing/2014/main" id="{60460820-009C-4609-AD93-6784C41D6E20}"/>
              </a:ext>
            </a:extLst>
          </p:cNvPr>
          <p:cNvSpPr>
            <a:spLocks noGrp="1"/>
          </p:cNvSpPr>
          <p:nvPr/>
        </p:nvSpPr>
        <p:spPr>
          <a:xfrm>
            <a:off x="7219950" y="5400675"/>
            <a:ext cx="180975" cy="95"/>
          </a:xfrm>
          <a:custGeom>
            <a:avLst/>
            <a:gdLst/>
            <a:ahLst/>
            <a:cxnLst/>
            <a:rect l="0" t="0" r="0" b="0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3" name="1033_path">
            <a:extLst>
              <a:ext uri="{FF2B5EF4-FFF2-40B4-BE49-F238E27FC236}">
                <a16:creationId xmlns:a16="http://schemas.microsoft.com/office/drawing/2014/main" id="{B12FE6D4-A276-40F7-943A-F1D4CC30FC77}"/>
              </a:ext>
            </a:extLst>
          </p:cNvPr>
          <p:cNvSpPr>
            <a:spLocks noGrp="1"/>
          </p:cNvSpPr>
          <p:nvPr/>
        </p:nvSpPr>
        <p:spPr>
          <a:xfrm>
            <a:off x="7360520" y="53732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4" name="1034_ellipse">
            <a:extLst>
              <a:ext uri="{FF2B5EF4-FFF2-40B4-BE49-F238E27FC236}">
                <a16:creationId xmlns:a16="http://schemas.microsoft.com/office/drawing/2014/main" id="{2928BA0D-D40E-4351-9422-16375F5AC4C7}"/>
              </a:ext>
            </a:extLst>
          </p:cNvPr>
          <p:cNvSpPr>
            <a:spLocks noGrp="1"/>
          </p:cNvSpPr>
          <p:nvPr/>
        </p:nvSpPr>
        <p:spPr>
          <a:xfrm>
            <a:off x="7419975" y="5276850"/>
            <a:ext cx="247650" cy="2476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5" name="1035_textbox">
            <a:extLst>
              <a:ext uri="{FF2B5EF4-FFF2-40B4-BE49-F238E27FC236}">
                <a16:creationId xmlns:a16="http://schemas.microsoft.com/office/drawing/2014/main" id="{12A0244A-B405-482B-9E8C-5C722A0D54D0}"/>
              </a:ext>
            </a:extLst>
          </p:cNvPr>
          <p:cNvSpPr>
            <a:spLocks noGrp="1"/>
          </p:cNvSpPr>
          <p:nvPr/>
        </p:nvSpPr>
        <p:spPr>
          <a:xfrm>
            <a:off x="7419975" y="5267325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Σ</a:t>
            </a:r>
          </a:p>
        </p:txBody>
      </p:sp>
      <p:sp>
        <p:nvSpPr>
          <p:cNvPr id="1036" name="1036_path">
            <a:extLst>
              <a:ext uri="{FF2B5EF4-FFF2-40B4-BE49-F238E27FC236}">
                <a16:creationId xmlns:a16="http://schemas.microsoft.com/office/drawing/2014/main" id="{59FD3E10-24ED-4B41-99E9-CD6A2CE7B255}"/>
              </a:ext>
            </a:extLst>
          </p:cNvPr>
          <p:cNvSpPr>
            <a:spLocks noGrp="1"/>
          </p:cNvSpPr>
          <p:nvPr/>
        </p:nvSpPr>
        <p:spPr>
          <a:xfrm>
            <a:off x="7686675" y="5400675"/>
            <a:ext cx="209550" cy="95"/>
          </a:xfrm>
          <a:custGeom>
            <a:avLst/>
            <a:gdLst/>
            <a:ahLst/>
            <a:cxnLst/>
            <a:rect l="0" t="0" r="0" b="0"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7" name="1037_path">
            <a:extLst>
              <a:ext uri="{FF2B5EF4-FFF2-40B4-BE49-F238E27FC236}">
                <a16:creationId xmlns:a16="http://schemas.microsoft.com/office/drawing/2014/main" id="{4292FB96-C3CF-4599-AD12-268EB009390F}"/>
              </a:ext>
            </a:extLst>
          </p:cNvPr>
          <p:cNvSpPr>
            <a:spLocks noGrp="1"/>
          </p:cNvSpPr>
          <p:nvPr/>
        </p:nvSpPr>
        <p:spPr>
          <a:xfrm>
            <a:off x="7855820" y="53732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8" name="matrix_1037::1038_path">
            <a:extLst>
              <a:ext uri="{FF2B5EF4-FFF2-40B4-BE49-F238E27FC236}">
                <a16:creationId xmlns:a16="http://schemas.microsoft.com/office/drawing/2014/main" id="{FF97D730-5621-4776-8113-576E8791DCEE}"/>
              </a:ext>
            </a:extLst>
          </p:cNvPr>
          <p:cNvSpPr>
            <a:spLocks noGrp="1"/>
          </p:cNvSpPr>
          <p:nvPr/>
        </p:nvSpPr>
        <p:spPr>
          <a:xfrm>
            <a:off x="7915275" y="5295900"/>
            <a:ext cx="171450" cy="304800"/>
          </a:xfrm>
          <a:custGeom>
            <a:avLst/>
            <a:gdLst/>
            <a:ahLst/>
            <a:cxnLst/>
            <a:rect l="0" t="0" r="0" b="0"/>
            <a:pathLst>
              <a:path w="171450" h="304800">
                <a:moveTo>
                  <a:pt x="0" y="0"/>
                </a:moveTo>
                <a:lnTo>
                  <a:pt x="171450" y="0"/>
                </a:lnTo>
                <a:lnTo>
                  <a:pt x="17145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9" name="matrix_1037::1039_path">
            <a:extLst>
              <a:ext uri="{FF2B5EF4-FFF2-40B4-BE49-F238E27FC236}">
                <a16:creationId xmlns:a16="http://schemas.microsoft.com/office/drawing/2014/main" id="{7B4401C9-8467-406C-A85A-861693D5E145}"/>
              </a:ext>
            </a:extLst>
          </p:cNvPr>
          <p:cNvSpPr>
            <a:spLocks noGrp="1"/>
          </p:cNvSpPr>
          <p:nvPr/>
        </p:nvSpPr>
        <p:spPr>
          <a:xfrm>
            <a:off x="7943850" y="5324475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0" name="matrix_1037::1040_path">
            <a:extLst>
              <a:ext uri="{FF2B5EF4-FFF2-40B4-BE49-F238E27FC236}">
                <a16:creationId xmlns:a16="http://schemas.microsoft.com/office/drawing/2014/main" id="{435A62B8-D50D-4D54-85CF-3DB86C9CD8B8}"/>
              </a:ext>
            </a:extLst>
          </p:cNvPr>
          <p:cNvSpPr>
            <a:spLocks noGrp="1"/>
          </p:cNvSpPr>
          <p:nvPr/>
        </p:nvSpPr>
        <p:spPr>
          <a:xfrm>
            <a:off x="7981950" y="5324475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1" name="matrix_1037::1041_path">
            <a:extLst>
              <a:ext uri="{FF2B5EF4-FFF2-40B4-BE49-F238E27FC236}">
                <a16:creationId xmlns:a16="http://schemas.microsoft.com/office/drawing/2014/main" id="{5D03225F-3E20-416B-B790-5D8A635E611A}"/>
              </a:ext>
            </a:extLst>
          </p:cNvPr>
          <p:cNvSpPr>
            <a:spLocks noGrp="1"/>
          </p:cNvSpPr>
          <p:nvPr/>
        </p:nvSpPr>
        <p:spPr>
          <a:xfrm>
            <a:off x="8020050" y="5324475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2" name="matrix_1037::1042_path">
            <a:extLst>
              <a:ext uri="{FF2B5EF4-FFF2-40B4-BE49-F238E27FC236}">
                <a16:creationId xmlns:a16="http://schemas.microsoft.com/office/drawing/2014/main" id="{FA82A3D7-702A-4F61-95A6-D75A706E6F43}"/>
              </a:ext>
            </a:extLst>
          </p:cNvPr>
          <p:cNvSpPr>
            <a:spLocks noGrp="1"/>
          </p:cNvSpPr>
          <p:nvPr/>
        </p:nvSpPr>
        <p:spPr>
          <a:xfrm>
            <a:off x="7943850" y="5359854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3" name="matrix_1037::1043_path">
            <a:extLst>
              <a:ext uri="{FF2B5EF4-FFF2-40B4-BE49-F238E27FC236}">
                <a16:creationId xmlns:a16="http://schemas.microsoft.com/office/drawing/2014/main" id="{5899AAAA-ABF2-4069-AA57-DCCBD717F316}"/>
              </a:ext>
            </a:extLst>
          </p:cNvPr>
          <p:cNvSpPr>
            <a:spLocks noGrp="1"/>
          </p:cNvSpPr>
          <p:nvPr/>
        </p:nvSpPr>
        <p:spPr>
          <a:xfrm>
            <a:off x="7981950" y="5359854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4" name="matrix_1037::1044_path">
            <a:extLst>
              <a:ext uri="{FF2B5EF4-FFF2-40B4-BE49-F238E27FC236}">
                <a16:creationId xmlns:a16="http://schemas.microsoft.com/office/drawing/2014/main" id="{9ECE83A4-AD4A-484E-9C68-C3B92F3F1C23}"/>
              </a:ext>
            </a:extLst>
          </p:cNvPr>
          <p:cNvSpPr>
            <a:spLocks noGrp="1"/>
          </p:cNvSpPr>
          <p:nvPr/>
        </p:nvSpPr>
        <p:spPr>
          <a:xfrm>
            <a:off x="8020050" y="5359854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5" name="matrix_1037::1045_path">
            <a:extLst>
              <a:ext uri="{FF2B5EF4-FFF2-40B4-BE49-F238E27FC236}">
                <a16:creationId xmlns:a16="http://schemas.microsoft.com/office/drawing/2014/main" id="{0A943756-74D2-4568-AB75-FC5595D68EF2}"/>
              </a:ext>
            </a:extLst>
          </p:cNvPr>
          <p:cNvSpPr>
            <a:spLocks noGrp="1"/>
          </p:cNvSpPr>
          <p:nvPr/>
        </p:nvSpPr>
        <p:spPr>
          <a:xfrm>
            <a:off x="7943850" y="5395232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6" name="matrix_1037::1046_path">
            <a:extLst>
              <a:ext uri="{FF2B5EF4-FFF2-40B4-BE49-F238E27FC236}">
                <a16:creationId xmlns:a16="http://schemas.microsoft.com/office/drawing/2014/main" id="{BEBCE5C8-ED26-41FF-9824-77482D6CA588}"/>
              </a:ext>
            </a:extLst>
          </p:cNvPr>
          <p:cNvSpPr>
            <a:spLocks noGrp="1"/>
          </p:cNvSpPr>
          <p:nvPr/>
        </p:nvSpPr>
        <p:spPr>
          <a:xfrm>
            <a:off x="7981950" y="5395232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7" name="matrix_1037::1047_path">
            <a:extLst>
              <a:ext uri="{FF2B5EF4-FFF2-40B4-BE49-F238E27FC236}">
                <a16:creationId xmlns:a16="http://schemas.microsoft.com/office/drawing/2014/main" id="{5F1C5DC5-C55C-462D-8C00-C1F11FEEF2AB}"/>
              </a:ext>
            </a:extLst>
          </p:cNvPr>
          <p:cNvSpPr>
            <a:spLocks noGrp="1"/>
          </p:cNvSpPr>
          <p:nvPr/>
        </p:nvSpPr>
        <p:spPr>
          <a:xfrm>
            <a:off x="8020050" y="5395232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8" name="matrix_1037::1048_path">
            <a:extLst>
              <a:ext uri="{FF2B5EF4-FFF2-40B4-BE49-F238E27FC236}">
                <a16:creationId xmlns:a16="http://schemas.microsoft.com/office/drawing/2014/main" id="{8BDF2D7E-1E75-4D2F-BD98-3919E73796D0}"/>
              </a:ext>
            </a:extLst>
          </p:cNvPr>
          <p:cNvSpPr>
            <a:spLocks noGrp="1"/>
          </p:cNvSpPr>
          <p:nvPr/>
        </p:nvSpPr>
        <p:spPr>
          <a:xfrm>
            <a:off x="7943850" y="5430611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9" name="matrix_1037::1049_path">
            <a:extLst>
              <a:ext uri="{FF2B5EF4-FFF2-40B4-BE49-F238E27FC236}">
                <a16:creationId xmlns:a16="http://schemas.microsoft.com/office/drawing/2014/main" id="{80ED79EF-6728-4D75-A265-CCB00A72F307}"/>
              </a:ext>
            </a:extLst>
          </p:cNvPr>
          <p:cNvSpPr>
            <a:spLocks noGrp="1"/>
          </p:cNvSpPr>
          <p:nvPr/>
        </p:nvSpPr>
        <p:spPr>
          <a:xfrm>
            <a:off x="7981950" y="5430611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0" name="matrix_1037::1050_path">
            <a:extLst>
              <a:ext uri="{FF2B5EF4-FFF2-40B4-BE49-F238E27FC236}">
                <a16:creationId xmlns:a16="http://schemas.microsoft.com/office/drawing/2014/main" id="{BF6D2796-0DD1-44BB-BE63-BC556AFA7E05}"/>
              </a:ext>
            </a:extLst>
          </p:cNvPr>
          <p:cNvSpPr>
            <a:spLocks noGrp="1"/>
          </p:cNvSpPr>
          <p:nvPr/>
        </p:nvSpPr>
        <p:spPr>
          <a:xfrm>
            <a:off x="8020050" y="5430611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1" name="matrix_1037::1051_path">
            <a:extLst>
              <a:ext uri="{FF2B5EF4-FFF2-40B4-BE49-F238E27FC236}">
                <a16:creationId xmlns:a16="http://schemas.microsoft.com/office/drawing/2014/main" id="{8C3CF540-1A7A-433D-8DA8-15C1563B2969}"/>
              </a:ext>
            </a:extLst>
          </p:cNvPr>
          <p:cNvSpPr>
            <a:spLocks noGrp="1"/>
          </p:cNvSpPr>
          <p:nvPr/>
        </p:nvSpPr>
        <p:spPr>
          <a:xfrm>
            <a:off x="7943850" y="5465989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2" name="matrix_1037::1052_path">
            <a:extLst>
              <a:ext uri="{FF2B5EF4-FFF2-40B4-BE49-F238E27FC236}">
                <a16:creationId xmlns:a16="http://schemas.microsoft.com/office/drawing/2014/main" id="{1CAA6E31-2DB2-4D67-91C9-22365046B3BF}"/>
              </a:ext>
            </a:extLst>
          </p:cNvPr>
          <p:cNvSpPr>
            <a:spLocks noGrp="1"/>
          </p:cNvSpPr>
          <p:nvPr/>
        </p:nvSpPr>
        <p:spPr>
          <a:xfrm>
            <a:off x="7981950" y="5465989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3" name="matrix_1037::1053_path">
            <a:extLst>
              <a:ext uri="{FF2B5EF4-FFF2-40B4-BE49-F238E27FC236}">
                <a16:creationId xmlns:a16="http://schemas.microsoft.com/office/drawing/2014/main" id="{F5147BDB-03EA-407C-8629-4B5D333D9D9D}"/>
              </a:ext>
            </a:extLst>
          </p:cNvPr>
          <p:cNvSpPr>
            <a:spLocks noGrp="1"/>
          </p:cNvSpPr>
          <p:nvPr/>
        </p:nvSpPr>
        <p:spPr>
          <a:xfrm>
            <a:off x="8020050" y="5465989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4" name="matrix_1037::1054_path">
            <a:extLst>
              <a:ext uri="{FF2B5EF4-FFF2-40B4-BE49-F238E27FC236}">
                <a16:creationId xmlns:a16="http://schemas.microsoft.com/office/drawing/2014/main" id="{BE42628B-3B81-44E8-902B-81C13D67B8DC}"/>
              </a:ext>
            </a:extLst>
          </p:cNvPr>
          <p:cNvSpPr>
            <a:spLocks noGrp="1"/>
          </p:cNvSpPr>
          <p:nvPr/>
        </p:nvSpPr>
        <p:spPr>
          <a:xfrm>
            <a:off x="7943850" y="5501368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5" name="matrix_1037::1055_path">
            <a:extLst>
              <a:ext uri="{FF2B5EF4-FFF2-40B4-BE49-F238E27FC236}">
                <a16:creationId xmlns:a16="http://schemas.microsoft.com/office/drawing/2014/main" id="{AD77C323-23C8-4D22-884F-CDCF368D797D}"/>
              </a:ext>
            </a:extLst>
          </p:cNvPr>
          <p:cNvSpPr>
            <a:spLocks noGrp="1"/>
          </p:cNvSpPr>
          <p:nvPr/>
        </p:nvSpPr>
        <p:spPr>
          <a:xfrm>
            <a:off x="7981950" y="5501368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6" name="matrix_1037::1056_path">
            <a:extLst>
              <a:ext uri="{FF2B5EF4-FFF2-40B4-BE49-F238E27FC236}">
                <a16:creationId xmlns:a16="http://schemas.microsoft.com/office/drawing/2014/main" id="{B3EAD52F-5297-44FB-808B-7BC415AF33EC}"/>
              </a:ext>
            </a:extLst>
          </p:cNvPr>
          <p:cNvSpPr>
            <a:spLocks noGrp="1"/>
          </p:cNvSpPr>
          <p:nvPr/>
        </p:nvSpPr>
        <p:spPr>
          <a:xfrm>
            <a:off x="8020050" y="5501368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7" name="matrix_1037::1057_path">
            <a:extLst>
              <a:ext uri="{FF2B5EF4-FFF2-40B4-BE49-F238E27FC236}">
                <a16:creationId xmlns:a16="http://schemas.microsoft.com/office/drawing/2014/main" id="{73C51701-519A-4C1A-AF94-38EC80B75C1A}"/>
              </a:ext>
            </a:extLst>
          </p:cNvPr>
          <p:cNvSpPr>
            <a:spLocks noGrp="1"/>
          </p:cNvSpPr>
          <p:nvPr/>
        </p:nvSpPr>
        <p:spPr>
          <a:xfrm>
            <a:off x="7943850" y="5536746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8" name="matrix_1037::1058_path">
            <a:extLst>
              <a:ext uri="{FF2B5EF4-FFF2-40B4-BE49-F238E27FC236}">
                <a16:creationId xmlns:a16="http://schemas.microsoft.com/office/drawing/2014/main" id="{745A34E5-C908-412A-97A1-086A987693A3}"/>
              </a:ext>
            </a:extLst>
          </p:cNvPr>
          <p:cNvSpPr>
            <a:spLocks noGrp="1"/>
          </p:cNvSpPr>
          <p:nvPr/>
        </p:nvSpPr>
        <p:spPr>
          <a:xfrm>
            <a:off x="7981950" y="5536746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9" name="matrix_1037::1059_path">
            <a:extLst>
              <a:ext uri="{FF2B5EF4-FFF2-40B4-BE49-F238E27FC236}">
                <a16:creationId xmlns:a16="http://schemas.microsoft.com/office/drawing/2014/main" id="{2639993E-0A22-46F6-9F45-806D8E7714F3}"/>
              </a:ext>
            </a:extLst>
          </p:cNvPr>
          <p:cNvSpPr>
            <a:spLocks noGrp="1"/>
          </p:cNvSpPr>
          <p:nvPr/>
        </p:nvSpPr>
        <p:spPr>
          <a:xfrm>
            <a:off x="8020050" y="5536746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82BC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0" name="symbol_1059::1060_textbox">
            <a:extLst>
              <a:ext uri="{FF2B5EF4-FFF2-40B4-BE49-F238E27FC236}">
                <a16:creationId xmlns:a16="http://schemas.microsoft.com/office/drawing/2014/main" id="{0B9E42C2-AE0F-44D2-866B-9550E1770AD3}"/>
              </a:ext>
            </a:extLst>
          </p:cNvPr>
          <p:cNvSpPr>
            <a:spLocks noGrp="1"/>
          </p:cNvSpPr>
          <p:nvPr/>
        </p:nvSpPr>
        <p:spPr>
          <a:xfrm>
            <a:off x="7915275" y="5067300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1061" name="symbol_1059::1061_textbox">
            <a:extLst>
              <a:ext uri="{FF2B5EF4-FFF2-40B4-BE49-F238E27FC236}">
                <a16:creationId xmlns:a16="http://schemas.microsoft.com/office/drawing/2014/main" id="{2EB15F01-0AFF-4CD1-BD40-D773DE211A9E}"/>
              </a:ext>
            </a:extLst>
          </p:cNvPr>
          <p:cNvSpPr>
            <a:spLocks noGrp="1"/>
          </p:cNvSpPr>
          <p:nvPr/>
        </p:nvSpPr>
        <p:spPr>
          <a:xfrm>
            <a:off x="8001000" y="5147882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1062" name="symbol_1061::1062_textbox">
            <a:extLst>
              <a:ext uri="{FF2B5EF4-FFF2-40B4-BE49-F238E27FC236}">
                <a16:creationId xmlns:a16="http://schemas.microsoft.com/office/drawing/2014/main" id="{D1B67E49-A3A8-4D28-A9DC-7093A8AE0D3D}"/>
              </a:ext>
            </a:extLst>
          </p:cNvPr>
          <p:cNvSpPr>
            <a:spLocks noGrp="1"/>
          </p:cNvSpPr>
          <p:nvPr/>
        </p:nvSpPr>
        <p:spPr>
          <a:xfrm>
            <a:off x="4743450" y="6296025"/>
            <a:ext cx="152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008A76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008A76"/>
                </a:solidFill>
                <a:latin typeface="Nimbus Roman"/>
                <a:ea typeface="Nimbus Roman"/>
                <a:cs typeface="Nimbus Roman"/>
              </a:rPr>
              <a:t>R̃</a:t>
            </a:r>
          </a:p>
        </p:txBody>
      </p:sp>
      <p:sp>
        <p:nvSpPr>
          <p:cNvPr id="1063" name="symbol_1061::1063_textbox">
            <a:extLst>
              <a:ext uri="{FF2B5EF4-FFF2-40B4-BE49-F238E27FC236}">
                <a16:creationId xmlns:a16="http://schemas.microsoft.com/office/drawing/2014/main" id="{BB927415-EFDC-4702-812B-15B468B87816}"/>
              </a:ext>
            </a:extLst>
          </p:cNvPr>
          <p:cNvSpPr>
            <a:spLocks noGrp="1"/>
          </p:cNvSpPr>
          <p:nvPr/>
        </p:nvSpPr>
        <p:spPr>
          <a:xfrm>
            <a:off x="4857750" y="637660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008A76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008A76"/>
                </a:solidFill>
                <a:latin typeface="Nimbus Roman"/>
                <a:ea typeface="Nimbus Roman"/>
                <a:cs typeface="Nimbus Roman"/>
              </a:rPr>
              <a:t>ij</a:t>
            </a:r>
          </a:p>
        </p:txBody>
      </p:sp>
      <p:sp>
        <p:nvSpPr>
          <p:cNvPr id="1064" name="matrix_1063::1064_path">
            <a:extLst>
              <a:ext uri="{FF2B5EF4-FFF2-40B4-BE49-F238E27FC236}">
                <a16:creationId xmlns:a16="http://schemas.microsoft.com/office/drawing/2014/main" id="{F462CC80-0AFC-42B5-8270-A656DAC94FA7}"/>
              </a:ext>
            </a:extLst>
          </p:cNvPr>
          <p:cNvSpPr>
            <a:spLocks noGrp="1"/>
          </p:cNvSpPr>
          <p:nvPr/>
        </p:nvSpPr>
        <p:spPr>
          <a:xfrm>
            <a:off x="4981575" y="6257925"/>
            <a:ext cx="323850" cy="304800"/>
          </a:xfrm>
          <a:custGeom>
            <a:avLst/>
            <a:gdLst/>
            <a:ahLst/>
            <a:cxnLst/>
            <a:rect l="0" t="0" r="0" b="0"/>
            <a:pathLst>
              <a:path w="323850" h="304800">
                <a:moveTo>
                  <a:pt x="0" y="0"/>
                </a:moveTo>
                <a:lnTo>
                  <a:pt x="323850" y="0"/>
                </a:lnTo>
                <a:lnTo>
                  <a:pt x="32385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5" name="matrix_1063::1065_path">
            <a:extLst>
              <a:ext uri="{FF2B5EF4-FFF2-40B4-BE49-F238E27FC236}">
                <a16:creationId xmlns:a16="http://schemas.microsoft.com/office/drawing/2014/main" id="{02A67256-FBCF-438E-BC75-6C2DA604BFC2}"/>
              </a:ext>
            </a:extLst>
          </p:cNvPr>
          <p:cNvSpPr>
            <a:spLocks noGrp="1"/>
          </p:cNvSpPr>
          <p:nvPr/>
        </p:nvSpPr>
        <p:spPr>
          <a:xfrm>
            <a:off x="5010150" y="62865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6" name="matrix_1063::1066_path">
            <a:extLst>
              <a:ext uri="{FF2B5EF4-FFF2-40B4-BE49-F238E27FC236}">
                <a16:creationId xmlns:a16="http://schemas.microsoft.com/office/drawing/2014/main" id="{9D17F426-DFF7-4BCC-A821-C268B22B2A15}"/>
              </a:ext>
            </a:extLst>
          </p:cNvPr>
          <p:cNvSpPr>
            <a:spLocks noGrp="1"/>
          </p:cNvSpPr>
          <p:nvPr/>
        </p:nvSpPr>
        <p:spPr>
          <a:xfrm>
            <a:off x="5063490" y="62865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7" name="matrix_1063::1067_path">
            <a:extLst>
              <a:ext uri="{FF2B5EF4-FFF2-40B4-BE49-F238E27FC236}">
                <a16:creationId xmlns:a16="http://schemas.microsoft.com/office/drawing/2014/main" id="{C2AABA0B-0ABB-4695-8AD7-B66843419E84}"/>
              </a:ext>
            </a:extLst>
          </p:cNvPr>
          <p:cNvSpPr>
            <a:spLocks noGrp="1"/>
          </p:cNvSpPr>
          <p:nvPr/>
        </p:nvSpPr>
        <p:spPr>
          <a:xfrm>
            <a:off x="5116830" y="62865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8" name="matrix_1063::1068_path">
            <a:extLst>
              <a:ext uri="{FF2B5EF4-FFF2-40B4-BE49-F238E27FC236}">
                <a16:creationId xmlns:a16="http://schemas.microsoft.com/office/drawing/2014/main" id="{2B449EF0-623F-4FA5-B941-7A32133B293E}"/>
              </a:ext>
            </a:extLst>
          </p:cNvPr>
          <p:cNvSpPr>
            <a:spLocks noGrp="1"/>
          </p:cNvSpPr>
          <p:nvPr/>
        </p:nvSpPr>
        <p:spPr>
          <a:xfrm>
            <a:off x="5170170" y="62865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9" name="matrix_1063::1069_path">
            <a:extLst>
              <a:ext uri="{FF2B5EF4-FFF2-40B4-BE49-F238E27FC236}">
                <a16:creationId xmlns:a16="http://schemas.microsoft.com/office/drawing/2014/main" id="{A8C79BC2-C71F-45F4-AF25-FCB67F8CA619}"/>
              </a:ext>
            </a:extLst>
          </p:cNvPr>
          <p:cNvSpPr>
            <a:spLocks noGrp="1"/>
          </p:cNvSpPr>
          <p:nvPr/>
        </p:nvSpPr>
        <p:spPr>
          <a:xfrm>
            <a:off x="5223510" y="62865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0" name="matrix_1063::1070_path">
            <a:extLst>
              <a:ext uri="{FF2B5EF4-FFF2-40B4-BE49-F238E27FC236}">
                <a16:creationId xmlns:a16="http://schemas.microsoft.com/office/drawing/2014/main" id="{B7E4474F-151D-439C-827E-A96836324D51}"/>
              </a:ext>
            </a:extLst>
          </p:cNvPr>
          <p:cNvSpPr>
            <a:spLocks noGrp="1"/>
          </p:cNvSpPr>
          <p:nvPr/>
        </p:nvSpPr>
        <p:spPr>
          <a:xfrm>
            <a:off x="5010150" y="63277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1" name="matrix_1063::1071_path">
            <a:extLst>
              <a:ext uri="{FF2B5EF4-FFF2-40B4-BE49-F238E27FC236}">
                <a16:creationId xmlns:a16="http://schemas.microsoft.com/office/drawing/2014/main" id="{202E31FB-753A-4A4A-B849-5CC763CDF073}"/>
              </a:ext>
            </a:extLst>
          </p:cNvPr>
          <p:cNvSpPr>
            <a:spLocks noGrp="1"/>
          </p:cNvSpPr>
          <p:nvPr/>
        </p:nvSpPr>
        <p:spPr>
          <a:xfrm>
            <a:off x="5063490" y="63277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2" name="matrix_1063::1072_path">
            <a:extLst>
              <a:ext uri="{FF2B5EF4-FFF2-40B4-BE49-F238E27FC236}">
                <a16:creationId xmlns:a16="http://schemas.microsoft.com/office/drawing/2014/main" id="{A6301AEE-90C1-4B29-975A-7037D7F805FF}"/>
              </a:ext>
            </a:extLst>
          </p:cNvPr>
          <p:cNvSpPr>
            <a:spLocks noGrp="1"/>
          </p:cNvSpPr>
          <p:nvPr/>
        </p:nvSpPr>
        <p:spPr>
          <a:xfrm>
            <a:off x="5116830" y="63277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3" name="matrix_1063::1073_path">
            <a:extLst>
              <a:ext uri="{FF2B5EF4-FFF2-40B4-BE49-F238E27FC236}">
                <a16:creationId xmlns:a16="http://schemas.microsoft.com/office/drawing/2014/main" id="{016FD6F6-6613-4FF7-9011-E7EDF3E20016}"/>
              </a:ext>
            </a:extLst>
          </p:cNvPr>
          <p:cNvSpPr>
            <a:spLocks noGrp="1"/>
          </p:cNvSpPr>
          <p:nvPr/>
        </p:nvSpPr>
        <p:spPr>
          <a:xfrm>
            <a:off x="5170170" y="63277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4" name="matrix_1063::1074_path">
            <a:extLst>
              <a:ext uri="{FF2B5EF4-FFF2-40B4-BE49-F238E27FC236}">
                <a16:creationId xmlns:a16="http://schemas.microsoft.com/office/drawing/2014/main" id="{BEFC300C-9303-4A38-B20B-AC380429FA01}"/>
              </a:ext>
            </a:extLst>
          </p:cNvPr>
          <p:cNvSpPr>
            <a:spLocks noGrp="1"/>
          </p:cNvSpPr>
          <p:nvPr/>
        </p:nvSpPr>
        <p:spPr>
          <a:xfrm>
            <a:off x="5223510" y="63277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5" name="matrix_1063::1075_path">
            <a:extLst>
              <a:ext uri="{FF2B5EF4-FFF2-40B4-BE49-F238E27FC236}">
                <a16:creationId xmlns:a16="http://schemas.microsoft.com/office/drawing/2014/main" id="{C5F70E8F-13A8-4891-B989-C1D526F0F650}"/>
              </a:ext>
            </a:extLst>
          </p:cNvPr>
          <p:cNvSpPr>
            <a:spLocks noGrp="1"/>
          </p:cNvSpPr>
          <p:nvPr/>
        </p:nvSpPr>
        <p:spPr>
          <a:xfrm>
            <a:off x="5010150" y="636905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6" name="matrix_1063::1076_path">
            <a:extLst>
              <a:ext uri="{FF2B5EF4-FFF2-40B4-BE49-F238E27FC236}">
                <a16:creationId xmlns:a16="http://schemas.microsoft.com/office/drawing/2014/main" id="{4F36403F-0CC0-41AC-A702-824A66398535}"/>
              </a:ext>
            </a:extLst>
          </p:cNvPr>
          <p:cNvSpPr>
            <a:spLocks noGrp="1"/>
          </p:cNvSpPr>
          <p:nvPr/>
        </p:nvSpPr>
        <p:spPr>
          <a:xfrm>
            <a:off x="5063490" y="636905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7" name="matrix_1063::1077_path">
            <a:extLst>
              <a:ext uri="{FF2B5EF4-FFF2-40B4-BE49-F238E27FC236}">
                <a16:creationId xmlns:a16="http://schemas.microsoft.com/office/drawing/2014/main" id="{25777E41-F179-4617-AA97-DA45012151A5}"/>
              </a:ext>
            </a:extLst>
          </p:cNvPr>
          <p:cNvSpPr>
            <a:spLocks noGrp="1"/>
          </p:cNvSpPr>
          <p:nvPr/>
        </p:nvSpPr>
        <p:spPr>
          <a:xfrm>
            <a:off x="5116830" y="636905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8" name="matrix_1063::1078_path">
            <a:extLst>
              <a:ext uri="{FF2B5EF4-FFF2-40B4-BE49-F238E27FC236}">
                <a16:creationId xmlns:a16="http://schemas.microsoft.com/office/drawing/2014/main" id="{DE5B5D84-AAB0-4EFD-A494-36D6F636BBF0}"/>
              </a:ext>
            </a:extLst>
          </p:cNvPr>
          <p:cNvSpPr>
            <a:spLocks noGrp="1"/>
          </p:cNvSpPr>
          <p:nvPr/>
        </p:nvSpPr>
        <p:spPr>
          <a:xfrm>
            <a:off x="5170170" y="636905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9" name="matrix_1063::1079_path">
            <a:extLst>
              <a:ext uri="{FF2B5EF4-FFF2-40B4-BE49-F238E27FC236}">
                <a16:creationId xmlns:a16="http://schemas.microsoft.com/office/drawing/2014/main" id="{17E44E3C-467B-4119-9038-37A59064296D}"/>
              </a:ext>
            </a:extLst>
          </p:cNvPr>
          <p:cNvSpPr>
            <a:spLocks noGrp="1"/>
          </p:cNvSpPr>
          <p:nvPr/>
        </p:nvSpPr>
        <p:spPr>
          <a:xfrm>
            <a:off x="5223510" y="636905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0" name="matrix_1063::1080_path">
            <a:extLst>
              <a:ext uri="{FF2B5EF4-FFF2-40B4-BE49-F238E27FC236}">
                <a16:creationId xmlns:a16="http://schemas.microsoft.com/office/drawing/2014/main" id="{F7C673CE-2A02-4686-85C8-BFBE1CD7A8BE}"/>
              </a:ext>
            </a:extLst>
          </p:cNvPr>
          <p:cNvSpPr>
            <a:spLocks noGrp="1"/>
          </p:cNvSpPr>
          <p:nvPr/>
        </p:nvSpPr>
        <p:spPr>
          <a:xfrm>
            <a:off x="5010150" y="641032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1" name="matrix_1063::1081_path">
            <a:extLst>
              <a:ext uri="{FF2B5EF4-FFF2-40B4-BE49-F238E27FC236}">
                <a16:creationId xmlns:a16="http://schemas.microsoft.com/office/drawing/2014/main" id="{0825C7D8-68AA-4118-9689-2A65E6979418}"/>
              </a:ext>
            </a:extLst>
          </p:cNvPr>
          <p:cNvSpPr>
            <a:spLocks noGrp="1"/>
          </p:cNvSpPr>
          <p:nvPr/>
        </p:nvSpPr>
        <p:spPr>
          <a:xfrm>
            <a:off x="5063490" y="641032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2" name="matrix_1063::1082_path">
            <a:extLst>
              <a:ext uri="{FF2B5EF4-FFF2-40B4-BE49-F238E27FC236}">
                <a16:creationId xmlns:a16="http://schemas.microsoft.com/office/drawing/2014/main" id="{F91D77B3-AE89-4307-BC11-817A413A7345}"/>
              </a:ext>
            </a:extLst>
          </p:cNvPr>
          <p:cNvSpPr>
            <a:spLocks noGrp="1"/>
          </p:cNvSpPr>
          <p:nvPr/>
        </p:nvSpPr>
        <p:spPr>
          <a:xfrm>
            <a:off x="5116830" y="641032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3" name="matrix_1063::1083_path">
            <a:extLst>
              <a:ext uri="{FF2B5EF4-FFF2-40B4-BE49-F238E27FC236}">
                <a16:creationId xmlns:a16="http://schemas.microsoft.com/office/drawing/2014/main" id="{AFB80FB1-C1F8-4E33-8EF1-DF33F495FF86}"/>
              </a:ext>
            </a:extLst>
          </p:cNvPr>
          <p:cNvSpPr>
            <a:spLocks noGrp="1"/>
          </p:cNvSpPr>
          <p:nvPr/>
        </p:nvSpPr>
        <p:spPr>
          <a:xfrm>
            <a:off x="5170170" y="641032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4" name="matrix_1063::1084_path">
            <a:extLst>
              <a:ext uri="{FF2B5EF4-FFF2-40B4-BE49-F238E27FC236}">
                <a16:creationId xmlns:a16="http://schemas.microsoft.com/office/drawing/2014/main" id="{96664F55-1A8C-4C0D-BFC8-CE0A2071D1F5}"/>
              </a:ext>
            </a:extLst>
          </p:cNvPr>
          <p:cNvSpPr>
            <a:spLocks noGrp="1"/>
          </p:cNvSpPr>
          <p:nvPr/>
        </p:nvSpPr>
        <p:spPr>
          <a:xfrm>
            <a:off x="5223510" y="641032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5" name="matrix_1063::1085_path">
            <a:extLst>
              <a:ext uri="{FF2B5EF4-FFF2-40B4-BE49-F238E27FC236}">
                <a16:creationId xmlns:a16="http://schemas.microsoft.com/office/drawing/2014/main" id="{8170BE05-7F18-4DC3-94E2-7939A42B5767}"/>
              </a:ext>
            </a:extLst>
          </p:cNvPr>
          <p:cNvSpPr>
            <a:spLocks noGrp="1"/>
          </p:cNvSpPr>
          <p:nvPr/>
        </p:nvSpPr>
        <p:spPr>
          <a:xfrm>
            <a:off x="5010150" y="64516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6" name="matrix_1063::1086_path">
            <a:extLst>
              <a:ext uri="{FF2B5EF4-FFF2-40B4-BE49-F238E27FC236}">
                <a16:creationId xmlns:a16="http://schemas.microsoft.com/office/drawing/2014/main" id="{CDC83EDF-2998-4BFF-A4F6-F59F5C230034}"/>
              </a:ext>
            </a:extLst>
          </p:cNvPr>
          <p:cNvSpPr>
            <a:spLocks noGrp="1"/>
          </p:cNvSpPr>
          <p:nvPr/>
        </p:nvSpPr>
        <p:spPr>
          <a:xfrm>
            <a:off x="5063490" y="64516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7" name="matrix_1063::1087_path">
            <a:extLst>
              <a:ext uri="{FF2B5EF4-FFF2-40B4-BE49-F238E27FC236}">
                <a16:creationId xmlns:a16="http://schemas.microsoft.com/office/drawing/2014/main" id="{78098AD9-BACD-409B-87EE-D90E9263FE8E}"/>
              </a:ext>
            </a:extLst>
          </p:cNvPr>
          <p:cNvSpPr>
            <a:spLocks noGrp="1"/>
          </p:cNvSpPr>
          <p:nvPr/>
        </p:nvSpPr>
        <p:spPr>
          <a:xfrm>
            <a:off x="5116830" y="64516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8" name="matrix_1063::1088_path">
            <a:extLst>
              <a:ext uri="{FF2B5EF4-FFF2-40B4-BE49-F238E27FC236}">
                <a16:creationId xmlns:a16="http://schemas.microsoft.com/office/drawing/2014/main" id="{050CA8E6-8DD3-40D9-B3D4-800632F31AEF}"/>
              </a:ext>
            </a:extLst>
          </p:cNvPr>
          <p:cNvSpPr>
            <a:spLocks noGrp="1"/>
          </p:cNvSpPr>
          <p:nvPr/>
        </p:nvSpPr>
        <p:spPr>
          <a:xfrm>
            <a:off x="5170170" y="64516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9" name="matrix_1063::1089_path">
            <a:extLst>
              <a:ext uri="{FF2B5EF4-FFF2-40B4-BE49-F238E27FC236}">
                <a16:creationId xmlns:a16="http://schemas.microsoft.com/office/drawing/2014/main" id="{32D5D4B0-27DC-4225-B13A-D7E27CF1C67E}"/>
              </a:ext>
            </a:extLst>
          </p:cNvPr>
          <p:cNvSpPr>
            <a:spLocks noGrp="1"/>
          </p:cNvSpPr>
          <p:nvPr/>
        </p:nvSpPr>
        <p:spPr>
          <a:xfrm>
            <a:off x="5223510" y="6451600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0" name="matrix_1063::1090_path">
            <a:extLst>
              <a:ext uri="{FF2B5EF4-FFF2-40B4-BE49-F238E27FC236}">
                <a16:creationId xmlns:a16="http://schemas.microsoft.com/office/drawing/2014/main" id="{DC5A517F-DDA4-4FC5-A860-F24C05FD1BB8}"/>
              </a:ext>
            </a:extLst>
          </p:cNvPr>
          <p:cNvSpPr>
            <a:spLocks noGrp="1"/>
          </p:cNvSpPr>
          <p:nvPr/>
        </p:nvSpPr>
        <p:spPr>
          <a:xfrm>
            <a:off x="5010150" y="64928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1" name="matrix_1063::1091_path">
            <a:extLst>
              <a:ext uri="{FF2B5EF4-FFF2-40B4-BE49-F238E27FC236}">
                <a16:creationId xmlns:a16="http://schemas.microsoft.com/office/drawing/2014/main" id="{D68D4731-C626-43BE-86F4-774B53144A6E}"/>
              </a:ext>
            </a:extLst>
          </p:cNvPr>
          <p:cNvSpPr>
            <a:spLocks noGrp="1"/>
          </p:cNvSpPr>
          <p:nvPr/>
        </p:nvSpPr>
        <p:spPr>
          <a:xfrm>
            <a:off x="5063490" y="64928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2" name="matrix_1063::1092_path">
            <a:extLst>
              <a:ext uri="{FF2B5EF4-FFF2-40B4-BE49-F238E27FC236}">
                <a16:creationId xmlns:a16="http://schemas.microsoft.com/office/drawing/2014/main" id="{E574C20A-A8C1-445D-8FAA-9D2BA0AA5E2E}"/>
              </a:ext>
            </a:extLst>
          </p:cNvPr>
          <p:cNvSpPr>
            <a:spLocks noGrp="1"/>
          </p:cNvSpPr>
          <p:nvPr/>
        </p:nvSpPr>
        <p:spPr>
          <a:xfrm>
            <a:off x="5116830" y="64928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3" name="matrix_1063::1093_path">
            <a:extLst>
              <a:ext uri="{FF2B5EF4-FFF2-40B4-BE49-F238E27FC236}">
                <a16:creationId xmlns:a16="http://schemas.microsoft.com/office/drawing/2014/main" id="{DA38CC61-DFB3-4D62-A10C-0CD7F25B4DA7}"/>
              </a:ext>
            </a:extLst>
          </p:cNvPr>
          <p:cNvSpPr>
            <a:spLocks noGrp="1"/>
          </p:cNvSpPr>
          <p:nvPr/>
        </p:nvSpPr>
        <p:spPr>
          <a:xfrm>
            <a:off x="5170170" y="64928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4" name="matrix_1063::1094_path">
            <a:extLst>
              <a:ext uri="{FF2B5EF4-FFF2-40B4-BE49-F238E27FC236}">
                <a16:creationId xmlns:a16="http://schemas.microsoft.com/office/drawing/2014/main" id="{450C22FD-F58E-4ED1-947C-F7EB4321DE63}"/>
              </a:ext>
            </a:extLst>
          </p:cNvPr>
          <p:cNvSpPr>
            <a:spLocks noGrp="1"/>
          </p:cNvSpPr>
          <p:nvPr/>
        </p:nvSpPr>
        <p:spPr>
          <a:xfrm>
            <a:off x="5223510" y="6492875"/>
            <a:ext cx="36195" cy="25082"/>
          </a:xfrm>
          <a:custGeom>
            <a:avLst/>
            <a:gdLst/>
            <a:ahLst/>
            <a:cxnLst/>
            <a:rect l="0" t="0" r="0" b="0"/>
            <a:pathLst>
              <a:path w="36195" h="25082">
                <a:moveTo>
                  <a:pt x="0" y="0"/>
                </a:moveTo>
                <a:lnTo>
                  <a:pt x="36195" y="0"/>
                </a:lnTo>
                <a:lnTo>
                  <a:pt x="36195" y="25082"/>
                </a:lnTo>
                <a:lnTo>
                  <a:pt x="0" y="25082"/>
                </a:lnTo>
                <a:close/>
              </a:path>
            </a:pathLst>
          </a:custGeom>
          <a:solidFill>
            <a:srgbClr val="73B6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5" name="1095_path">
            <a:extLst>
              <a:ext uri="{FF2B5EF4-FFF2-40B4-BE49-F238E27FC236}">
                <a16:creationId xmlns:a16="http://schemas.microsoft.com/office/drawing/2014/main" id="{E9B2C617-B96B-43B2-B1B4-113E42D120B4}"/>
              </a:ext>
            </a:extLst>
          </p:cNvPr>
          <p:cNvSpPr>
            <a:spLocks noGrp="1"/>
          </p:cNvSpPr>
          <p:nvPr/>
        </p:nvSpPr>
        <p:spPr>
          <a:xfrm>
            <a:off x="5314950" y="6429375"/>
            <a:ext cx="190500" cy="371475"/>
          </a:xfrm>
          <a:custGeom>
            <a:avLst/>
            <a:gdLst/>
            <a:ahLst/>
            <a:cxnLst/>
            <a:rect l="0" t="0" r="0" b="0"/>
            <a:pathLst>
              <a:path w="190500" h="371475">
                <a:moveTo>
                  <a:pt x="0" y="0"/>
                </a:moveTo>
                <a:lnTo>
                  <a:pt x="190500" y="0"/>
                </a:lnTo>
                <a:lnTo>
                  <a:pt x="190500" y="371475"/>
                </a:lnTo>
              </a:path>
            </a:pathLst>
          </a:custGeom>
          <a:noFill/>
          <a:ln w="12383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6" name="1096_path">
            <a:extLst>
              <a:ext uri="{FF2B5EF4-FFF2-40B4-BE49-F238E27FC236}">
                <a16:creationId xmlns:a16="http://schemas.microsoft.com/office/drawing/2014/main" id="{72C8BA19-3F4A-42CD-AB95-323A5A62BE9A}"/>
              </a:ext>
            </a:extLst>
          </p:cNvPr>
          <p:cNvSpPr>
            <a:spLocks noGrp="1"/>
          </p:cNvSpPr>
          <p:nvPr/>
        </p:nvSpPr>
        <p:spPr>
          <a:xfrm>
            <a:off x="5482590" y="6769970"/>
            <a:ext cx="45720" cy="47625"/>
          </a:xfrm>
          <a:custGeom>
            <a:avLst/>
            <a:gdLst/>
            <a:ahLst/>
            <a:cxnLst/>
            <a:rect l="0" t="0" r="0" b="0"/>
            <a:pathLst>
              <a:path w="45720" h="47625">
                <a:moveTo>
                  <a:pt x="22860" y="47625"/>
                </a:move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7" name="1097_path">
            <a:extLst>
              <a:ext uri="{FF2B5EF4-FFF2-40B4-BE49-F238E27FC236}">
                <a16:creationId xmlns:a16="http://schemas.microsoft.com/office/drawing/2014/main" id="{7ED493B4-4884-43FF-957D-96739D091D95}"/>
              </a:ext>
            </a:extLst>
          </p:cNvPr>
          <p:cNvSpPr>
            <a:spLocks noGrp="1"/>
          </p:cNvSpPr>
          <p:nvPr/>
        </p:nvSpPr>
        <p:spPr>
          <a:xfrm>
            <a:off x="4733925" y="6096000"/>
            <a:ext cx="95" cy="657225"/>
          </a:xfrm>
          <a:custGeom>
            <a:avLst/>
            <a:gdLst/>
            <a:ahLst/>
            <a:cxnLst/>
            <a:rect l="0" t="0" r="0" b="0"/>
            <a:pathLst>
              <a:path w="9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2383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8" name="1098_path">
            <a:extLst>
              <a:ext uri="{FF2B5EF4-FFF2-40B4-BE49-F238E27FC236}">
                <a16:creationId xmlns:a16="http://schemas.microsoft.com/office/drawing/2014/main" id="{830ED152-6024-4855-9DCB-FAD2D9595048}"/>
              </a:ext>
            </a:extLst>
          </p:cNvPr>
          <p:cNvSpPr>
            <a:spLocks noGrp="1"/>
          </p:cNvSpPr>
          <p:nvPr/>
        </p:nvSpPr>
        <p:spPr>
          <a:xfrm>
            <a:off x="4711065" y="6722345"/>
            <a:ext cx="45720" cy="47625"/>
          </a:xfrm>
          <a:custGeom>
            <a:avLst/>
            <a:gdLst/>
            <a:ahLst/>
            <a:cxnLst/>
            <a:rect l="0" t="0" r="0" b="0"/>
            <a:pathLst>
              <a:path w="45720" h="47625">
                <a:moveTo>
                  <a:pt x="22860" y="47625"/>
                </a:move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9" name="1099_path">
            <a:extLst>
              <a:ext uri="{FF2B5EF4-FFF2-40B4-BE49-F238E27FC236}">
                <a16:creationId xmlns:a16="http://schemas.microsoft.com/office/drawing/2014/main" id="{8A04A124-C106-4C8F-8A88-30715282C331}"/>
              </a:ext>
            </a:extLst>
          </p:cNvPr>
          <p:cNvSpPr>
            <a:spLocks noGrp="1"/>
          </p:cNvSpPr>
          <p:nvPr/>
        </p:nvSpPr>
        <p:spPr>
          <a:xfrm>
            <a:off x="4733925" y="6086475"/>
            <a:ext cx="952500" cy="95"/>
          </a:xfrm>
          <a:custGeom>
            <a:avLst/>
            <a:gdLst/>
            <a:ahLst/>
            <a:cxnLst/>
            <a:rect l="0" t="0" r="0" b="0"/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2383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0" name="1100_path">
            <a:extLst>
              <a:ext uri="{FF2B5EF4-FFF2-40B4-BE49-F238E27FC236}">
                <a16:creationId xmlns:a16="http://schemas.microsoft.com/office/drawing/2014/main" id="{05759015-5AF3-4968-963B-0906ACEEBEC9}"/>
              </a:ext>
            </a:extLst>
          </p:cNvPr>
          <p:cNvSpPr>
            <a:spLocks noGrp="1"/>
          </p:cNvSpPr>
          <p:nvPr/>
        </p:nvSpPr>
        <p:spPr>
          <a:xfrm>
            <a:off x="4819650" y="6762750"/>
            <a:ext cx="504825" cy="409575"/>
          </a:xfrm>
          <a:custGeom>
            <a:avLst/>
            <a:gdLst/>
            <a:ahLst/>
            <a:cxnLst/>
            <a:rect l="0" t="0" r="0" b="0"/>
            <a:pathLst>
              <a:path w="504825" h="409575">
                <a:moveTo>
                  <a:pt x="0" y="0"/>
                </a:moveTo>
                <a:lnTo>
                  <a:pt x="504825" y="66675"/>
                </a:lnTo>
                <a:lnTo>
                  <a:pt x="504825" y="314325"/>
                </a:lnTo>
                <a:lnTo>
                  <a:pt x="0" y="409575"/>
                </a:lnTo>
                <a:close/>
              </a:path>
            </a:pathLst>
          </a:custGeom>
          <a:gradFill>
            <a:gsLst>
              <a:gs pos="0">
                <a:srgbClr val="ACDACD"/>
              </a:gs>
              <a:gs pos="100000">
                <a:srgbClr val="BDE4D6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1" name="symbol_1100::1101_textbox">
            <a:extLst>
              <a:ext uri="{FF2B5EF4-FFF2-40B4-BE49-F238E27FC236}">
                <a16:creationId xmlns:a16="http://schemas.microsoft.com/office/drawing/2014/main" id="{978EFFCA-8619-4096-9D86-1F65F704DB25}"/>
              </a:ext>
            </a:extLst>
          </p:cNvPr>
          <p:cNvSpPr>
            <a:spLocks noGrp="1"/>
          </p:cNvSpPr>
          <p:nvPr/>
        </p:nvSpPr>
        <p:spPr>
          <a:xfrm>
            <a:off x="4981575" y="6867525"/>
            <a:ext cx="123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f</a:t>
            </a:r>
          </a:p>
        </p:txBody>
      </p:sp>
      <p:sp>
        <p:nvSpPr>
          <p:cNvPr id="1102" name="symbol_1100::1102_textbox">
            <a:extLst>
              <a:ext uri="{FF2B5EF4-FFF2-40B4-BE49-F238E27FC236}">
                <a16:creationId xmlns:a16="http://schemas.microsoft.com/office/drawing/2014/main" id="{31544986-D511-4471-8BBB-6DFC3AE78E04}"/>
              </a:ext>
            </a:extLst>
          </p:cNvPr>
          <p:cNvSpPr>
            <a:spLocks noGrp="1"/>
          </p:cNvSpPr>
          <p:nvPr/>
        </p:nvSpPr>
        <p:spPr>
          <a:xfrm>
            <a:off x="5067300" y="6966014"/>
            <a:ext cx="19050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1103" name="flame_1102::1103_path">
            <a:extLst>
              <a:ext uri="{FF2B5EF4-FFF2-40B4-BE49-F238E27FC236}">
                <a16:creationId xmlns:a16="http://schemas.microsoft.com/office/drawing/2014/main" id="{7695F502-4CEF-422D-8970-7112EF98834C}"/>
              </a:ext>
            </a:extLst>
          </p:cNvPr>
          <p:cNvSpPr>
            <a:spLocks noGrp="1"/>
          </p:cNvSpPr>
          <p:nvPr/>
        </p:nvSpPr>
        <p:spPr>
          <a:xfrm>
            <a:off x="5162550" y="6638925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0"/>
                </a:moveTo>
                <a:lnTo>
                  <a:pt x="74390" y="29337"/>
                </a:lnTo>
                <a:lnTo>
                  <a:pt x="70199" y="45053"/>
                </a:lnTo>
                <a:lnTo>
                  <a:pt x="90107" y="29337"/>
                </a:lnTo>
                <a:lnTo>
                  <a:pt x="104775" y="59722"/>
                </a:lnTo>
                <a:lnTo>
                  <a:pt x="95345" y="89059"/>
                </a:lnTo>
                <a:lnTo>
                  <a:pt x="72295" y="104775"/>
                </a:lnTo>
                <a:lnTo>
                  <a:pt x="40862" y="104775"/>
                </a:lnTo>
                <a:lnTo>
                  <a:pt x="13621" y="89059"/>
                </a:lnTo>
                <a:lnTo>
                  <a:pt x="0" y="67056"/>
                </a:lnTo>
                <a:lnTo>
                  <a:pt x="20955" y="34576"/>
                </a:lnTo>
                <a:lnTo>
                  <a:pt x="27242" y="57626"/>
                </a:lnTo>
                <a:lnTo>
                  <a:pt x="44006" y="40862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4" name="flame_1102::1104_path">
            <a:extLst>
              <a:ext uri="{FF2B5EF4-FFF2-40B4-BE49-F238E27FC236}">
                <a16:creationId xmlns:a16="http://schemas.microsoft.com/office/drawing/2014/main" id="{341D95CA-07E3-4A4D-8DD5-82DAF4127135}"/>
              </a:ext>
            </a:extLst>
          </p:cNvPr>
          <p:cNvSpPr>
            <a:spLocks noGrp="1"/>
          </p:cNvSpPr>
          <p:nvPr/>
        </p:nvSpPr>
        <p:spPr>
          <a:xfrm>
            <a:off x="5203412" y="6693408"/>
            <a:ext cx="32480" cy="48196"/>
          </a:xfrm>
          <a:custGeom>
            <a:avLst/>
            <a:gdLst/>
            <a:ahLst/>
            <a:cxnLst/>
            <a:rect l="0" t="0" r="0" b="0"/>
            <a:pathLst>
              <a:path w="32480" h="48196">
                <a:moveTo>
                  <a:pt x="18860" y="0"/>
                </a:moveTo>
                <a:lnTo>
                  <a:pt x="32480" y="27242"/>
                </a:lnTo>
                <a:lnTo>
                  <a:pt x="24098" y="48196"/>
                </a:lnTo>
                <a:lnTo>
                  <a:pt x="3143" y="38767"/>
                </a:lnTo>
                <a:lnTo>
                  <a:pt x="0" y="25146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5" name="vector_1104::1105_rect">
            <a:extLst>
              <a:ext uri="{FF2B5EF4-FFF2-40B4-BE49-F238E27FC236}">
                <a16:creationId xmlns:a16="http://schemas.microsoft.com/office/drawing/2014/main" id="{D3E3124C-536D-48DC-AF2C-8897C4841F4C}"/>
              </a:ext>
            </a:extLst>
          </p:cNvPr>
          <p:cNvSpPr>
            <a:spLocks noGrp="1"/>
          </p:cNvSpPr>
          <p:nvPr/>
        </p:nvSpPr>
        <p:spPr>
          <a:xfrm>
            <a:off x="5410200" y="6886575"/>
            <a:ext cx="52388" cy="123825"/>
          </a:xfrm>
          <a:prstGeom prst="rect">
            <a:avLst/>
          </a:prstGeom>
          <a:solidFill>
            <a:srgbClr val="ACDAC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6" name="vector_1104::1106_rect">
            <a:extLst>
              <a:ext uri="{FF2B5EF4-FFF2-40B4-BE49-F238E27FC236}">
                <a16:creationId xmlns:a16="http://schemas.microsoft.com/office/drawing/2014/main" id="{67E65581-86F3-4293-9CAD-722767B8175A}"/>
              </a:ext>
            </a:extLst>
          </p:cNvPr>
          <p:cNvSpPr>
            <a:spLocks noGrp="1"/>
          </p:cNvSpPr>
          <p:nvPr/>
        </p:nvSpPr>
        <p:spPr>
          <a:xfrm>
            <a:off x="5462588" y="6886575"/>
            <a:ext cx="52388" cy="123825"/>
          </a:xfrm>
          <a:prstGeom prst="rect">
            <a:avLst/>
          </a:prstGeom>
          <a:solidFill>
            <a:srgbClr val="ACDAC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7" name="vector_1104::1107_rect">
            <a:extLst>
              <a:ext uri="{FF2B5EF4-FFF2-40B4-BE49-F238E27FC236}">
                <a16:creationId xmlns:a16="http://schemas.microsoft.com/office/drawing/2014/main" id="{77E5016B-233C-40FA-9C23-12CDCF342302}"/>
              </a:ext>
            </a:extLst>
          </p:cNvPr>
          <p:cNvSpPr>
            <a:spLocks noGrp="1"/>
          </p:cNvSpPr>
          <p:nvPr/>
        </p:nvSpPr>
        <p:spPr>
          <a:xfrm>
            <a:off x="5410200" y="6886575"/>
            <a:ext cx="104775" cy="1238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8" name="1108_path">
            <a:extLst>
              <a:ext uri="{FF2B5EF4-FFF2-40B4-BE49-F238E27FC236}">
                <a16:creationId xmlns:a16="http://schemas.microsoft.com/office/drawing/2014/main" id="{D21ADD38-CCC1-47C9-9D2E-6D26984B66F9}"/>
              </a:ext>
            </a:extLst>
          </p:cNvPr>
          <p:cNvSpPr>
            <a:spLocks noGrp="1"/>
          </p:cNvSpPr>
          <p:nvPr/>
        </p:nvSpPr>
        <p:spPr>
          <a:xfrm>
            <a:off x="5334000" y="6953250"/>
            <a:ext cx="76200" cy="95"/>
          </a:xfrm>
          <a:custGeom>
            <a:avLst/>
            <a:gdLst/>
            <a:ahLst/>
            <a:cxnLst/>
            <a:rect l="0" t="0" r="0" b="0"/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9" name="1109_ellipse">
            <a:extLst>
              <a:ext uri="{FF2B5EF4-FFF2-40B4-BE49-F238E27FC236}">
                <a16:creationId xmlns:a16="http://schemas.microsoft.com/office/drawing/2014/main" id="{D46272B2-F57C-4286-8377-2F336F29B27F}"/>
              </a:ext>
            </a:extLst>
          </p:cNvPr>
          <p:cNvSpPr>
            <a:spLocks noGrp="1"/>
          </p:cNvSpPr>
          <p:nvPr/>
        </p:nvSpPr>
        <p:spPr>
          <a:xfrm>
            <a:off x="5581650" y="6848475"/>
            <a:ext cx="190500" cy="19050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B70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0" name="1110_textbox">
            <a:extLst>
              <a:ext uri="{FF2B5EF4-FFF2-40B4-BE49-F238E27FC236}">
                <a16:creationId xmlns:a16="http://schemas.microsoft.com/office/drawing/2014/main" id="{6DF39EBA-853F-470F-8AB7-8D1043DF798E}"/>
              </a:ext>
            </a:extLst>
          </p:cNvPr>
          <p:cNvSpPr>
            <a:spLocks noGrp="1"/>
          </p:cNvSpPr>
          <p:nvPr/>
        </p:nvSpPr>
        <p:spPr>
          <a:xfrm>
            <a:off x="5584999" y="6828903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B708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B708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1111" name="1111_path">
            <a:extLst>
              <a:ext uri="{FF2B5EF4-FFF2-40B4-BE49-F238E27FC236}">
                <a16:creationId xmlns:a16="http://schemas.microsoft.com/office/drawing/2014/main" id="{8EB433BA-833F-4822-AC45-56196871FB0E}"/>
              </a:ext>
            </a:extLst>
          </p:cNvPr>
          <p:cNvSpPr>
            <a:spLocks noGrp="1"/>
          </p:cNvSpPr>
          <p:nvPr/>
        </p:nvSpPr>
        <p:spPr>
          <a:xfrm>
            <a:off x="5514975" y="6953250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1430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2" name="1112_path">
            <a:extLst>
              <a:ext uri="{FF2B5EF4-FFF2-40B4-BE49-F238E27FC236}">
                <a16:creationId xmlns:a16="http://schemas.microsoft.com/office/drawing/2014/main" id="{6E9AC97C-8F8E-44B9-A484-BED509FC0767}"/>
              </a:ext>
            </a:extLst>
          </p:cNvPr>
          <p:cNvSpPr>
            <a:spLocks noGrp="1"/>
          </p:cNvSpPr>
          <p:nvPr/>
        </p:nvSpPr>
        <p:spPr>
          <a:xfrm>
            <a:off x="5541245" y="6938311"/>
            <a:ext cx="38100" cy="36576"/>
          </a:xfrm>
          <a:custGeom>
            <a:avLst/>
            <a:gdLst/>
            <a:ahLst/>
            <a:cxnLst/>
            <a:rect l="0" t="0" r="0" b="0"/>
            <a:pathLst>
              <a:path w="38100" h="36576">
                <a:moveTo>
                  <a:pt x="38100" y="18288"/>
                </a:moveTo>
                <a:lnTo>
                  <a:pt x="0" y="0"/>
                </a:lnTo>
                <a:lnTo>
                  <a:pt x="0" y="36576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3" name="1113_path">
            <a:extLst>
              <a:ext uri="{FF2B5EF4-FFF2-40B4-BE49-F238E27FC236}">
                <a16:creationId xmlns:a16="http://schemas.microsoft.com/office/drawing/2014/main" id="{5EB10E9B-F7C9-49DA-B919-EC2D10ED98DF}"/>
              </a:ext>
            </a:extLst>
          </p:cNvPr>
          <p:cNvSpPr>
            <a:spLocks noGrp="1"/>
          </p:cNvSpPr>
          <p:nvPr/>
        </p:nvSpPr>
        <p:spPr>
          <a:xfrm>
            <a:off x="5791200" y="695325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4288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4" name="1114_path">
            <a:extLst>
              <a:ext uri="{FF2B5EF4-FFF2-40B4-BE49-F238E27FC236}">
                <a16:creationId xmlns:a16="http://schemas.microsoft.com/office/drawing/2014/main" id="{CA1EE96C-A5A7-4239-A3C9-67C1DB520D98}"/>
              </a:ext>
            </a:extLst>
          </p:cNvPr>
          <p:cNvSpPr>
            <a:spLocks noGrp="1"/>
          </p:cNvSpPr>
          <p:nvPr/>
        </p:nvSpPr>
        <p:spPr>
          <a:xfrm>
            <a:off x="5874620" y="69258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5" name="1115_rect">
            <a:extLst>
              <a:ext uri="{FF2B5EF4-FFF2-40B4-BE49-F238E27FC236}">
                <a16:creationId xmlns:a16="http://schemas.microsoft.com/office/drawing/2014/main" id="{5814ED76-C5E5-4DD2-8176-3399AFE4E492}"/>
              </a:ext>
            </a:extLst>
          </p:cNvPr>
          <p:cNvSpPr>
            <a:spLocks noGrp="1"/>
          </p:cNvSpPr>
          <p:nvPr/>
        </p:nvSpPr>
        <p:spPr>
          <a:xfrm>
            <a:off x="5943600" y="6743700"/>
            <a:ext cx="638175" cy="3905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6" name="1116_textbox">
            <a:extLst>
              <a:ext uri="{FF2B5EF4-FFF2-40B4-BE49-F238E27FC236}">
                <a16:creationId xmlns:a16="http://schemas.microsoft.com/office/drawing/2014/main" id="{8BA2687E-1066-4908-8649-3D0AD510C552}"/>
              </a:ext>
            </a:extLst>
          </p:cNvPr>
          <p:cNvSpPr>
            <a:spLocks noGrp="1"/>
          </p:cNvSpPr>
          <p:nvPr/>
        </p:nvSpPr>
        <p:spPr>
          <a:xfrm>
            <a:off x="5972175" y="6753225"/>
            <a:ext cx="581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Top-4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softmax</a:t>
            </a:r>
          </a:p>
        </p:txBody>
      </p:sp>
      <p:sp>
        <p:nvSpPr>
          <p:cNvPr id="1117" name="1117_path">
            <a:extLst>
              <a:ext uri="{FF2B5EF4-FFF2-40B4-BE49-F238E27FC236}">
                <a16:creationId xmlns:a16="http://schemas.microsoft.com/office/drawing/2014/main" id="{5E9B7F5D-347F-4F5A-B326-70E5BD92F6AF}"/>
              </a:ext>
            </a:extLst>
          </p:cNvPr>
          <p:cNvSpPr>
            <a:spLocks noGrp="1"/>
          </p:cNvSpPr>
          <p:nvPr/>
        </p:nvSpPr>
        <p:spPr>
          <a:xfrm>
            <a:off x="6600825" y="695325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4288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8" name="1118_path">
            <a:extLst>
              <a:ext uri="{FF2B5EF4-FFF2-40B4-BE49-F238E27FC236}">
                <a16:creationId xmlns:a16="http://schemas.microsoft.com/office/drawing/2014/main" id="{6E41B72E-FB38-4511-BC69-EEA5497FDA00}"/>
              </a:ext>
            </a:extLst>
          </p:cNvPr>
          <p:cNvSpPr>
            <a:spLocks noGrp="1"/>
          </p:cNvSpPr>
          <p:nvPr/>
        </p:nvSpPr>
        <p:spPr>
          <a:xfrm>
            <a:off x="6674720" y="69258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9" name="vector_1118::1119_rect">
            <a:extLst>
              <a:ext uri="{FF2B5EF4-FFF2-40B4-BE49-F238E27FC236}">
                <a16:creationId xmlns:a16="http://schemas.microsoft.com/office/drawing/2014/main" id="{C78B1BE3-F995-40FE-BFE5-D0ED4B4AACDB}"/>
              </a:ext>
            </a:extLst>
          </p:cNvPr>
          <p:cNvSpPr>
            <a:spLocks noGrp="1"/>
          </p:cNvSpPr>
          <p:nvPr/>
        </p:nvSpPr>
        <p:spPr>
          <a:xfrm>
            <a:off x="6743700" y="6877050"/>
            <a:ext cx="55959" cy="171450"/>
          </a:xfrm>
          <a:prstGeom prst="rect">
            <a:avLst/>
          </a:prstGeom>
          <a:solidFill>
            <a:srgbClr val="058D7B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0" name="vector_1118::1120_rect">
            <a:extLst>
              <a:ext uri="{FF2B5EF4-FFF2-40B4-BE49-F238E27FC236}">
                <a16:creationId xmlns:a16="http://schemas.microsoft.com/office/drawing/2014/main" id="{04A70747-FCC5-449D-AC94-8CB87AB2FF4B}"/>
              </a:ext>
            </a:extLst>
          </p:cNvPr>
          <p:cNvSpPr>
            <a:spLocks noGrp="1"/>
          </p:cNvSpPr>
          <p:nvPr/>
        </p:nvSpPr>
        <p:spPr>
          <a:xfrm>
            <a:off x="6799659" y="6877050"/>
            <a:ext cx="55959" cy="171450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1" name="vector_1118::1121_rect">
            <a:extLst>
              <a:ext uri="{FF2B5EF4-FFF2-40B4-BE49-F238E27FC236}">
                <a16:creationId xmlns:a16="http://schemas.microsoft.com/office/drawing/2014/main" id="{CEEFF85B-B100-46A1-A282-0431083B02DF}"/>
              </a:ext>
            </a:extLst>
          </p:cNvPr>
          <p:cNvSpPr>
            <a:spLocks noGrp="1"/>
          </p:cNvSpPr>
          <p:nvPr/>
        </p:nvSpPr>
        <p:spPr>
          <a:xfrm>
            <a:off x="6855619" y="6877050"/>
            <a:ext cx="55959" cy="171450"/>
          </a:xfrm>
          <a:prstGeom prst="rect">
            <a:avLst/>
          </a:prstGeom>
          <a:solidFill>
            <a:srgbClr val="7FC4AB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2" name="vector_1118::1122_rect">
            <a:extLst>
              <a:ext uri="{FF2B5EF4-FFF2-40B4-BE49-F238E27FC236}">
                <a16:creationId xmlns:a16="http://schemas.microsoft.com/office/drawing/2014/main" id="{1F35DFB6-9EAC-4FDE-8766-BC8DD12F780B}"/>
              </a:ext>
            </a:extLst>
          </p:cNvPr>
          <p:cNvSpPr>
            <a:spLocks noGrp="1"/>
          </p:cNvSpPr>
          <p:nvPr/>
        </p:nvSpPr>
        <p:spPr>
          <a:xfrm>
            <a:off x="6911578" y="6877050"/>
            <a:ext cx="55959" cy="171450"/>
          </a:xfrm>
          <a:prstGeom prst="rect">
            <a:avLst/>
          </a:prstGeom>
          <a:solidFill>
            <a:srgbClr val="3EA39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3" name="vector_1118::1123_rect">
            <a:extLst>
              <a:ext uri="{FF2B5EF4-FFF2-40B4-BE49-F238E27FC236}">
                <a16:creationId xmlns:a16="http://schemas.microsoft.com/office/drawing/2014/main" id="{560A9DDC-B52F-47E7-8568-E9AE8287A722}"/>
              </a:ext>
            </a:extLst>
          </p:cNvPr>
          <p:cNvSpPr>
            <a:spLocks noGrp="1"/>
          </p:cNvSpPr>
          <p:nvPr/>
        </p:nvSpPr>
        <p:spPr>
          <a:xfrm>
            <a:off x="6967538" y="6877050"/>
            <a:ext cx="55959" cy="171450"/>
          </a:xfrm>
          <a:prstGeom prst="rect">
            <a:avLst/>
          </a:prstGeom>
          <a:solidFill>
            <a:srgbClr val="058D7B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4" name="vector_1118::1124_rect">
            <a:extLst>
              <a:ext uri="{FF2B5EF4-FFF2-40B4-BE49-F238E27FC236}">
                <a16:creationId xmlns:a16="http://schemas.microsoft.com/office/drawing/2014/main" id="{63AAA68F-8301-462A-A1E9-1CEB7ECFADFC}"/>
              </a:ext>
            </a:extLst>
          </p:cNvPr>
          <p:cNvSpPr>
            <a:spLocks noGrp="1"/>
          </p:cNvSpPr>
          <p:nvPr/>
        </p:nvSpPr>
        <p:spPr>
          <a:xfrm>
            <a:off x="7023497" y="6877050"/>
            <a:ext cx="55959" cy="171450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5" name="vector_1118::1125_rect">
            <a:extLst>
              <a:ext uri="{FF2B5EF4-FFF2-40B4-BE49-F238E27FC236}">
                <a16:creationId xmlns:a16="http://schemas.microsoft.com/office/drawing/2014/main" id="{56C18AAD-F068-4F28-98DC-3C5199179A83}"/>
              </a:ext>
            </a:extLst>
          </p:cNvPr>
          <p:cNvSpPr>
            <a:spLocks noGrp="1"/>
          </p:cNvSpPr>
          <p:nvPr/>
        </p:nvSpPr>
        <p:spPr>
          <a:xfrm>
            <a:off x="7079456" y="6877050"/>
            <a:ext cx="55959" cy="171450"/>
          </a:xfrm>
          <a:prstGeom prst="rect">
            <a:avLst/>
          </a:prstGeom>
          <a:solidFill>
            <a:srgbClr val="7FC4AB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6" name="vector_1118::1126_rect">
            <a:extLst>
              <a:ext uri="{FF2B5EF4-FFF2-40B4-BE49-F238E27FC236}">
                <a16:creationId xmlns:a16="http://schemas.microsoft.com/office/drawing/2014/main" id="{2FA513A4-2A4D-4513-9045-E2402582F230}"/>
              </a:ext>
            </a:extLst>
          </p:cNvPr>
          <p:cNvSpPr>
            <a:spLocks noGrp="1"/>
          </p:cNvSpPr>
          <p:nvPr/>
        </p:nvSpPr>
        <p:spPr>
          <a:xfrm>
            <a:off x="7135416" y="6877050"/>
            <a:ext cx="55959" cy="171450"/>
          </a:xfrm>
          <a:prstGeom prst="rect">
            <a:avLst/>
          </a:prstGeom>
          <a:solidFill>
            <a:srgbClr val="3EA39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7" name="vector_1118::1127_rect">
            <a:extLst>
              <a:ext uri="{FF2B5EF4-FFF2-40B4-BE49-F238E27FC236}">
                <a16:creationId xmlns:a16="http://schemas.microsoft.com/office/drawing/2014/main" id="{7E208605-7480-40D3-B9A8-31652465CFD9}"/>
              </a:ext>
            </a:extLst>
          </p:cNvPr>
          <p:cNvSpPr>
            <a:spLocks noGrp="1"/>
          </p:cNvSpPr>
          <p:nvPr/>
        </p:nvSpPr>
        <p:spPr>
          <a:xfrm>
            <a:off x="6743700" y="6877050"/>
            <a:ext cx="447675" cy="171450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8" name="symbol_1127::1128_textbox">
            <a:extLst>
              <a:ext uri="{FF2B5EF4-FFF2-40B4-BE49-F238E27FC236}">
                <a16:creationId xmlns:a16="http://schemas.microsoft.com/office/drawing/2014/main" id="{90EDEDF0-2844-49EF-8CDE-881F69C19F1C}"/>
              </a:ext>
            </a:extLst>
          </p:cNvPr>
          <p:cNvSpPr>
            <a:spLocks noGrp="1"/>
          </p:cNvSpPr>
          <p:nvPr/>
        </p:nvSpPr>
        <p:spPr>
          <a:xfrm>
            <a:off x="6886575" y="6648450"/>
            <a:ext cx="142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4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α</a:t>
            </a:r>
          </a:p>
        </p:txBody>
      </p:sp>
      <p:sp>
        <p:nvSpPr>
          <p:cNvPr id="1129" name="symbol_1127::1129_textbox">
            <a:extLst>
              <a:ext uri="{FF2B5EF4-FFF2-40B4-BE49-F238E27FC236}">
                <a16:creationId xmlns:a16="http://schemas.microsoft.com/office/drawing/2014/main" id="{23EC3BC6-F289-444B-BCF3-C73F626851D7}"/>
              </a:ext>
            </a:extLst>
          </p:cNvPr>
          <p:cNvSpPr>
            <a:spLocks noGrp="1"/>
          </p:cNvSpPr>
          <p:nvPr/>
        </p:nvSpPr>
        <p:spPr>
          <a:xfrm>
            <a:off x="6991350" y="6629400"/>
            <a:ext cx="238125" cy="126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1130" name="1130_path">
            <a:extLst>
              <a:ext uri="{FF2B5EF4-FFF2-40B4-BE49-F238E27FC236}">
                <a16:creationId xmlns:a16="http://schemas.microsoft.com/office/drawing/2014/main" id="{9BE0BF64-7A11-42C5-B0A6-7311E9637D38}"/>
              </a:ext>
            </a:extLst>
          </p:cNvPr>
          <p:cNvSpPr>
            <a:spLocks noGrp="1"/>
          </p:cNvSpPr>
          <p:nvPr/>
        </p:nvSpPr>
        <p:spPr>
          <a:xfrm>
            <a:off x="7219950" y="6953250"/>
            <a:ext cx="180975" cy="95"/>
          </a:xfrm>
          <a:custGeom>
            <a:avLst/>
            <a:gdLst/>
            <a:ahLst/>
            <a:cxnLst/>
            <a:rect l="0" t="0" r="0" b="0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4288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1" name="1131_path">
            <a:extLst>
              <a:ext uri="{FF2B5EF4-FFF2-40B4-BE49-F238E27FC236}">
                <a16:creationId xmlns:a16="http://schemas.microsoft.com/office/drawing/2014/main" id="{F7BF7E9E-0A08-43C5-AA5E-D572CBAEDCD7}"/>
              </a:ext>
            </a:extLst>
          </p:cNvPr>
          <p:cNvSpPr>
            <a:spLocks noGrp="1"/>
          </p:cNvSpPr>
          <p:nvPr/>
        </p:nvSpPr>
        <p:spPr>
          <a:xfrm>
            <a:off x="7360520" y="69258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2" name="1132_ellipse">
            <a:extLst>
              <a:ext uri="{FF2B5EF4-FFF2-40B4-BE49-F238E27FC236}">
                <a16:creationId xmlns:a16="http://schemas.microsoft.com/office/drawing/2014/main" id="{15F82EDC-14AC-4B2F-8678-19BCCBB6FA79}"/>
              </a:ext>
            </a:extLst>
          </p:cNvPr>
          <p:cNvSpPr>
            <a:spLocks noGrp="1"/>
          </p:cNvSpPr>
          <p:nvPr/>
        </p:nvSpPr>
        <p:spPr>
          <a:xfrm>
            <a:off x="7419975" y="6829425"/>
            <a:ext cx="247650" cy="2476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B70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3" name="1133_textbox">
            <a:extLst>
              <a:ext uri="{FF2B5EF4-FFF2-40B4-BE49-F238E27FC236}">
                <a16:creationId xmlns:a16="http://schemas.microsoft.com/office/drawing/2014/main" id="{BA0C2582-E9BE-4600-95DC-6CD3326670FE}"/>
              </a:ext>
            </a:extLst>
          </p:cNvPr>
          <p:cNvSpPr>
            <a:spLocks noGrp="1"/>
          </p:cNvSpPr>
          <p:nvPr/>
        </p:nvSpPr>
        <p:spPr>
          <a:xfrm>
            <a:off x="7419975" y="6819900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B708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B7081"/>
                </a:solidFill>
                <a:latin typeface="Nimbus Sans"/>
                <a:ea typeface="Nimbus Sans"/>
                <a:cs typeface="Nimbus Sans"/>
              </a:rPr>
              <a:t>Σ</a:t>
            </a:r>
          </a:p>
        </p:txBody>
      </p:sp>
      <p:sp>
        <p:nvSpPr>
          <p:cNvPr id="1134" name="1134_path">
            <a:extLst>
              <a:ext uri="{FF2B5EF4-FFF2-40B4-BE49-F238E27FC236}">
                <a16:creationId xmlns:a16="http://schemas.microsoft.com/office/drawing/2014/main" id="{158860CF-AE8A-4557-B3E8-FC298D3E5818}"/>
              </a:ext>
            </a:extLst>
          </p:cNvPr>
          <p:cNvSpPr>
            <a:spLocks noGrp="1"/>
          </p:cNvSpPr>
          <p:nvPr/>
        </p:nvSpPr>
        <p:spPr>
          <a:xfrm>
            <a:off x="7686675" y="6953250"/>
            <a:ext cx="209550" cy="95"/>
          </a:xfrm>
          <a:custGeom>
            <a:avLst/>
            <a:gdLst/>
            <a:ahLst/>
            <a:cxnLst/>
            <a:rect l="0" t="0" r="0" b="0"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4288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5" name="1135_path">
            <a:extLst>
              <a:ext uri="{FF2B5EF4-FFF2-40B4-BE49-F238E27FC236}">
                <a16:creationId xmlns:a16="http://schemas.microsoft.com/office/drawing/2014/main" id="{63A0D7FF-1DF1-4048-B55E-DCEE11815CDE}"/>
              </a:ext>
            </a:extLst>
          </p:cNvPr>
          <p:cNvSpPr>
            <a:spLocks noGrp="1"/>
          </p:cNvSpPr>
          <p:nvPr/>
        </p:nvSpPr>
        <p:spPr>
          <a:xfrm>
            <a:off x="7855820" y="69258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6" name="matrix_1135::1136_path">
            <a:extLst>
              <a:ext uri="{FF2B5EF4-FFF2-40B4-BE49-F238E27FC236}">
                <a16:creationId xmlns:a16="http://schemas.microsoft.com/office/drawing/2014/main" id="{91C8B5F8-A899-4237-8A1E-F37A045030C6}"/>
              </a:ext>
            </a:extLst>
          </p:cNvPr>
          <p:cNvSpPr>
            <a:spLocks noGrp="1"/>
          </p:cNvSpPr>
          <p:nvPr/>
        </p:nvSpPr>
        <p:spPr>
          <a:xfrm>
            <a:off x="7915275" y="6829425"/>
            <a:ext cx="171450" cy="304800"/>
          </a:xfrm>
          <a:custGeom>
            <a:avLst/>
            <a:gdLst/>
            <a:ahLst/>
            <a:cxnLst/>
            <a:rect l="0" t="0" r="0" b="0"/>
            <a:pathLst>
              <a:path w="171450" h="304800">
                <a:moveTo>
                  <a:pt x="0" y="0"/>
                </a:moveTo>
                <a:lnTo>
                  <a:pt x="171450" y="0"/>
                </a:lnTo>
                <a:lnTo>
                  <a:pt x="17145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7" name="matrix_1135::1137_path">
            <a:extLst>
              <a:ext uri="{FF2B5EF4-FFF2-40B4-BE49-F238E27FC236}">
                <a16:creationId xmlns:a16="http://schemas.microsoft.com/office/drawing/2014/main" id="{DD42951B-7680-4B18-9A16-1222F55C36ED}"/>
              </a:ext>
            </a:extLst>
          </p:cNvPr>
          <p:cNvSpPr>
            <a:spLocks noGrp="1"/>
          </p:cNvSpPr>
          <p:nvPr/>
        </p:nvSpPr>
        <p:spPr>
          <a:xfrm>
            <a:off x="7943850" y="6858000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8" name="matrix_1135::1138_path">
            <a:extLst>
              <a:ext uri="{FF2B5EF4-FFF2-40B4-BE49-F238E27FC236}">
                <a16:creationId xmlns:a16="http://schemas.microsoft.com/office/drawing/2014/main" id="{1B3A1CF4-BF6C-4C28-9457-EE760661FED7}"/>
              </a:ext>
            </a:extLst>
          </p:cNvPr>
          <p:cNvSpPr>
            <a:spLocks noGrp="1"/>
          </p:cNvSpPr>
          <p:nvPr/>
        </p:nvSpPr>
        <p:spPr>
          <a:xfrm>
            <a:off x="7981950" y="6858000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9" name="matrix_1135::1139_path">
            <a:extLst>
              <a:ext uri="{FF2B5EF4-FFF2-40B4-BE49-F238E27FC236}">
                <a16:creationId xmlns:a16="http://schemas.microsoft.com/office/drawing/2014/main" id="{DF5ED154-0068-406C-AB3A-755C7AABE880}"/>
              </a:ext>
            </a:extLst>
          </p:cNvPr>
          <p:cNvSpPr>
            <a:spLocks noGrp="1"/>
          </p:cNvSpPr>
          <p:nvPr/>
        </p:nvSpPr>
        <p:spPr>
          <a:xfrm>
            <a:off x="8020050" y="6858000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0" name="matrix_1135::1140_path">
            <a:extLst>
              <a:ext uri="{FF2B5EF4-FFF2-40B4-BE49-F238E27FC236}">
                <a16:creationId xmlns:a16="http://schemas.microsoft.com/office/drawing/2014/main" id="{E5890C0C-366E-469D-8989-8998FDA44D51}"/>
              </a:ext>
            </a:extLst>
          </p:cNvPr>
          <p:cNvSpPr>
            <a:spLocks noGrp="1"/>
          </p:cNvSpPr>
          <p:nvPr/>
        </p:nvSpPr>
        <p:spPr>
          <a:xfrm>
            <a:off x="7943850" y="6893379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1" name="matrix_1135::1141_path">
            <a:extLst>
              <a:ext uri="{FF2B5EF4-FFF2-40B4-BE49-F238E27FC236}">
                <a16:creationId xmlns:a16="http://schemas.microsoft.com/office/drawing/2014/main" id="{F5580038-8CC5-4D9F-A282-65C1AC6EA287}"/>
              </a:ext>
            </a:extLst>
          </p:cNvPr>
          <p:cNvSpPr>
            <a:spLocks noGrp="1"/>
          </p:cNvSpPr>
          <p:nvPr/>
        </p:nvSpPr>
        <p:spPr>
          <a:xfrm>
            <a:off x="7981950" y="6893379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2" name="matrix_1135::1142_path">
            <a:extLst>
              <a:ext uri="{FF2B5EF4-FFF2-40B4-BE49-F238E27FC236}">
                <a16:creationId xmlns:a16="http://schemas.microsoft.com/office/drawing/2014/main" id="{7166EF72-6763-4D4C-85D8-D11E43407774}"/>
              </a:ext>
            </a:extLst>
          </p:cNvPr>
          <p:cNvSpPr>
            <a:spLocks noGrp="1"/>
          </p:cNvSpPr>
          <p:nvPr/>
        </p:nvSpPr>
        <p:spPr>
          <a:xfrm>
            <a:off x="8020050" y="6893379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3" name="matrix_1135::1143_path">
            <a:extLst>
              <a:ext uri="{FF2B5EF4-FFF2-40B4-BE49-F238E27FC236}">
                <a16:creationId xmlns:a16="http://schemas.microsoft.com/office/drawing/2014/main" id="{E7169AE0-9BC5-41F3-B3E1-174764D78777}"/>
              </a:ext>
            </a:extLst>
          </p:cNvPr>
          <p:cNvSpPr>
            <a:spLocks noGrp="1"/>
          </p:cNvSpPr>
          <p:nvPr/>
        </p:nvSpPr>
        <p:spPr>
          <a:xfrm>
            <a:off x="7943850" y="6928757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4" name="matrix_1135::1144_path">
            <a:extLst>
              <a:ext uri="{FF2B5EF4-FFF2-40B4-BE49-F238E27FC236}">
                <a16:creationId xmlns:a16="http://schemas.microsoft.com/office/drawing/2014/main" id="{E7C468ED-FDA2-4707-B4FB-C1F499740C52}"/>
              </a:ext>
            </a:extLst>
          </p:cNvPr>
          <p:cNvSpPr>
            <a:spLocks noGrp="1"/>
          </p:cNvSpPr>
          <p:nvPr/>
        </p:nvSpPr>
        <p:spPr>
          <a:xfrm>
            <a:off x="7981950" y="6928757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5" name="matrix_1135::1145_path">
            <a:extLst>
              <a:ext uri="{FF2B5EF4-FFF2-40B4-BE49-F238E27FC236}">
                <a16:creationId xmlns:a16="http://schemas.microsoft.com/office/drawing/2014/main" id="{47A0E7F9-20ED-4941-BAB3-61A232209CF8}"/>
              </a:ext>
            </a:extLst>
          </p:cNvPr>
          <p:cNvSpPr>
            <a:spLocks noGrp="1"/>
          </p:cNvSpPr>
          <p:nvPr/>
        </p:nvSpPr>
        <p:spPr>
          <a:xfrm>
            <a:off x="8020050" y="6928757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6" name="matrix_1135::1146_path">
            <a:extLst>
              <a:ext uri="{FF2B5EF4-FFF2-40B4-BE49-F238E27FC236}">
                <a16:creationId xmlns:a16="http://schemas.microsoft.com/office/drawing/2014/main" id="{B7E4A417-B698-4830-A368-DF92728FFBF2}"/>
              </a:ext>
            </a:extLst>
          </p:cNvPr>
          <p:cNvSpPr>
            <a:spLocks noGrp="1"/>
          </p:cNvSpPr>
          <p:nvPr/>
        </p:nvSpPr>
        <p:spPr>
          <a:xfrm>
            <a:off x="7943850" y="6964136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7" name="matrix_1135::1147_path">
            <a:extLst>
              <a:ext uri="{FF2B5EF4-FFF2-40B4-BE49-F238E27FC236}">
                <a16:creationId xmlns:a16="http://schemas.microsoft.com/office/drawing/2014/main" id="{5C239474-5B01-48D3-8211-F7891BBAFCB9}"/>
              </a:ext>
            </a:extLst>
          </p:cNvPr>
          <p:cNvSpPr>
            <a:spLocks noGrp="1"/>
          </p:cNvSpPr>
          <p:nvPr/>
        </p:nvSpPr>
        <p:spPr>
          <a:xfrm>
            <a:off x="7981950" y="6964136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8" name="matrix_1135::1148_path">
            <a:extLst>
              <a:ext uri="{FF2B5EF4-FFF2-40B4-BE49-F238E27FC236}">
                <a16:creationId xmlns:a16="http://schemas.microsoft.com/office/drawing/2014/main" id="{7E9D0C8E-1624-434A-B87F-ED469A356A17}"/>
              </a:ext>
            </a:extLst>
          </p:cNvPr>
          <p:cNvSpPr>
            <a:spLocks noGrp="1"/>
          </p:cNvSpPr>
          <p:nvPr/>
        </p:nvSpPr>
        <p:spPr>
          <a:xfrm>
            <a:off x="8020050" y="6964136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9" name="matrix_1135::1149_path">
            <a:extLst>
              <a:ext uri="{FF2B5EF4-FFF2-40B4-BE49-F238E27FC236}">
                <a16:creationId xmlns:a16="http://schemas.microsoft.com/office/drawing/2014/main" id="{C51F029A-E828-4C04-B123-2CEBCFFD606F}"/>
              </a:ext>
            </a:extLst>
          </p:cNvPr>
          <p:cNvSpPr>
            <a:spLocks noGrp="1"/>
          </p:cNvSpPr>
          <p:nvPr/>
        </p:nvSpPr>
        <p:spPr>
          <a:xfrm>
            <a:off x="7943850" y="6999514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0" name="matrix_1135::1150_path">
            <a:extLst>
              <a:ext uri="{FF2B5EF4-FFF2-40B4-BE49-F238E27FC236}">
                <a16:creationId xmlns:a16="http://schemas.microsoft.com/office/drawing/2014/main" id="{611A9DD6-71E3-4C4C-8DE8-9EFCD599D405}"/>
              </a:ext>
            </a:extLst>
          </p:cNvPr>
          <p:cNvSpPr>
            <a:spLocks noGrp="1"/>
          </p:cNvSpPr>
          <p:nvPr/>
        </p:nvSpPr>
        <p:spPr>
          <a:xfrm>
            <a:off x="7981950" y="6999514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1" name="matrix_1135::1151_path">
            <a:extLst>
              <a:ext uri="{FF2B5EF4-FFF2-40B4-BE49-F238E27FC236}">
                <a16:creationId xmlns:a16="http://schemas.microsoft.com/office/drawing/2014/main" id="{537C24C5-7D04-4C62-9D79-F1A54C60DAE6}"/>
              </a:ext>
            </a:extLst>
          </p:cNvPr>
          <p:cNvSpPr>
            <a:spLocks noGrp="1"/>
          </p:cNvSpPr>
          <p:nvPr/>
        </p:nvSpPr>
        <p:spPr>
          <a:xfrm>
            <a:off x="8020050" y="6999514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2" name="matrix_1135::1152_path">
            <a:extLst>
              <a:ext uri="{FF2B5EF4-FFF2-40B4-BE49-F238E27FC236}">
                <a16:creationId xmlns:a16="http://schemas.microsoft.com/office/drawing/2014/main" id="{95292904-0585-4ECF-8840-513DCEA06CCD}"/>
              </a:ext>
            </a:extLst>
          </p:cNvPr>
          <p:cNvSpPr>
            <a:spLocks noGrp="1"/>
          </p:cNvSpPr>
          <p:nvPr/>
        </p:nvSpPr>
        <p:spPr>
          <a:xfrm>
            <a:off x="7943850" y="7034893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3" name="matrix_1135::1153_path">
            <a:extLst>
              <a:ext uri="{FF2B5EF4-FFF2-40B4-BE49-F238E27FC236}">
                <a16:creationId xmlns:a16="http://schemas.microsoft.com/office/drawing/2014/main" id="{40613927-7EAF-465A-8AF6-B2CA3018346C}"/>
              </a:ext>
            </a:extLst>
          </p:cNvPr>
          <p:cNvSpPr>
            <a:spLocks noGrp="1"/>
          </p:cNvSpPr>
          <p:nvPr/>
        </p:nvSpPr>
        <p:spPr>
          <a:xfrm>
            <a:off x="7981950" y="7034893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4" name="matrix_1135::1154_path">
            <a:extLst>
              <a:ext uri="{FF2B5EF4-FFF2-40B4-BE49-F238E27FC236}">
                <a16:creationId xmlns:a16="http://schemas.microsoft.com/office/drawing/2014/main" id="{FDD44D0D-10AE-47E9-A737-79D453C18815}"/>
              </a:ext>
            </a:extLst>
          </p:cNvPr>
          <p:cNvSpPr>
            <a:spLocks noGrp="1"/>
          </p:cNvSpPr>
          <p:nvPr/>
        </p:nvSpPr>
        <p:spPr>
          <a:xfrm>
            <a:off x="8020050" y="7034893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5" name="matrix_1135::1155_path">
            <a:extLst>
              <a:ext uri="{FF2B5EF4-FFF2-40B4-BE49-F238E27FC236}">
                <a16:creationId xmlns:a16="http://schemas.microsoft.com/office/drawing/2014/main" id="{B54131D6-266F-4D9E-8891-D58BF55B25E2}"/>
              </a:ext>
            </a:extLst>
          </p:cNvPr>
          <p:cNvSpPr>
            <a:spLocks noGrp="1"/>
          </p:cNvSpPr>
          <p:nvPr/>
        </p:nvSpPr>
        <p:spPr>
          <a:xfrm>
            <a:off x="7943850" y="7070271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6" name="matrix_1135::1156_path">
            <a:extLst>
              <a:ext uri="{FF2B5EF4-FFF2-40B4-BE49-F238E27FC236}">
                <a16:creationId xmlns:a16="http://schemas.microsoft.com/office/drawing/2014/main" id="{5DF2F0F2-BDBA-4ED6-A978-BDC503DD4D47}"/>
              </a:ext>
            </a:extLst>
          </p:cNvPr>
          <p:cNvSpPr>
            <a:spLocks noGrp="1"/>
          </p:cNvSpPr>
          <p:nvPr/>
        </p:nvSpPr>
        <p:spPr>
          <a:xfrm>
            <a:off x="7981950" y="7070271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7" name="matrix_1135::1157_path">
            <a:extLst>
              <a:ext uri="{FF2B5EF4-FFF2-40B4-BE49-F238E27FC236}">
                <a16:creationId xmlns:a16="http://schemas.microsoft.com/office/drawing/2014/main" id="{E70FF043-01B8-4367-B507-5DF96D19E3A6}"/>
              </a:ext>
            </a:extLst>
          </p:cNvPr>
          <p:cNvSpPr>
            <a:spLocks noGrp="1"/>
          </p:cNvSpPr>
          <p:nvPr/>
        </p:nvSpPr>
        <p:spPr>
          <a:xfrm>
            <a:off x="8020050" y="7070271"/>
            <a:ext cx="20955" cy="19186"/>
          </a:xfrm>
          <a:custGeom>
            <a:avLst/>
            <a:gdLst/>
            <a:ahLst/>
            <a:cxnLst/>
            <a:rect l="0" t="0" r="0" b="0"/>
            <a:pathLst>
              <a:path w="20955" h="19186">
                <a:moveTo>
                  <a:pt x="0" y="0"/>
                </a:moveTo>
                <a:lnTo>
                  <a:pt x="20955" y="0"/>
                </a:lnTo>
                <a:lnTo>
                  <a:pt x="20955" y="19186"/>
                </a:lnTo>
                <a:lnTo>
                  <a:pt x="0" y="19186"/>
                </a:lnTo>
                <a:close/>
              </a:path>
            </a:pathLst>
          </a:custGeom>
          <a:solidFill>
            <a:srgbClr val="74B8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8" name="symbol_1157::1158_textbox">
            <a:extLst>
              <a:ext uri="{FF2B5EF4-FFF2-40B4-BE49-F238E27FC236}">
                <a16:creationId xmlns:a16="http://schemas.microsoft.com/office/drawing/2014/main" id="{4DC71816-C672-4087-93B9-7D6C453F9D83}"/>
              </a:ext>
            </a:extLst>
          </p:cNvPr>
          <p:cNvSpPr>
            <a:spLocks noGrp="1"/>
          </p:cNvSpPr>
          <p:nvPr/>
        </p:nvSpPr>
        <p:spPr>
          <a:xfrm>
            <a:off x="7915275" y="6581775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1159" name="symbol_1157::1159_textbox">
            <a:extLst>
              <a:ext uri="{FF2B5EF4-FFF2-40B4-BE49-F238E27FC236}">
                <a16:creationId xmlns:a16="http://schemas.microsoft.com/office/drawing/2014/main" id="{5D0E1E84-A7C2-416B-9067-5BD117D7ED60}"/>
              </a:ext>
            </a:extLst>
          </p:cNvPr>
          <p:cNvSpPr>
            <a:spLocks noGrp="1"/>
          </p:cNvSpPr>
          <p:nvPr/>
        </p:nvSpPr>
        <p:spPr>
          <a:xfrm>
            <a:off x="8001000" y="666235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3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1160" name="1160_path">
            <a:extLst>
              <a:ext uri="{FF2B5EF4-FFF2-40B4-BE49-F238E27FC236}">
                <a16:creationId xmlns:a16="http://schemas.microsoft.com/office/drawing/2014/main" id="{10B74C88-628B-405A-AC79-BED48546D4A8}"/>
              </a:ext>
            </a:extLst>
          </p:cNvPr>
          <p:cNvSpPr>
            <a:spLocks noGrp="1"/>
          </p:cNvSpPr>
          <p:nvPr/>
        </p:nvSpPr>
        <p:spPr>
          <a:xfrm>
            <a:off x="5686425" y="6086475"/>
            <a:ext cx="95" cy="742950"/>
          </a:xfrm>
          <a:custGeom>
            <a:avLst/>
            <a:gdLst/>
            <a:ahLst/>
            <a:cxnLst/>
            <a:rect l="0" t="0" r="0" b="0"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11430">
            <a:solidFill>
              <a:srgbClr val="0086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1" name="1161_path">
            <a:extLst>
              <a:ext uri="{FF2B5EF4-FFF2-40B4-BE49-F238E27FC236}">
                <a16:creationId xmlns:a16="http://schemas.microsoft.com/office/drawing/2014/main" id="{0048F816-5661-47F0-996E-D7CD7EF167A4}"/>
              </a:ext>
            </a:extLst>
          </p:cNvPr>
          <p:cNvSpPr>
            <a:spLocks noGrp="1"/>
          </p:cNvSpPr>
          <p:nvPr/>
        </p:nvSpPr>
        <p:spPr>
          <a:xfrm>
            <a:off x="5663565" y="6798545"/>
            <a:ext cx="45720" cy="47625"/>
          </a:xfrm>
          <a:custGeom>
            <a:avLst/>
            <a:gdLst/>
            <a:ahLst/>
            <a:cxnLst/>
            <a:rect l="0" t="0" r="0" b="0"/>
            <a:pathLst>
              <a:path w="45720" h="47625">
                <a:moveTo>
                  <a:pt x="22860" y="47625"/>
                </a:move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867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2" name="1162_path">
            <a:extLst>
              <a:ext uri="{FF2B5EF4-FFF2-40B4-BE49-F238E27FC236}">
                <a16:creationId xmlns:a16="http://schemas.microsoft.com/office/drawing/2014/main" id="{E93E6947-592F-47AA-A97B-F6341CD1098C}"/>
              </a:ext>
            </a:extLst>
          </p:cNvPr>
          <p:cNvSpPr>
            <a:spLocks noGrp="1"/>
          </p:cNvSpPr>
          <p:nvPr/>
        </p:nvSpPr>
        <p:spPr>
          <a:xfrm>
            <a:off x="5686425" y="5514975"/>
            <a:ext cx="95" cy="571500"/>
          </a:xfrm>
          <a:custGeom>
            <a:avLst/>
            <a:gdLst/>
            <a:ahLst/>
            <a:cxnLst/>
            <a:rect l="0" t="0" r="0" b="0"/>
            <a:pathLst>
              <a:path w="9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3" name="1163_path">
            <a:extLst>
              <a:ext uri="{FF2B5EF4-FFF2-40B4-BE49-F238E27FC236}">
                <a16:creationId xmlns:a16="http://schemas.microsoft.com/office/drawing/2014/main" id="{E52B87E7-C556-4BC1-A124-9CF7ADDEB0DD}"/>
              </a:ext>
            </a:extLst>
          </p:cNvPr>
          <p:cNvSpPr>
            <a:spLocks noGrp="1"/>
          </p:cNvSpPr>
          <p:nvPr/>
        </p:nvSpPr>
        <p:spPr>
          <a:xfrm>
            <a:off x="5666914" y="5504928"/>
            <a:ext cx="45720" cy="47625"/>
          </a:xfrm>
          <a:custGeom>
            <a:avLst/>
            <a:gdLst/>
            <a:ahLst/>
            <a:cxnLst/>
            <a:rect l="0" t="0" r="0" b="0"/>
            <a:pathLst>
              <a:path w="45720" h="47625">
                <a:moveTo>
                  <a:pt x="22860" y="0"/>
                </a:moveTo>
                <a:lnTo>
                  <a:pt x="0" y="47625"/>
                </a:lnTo>
                <a:lnTo>
                  <a:pt x="45720" y="47625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4" name="1164_path">
            <a:extLst>
              <a:ext uri="{FF2B5EF4-FFF2-40B4-BE49-F238E27FC236}">
                <a16:creationId xmlns:a16="http://schemas.microsoft.com/office/drawing/2014/main" id="{B0C1B018-2E76-4DFC-8B07-D780291042D1}"/>
              </a:ext>
            </a:extLst>
          </p:cNvPr>
          <p:cNvSpPr>
            <a:spLocks noGrp="1"/>
          </p:cNvSpPr>
          <p:nvPr/>
        </p:nvSpPr>
        <p:spPr>
          <a:xfrm>
            <a:off x="6267450" y="5600700"/>
            <a:ext cx="95" cy="209550"/>
          </a:xfrm>
          <a:custGeom>
            <a:avLst/>
            <a:gdLst/>
            <a:ahLst/>
            <a:cxnLst/>
            <a:rect l="0" t="0" r="0" b="0"/>
            <a:pathLst>
              <a:path w="9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5" name="1165_path">
            <a:extLst>
              <a:ext uri="{FF2B5EF4-FFF2-40B4-BE49-F238E27FC236}">
                <a16:creationId xmlns:a16="http://schemas.microsoft.com/office/drawing/2014/main" id="{F0986010-B943-4EB2-911F-7018081AE160}"/>
              </a:ext>
            </a:extLst>
          </p:cNvPr>
          <p:cNvSpPr>
            <a:spLocks noGrp="1"/>
          </p:cNvSpPr>
          <p:nvPr/>
        </p:nvSpPr>
        <p:spPr>
          <a:xfrm>
            <a:off x="6235446" y="5583955"/>
            <a:ext cx="64008" cy="66675"/>
          </a:xfrm>
          <a:custGeom>
            <a:avLst/>
            <a:gdLst/>
            <a:ahLst/>
            <a:cxnLst/>
            <a:rect l="0" t="0" r="0" b="0"/>
            <a:pathLst>
              <a:path w="64008" h="66675">
                <a:moveTo>
                  <a:pt x="32004" y="0"/>
                </a:moveTo>
                <a:lnTo>
                  <a:pt x="0" y="66675"/>
                </a:lnTo>
                <a:lnTo>
                  <a:pt x="64008" y="66675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6" name="1166_textbox">
            <a:extLst>
              <a:ext uri="{FF2B5EF4-FFF2-40B4-BE49-F238E27FC236}">
                <a16:creationId xmlns:a16="http://schemas.microsoft.com/office/drawing/2014/main" id="{C7E3EA3B-0DBC-4874-8742-2444B8061AD3}"/>
              </a:ext>
            </a:extLst>
          </p:cNvPr>
          <p:cNvSpPr>
            <a:spLocks noGrp="1"/>
          </p:cNvSpPr>
          <p:nvPr/>
        </p:nvSpPr>
        <p:spPr>
          <a:xfrm>
            <a:off x="6181725" y="5829300"/>
            <a:ext cx="2667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E95612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E95612"/>
                </a:solidFill>
                <a:latin typeface="Nimbus Sans"/>
                <a:ea typeface="Nimbus Sans"/>
                <a:cs typeface="Nimbus Sans"/>
              </a:rPr>
              <a:t>Mₜ</a:t>
            </a:r>
          </a:p>
        </p:txBody>
      </p:sp>
      <p:sp>
        <p:nvSpPr>
          <p:cNvPr id="1167" name="1167_path">
            <a:extLst>
              <a:ext uri="{FF2B5EF4-FFF2-40B4-BE49-F238E27FC236}">
                <a16:creationId xmlns:a16="http://schemas.microsoft.com/office/drawing/2014/main" id="{D6DB4CE4-5EBC-43E8-9E84-88720DEE8D85}"/>
              </a:ext>
            </a:extLst>
          </p:cNvPr>
          <p:cNvSpPr>
            <a:spLocks noGrp="1"/>
          </p:cNvSpPr>
          <p:nvPr/>
        </p:nvSpPr>
        <p:spPr>
          <a:xfrm>
            <a:off x="6267450" y="6038850"/>
            <a:ext cx="95" cy="676275"/>
          </a:xfrm>
          <a:custGeom>
            <a:avLst/>
            <a:gdLst/>
            <a:ahLst/>
            <a:cxnLst/>
            <a:rect l="0" t="0" r="0" b="0"/>
            <a:pathLst>
              <a:path w="95" h="676275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/>
          <a:ln w="12383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8" name="1168_path">
            <a:extLst>
              <a:ext uri="{FF2B5EF4-FFF2-40B4-BE49-F238E27FC236}">
                <a16:creationId xmlns:a16="http://schemas.microsoft.com/office/drawing/2014/main" id="{09C351BE-3FC3-4B3F-94F3-DA86BEAB36BA}"/>
              </a:ext>
            </a:extLst>
          </p:cNvPr>
          <p:cNvSpPr>
            <a:spLocks noGrp="1"/>
          </p:cNvSpPr>
          <p:nvPr/>
        </p:nvSpPr>
        <p:spPr>
          <a:xfrm>
            <a:off x="7562850" y="5591175"/>
            <a:ext cx="95" cy="1171575"/>
          </a:xfrm>
          <a:custGeom>
            <a:avLst/>
            <a:gdLst/>
            <a:ahLst/>
            <a:cxnLst/>
            <a:rect l="0" t="0" r="0" b="0"/>
            <a:pathLst>
              <a:path w="95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/>
          <a:ln w="13335">
            <a:solidFill>
              <a:srgbClr val="007B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9" name="1169_path">
            <a:extLst>
              <a:ext uri="{FF2B5EF4-FFF2-40B4-BE49-F238E27FC236}">
                <a16:creationId xmlns:a16="http://schemas.microsoft.com/office/drawing/2014/main" id="{86306D7E-F98F-450B-8303-B962B8D8EC1B}"/>
              </a:ext>
            </a:extLst>
          </p:cNvPr>
          <p:cNvSpPr>
            <a:spLocks noGrp="1"/>
          </p:cNvSpPr>
          <p:nvPr/>
        </p:nvSpPr>
        <p:spPr>
          <a:xfrm>
            <a:off x="7562850" y="5534025"/>
            <a:ext cx="95" cy="104775"/>
          </a:xfrm>
          <a:custGeom>
            <a:avLst/>
            <a:gdLst/>
            <a:ahLst/>
            <a:cxnLst/>
            <a:rect l="0" t="0" r="0" b="0"/>
            <a:pathLst>
              <a:path w="95" h="104775">
                <a:moveTo>
                  <a:pt x="0" y="104775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07B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0" name="1170_path">
            <a:extLst>
              <a:ext uri="{FF2B5EF4-FFF2-40B4-BE49-F238E27FC236}">
                <a16:creationId xmlns:a16="http://schemas.microsoft.com/office/drawing/2014/main" id="{7CFC85B8-763A-4797-8E26-6B2D6EBDEB76}"/>
              </a:ext>
            </a:extLst>
          </p:cNvPr>
          <p:cNvSpPr>
            <a:spLocks noGrp="1"/>
          </p:cNvSpPr>
          <p:nvPr/>
        </p:nvSpPr>
        <p:spPr>
          <a:xfrm>
            <a:off x="7535418" y="5520629"/>
            <a:ext cx="54864" cy="57150"/>
          </a:xfrm>
          <a:custGeom>
            <a:avLst/>
            <a:gdLst/>
            <a:ahLst/>
            <a:cxnLst/>
            <a:rect l="0" t="0" r="0" b="0"/>
            <a:pathLst>
              <a:path w="54864" h="57150">
                <a:moveTo>
                  <a:pt x="27432" y="0"/>
                </a:moveTo>
                <a:lnTo>
                  <a:pt x="0" y="57150"/>
                </a:lnTo>
                <a:lnTo>
                  <a:pt x="54864" y="57150"/>
                </a:lnTo>
                <a:close/>
              </a:path>
            </a:pathLst>
          </a:custGeom>
          <a:solidFill>
            <a:srgbClr val="007B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1" name="1171_path">
            <a:extLst>
              <a:ext uri="{FF2B5EF4-FFF2-40B4-BE49-F238E27FC236}">
                <a16:creationId xmlns:a16="http://schemas.microsoft.com/office/drawing/2014/main" id="{D325C84A-6AD9-495C-8D00-E5C4A3C5AFA5}"/>
              </a:ext>
            </a:extLst>
          </p:cNvPr>
          <p:cNvSpPr>
            <a:spLocks noGrp="1"/>
          </p:cNvSpPr>
          <p:nvPr/>
        </p:nvSpPr>
        <p:spPr>
          <a:xfrm>
            <a:off x="7562850" y="6686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3335">
            <a:solidFill>
              <a:srgbClr val="007B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2" name="1172_path">
            <a:extLst>
              <a:ext uri="{FF2B5EF4-FFF2-40B4-BE49-F238E27FC236}">
                <a16:creationId xmlns:a16="http://schemas.microsoft.com/office/drawing/2014/main" id="{4001E269-993C-4F0B-98BF-4270D987F0EE}"/>
              </a:ext>
            </a:extLst>
          </p:cNvPr>
          <p:cNvSpPr>
            <a:spLocks noGrp="1"/>
          </p:cNvSpPr>
          <p:nvPr/>
        </p:nvSpPr>
        <p:spPr>
          <a:xfrm>
            <a:off x="7535418" y="6741395"/>
            <a:ext cx="54864" cy="57150"/>
          </a:xfrm>
          <a:custGeom>
            <a:avLst/>
            <a:gdLst/>
            <a:ahLst/>
            <a:cxnLst/>
            <a:rect l="0" t="0" r="0" b="0"/>
            <a:pathLst>
              <a:path w="54864" h="57150">
                <a:moveTo>
                  <a:pt x="27432" y="57150"/>
                </a:moveTo>
                <a:lnTo>
                  <a:pt x="54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B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3" name="1173_textbox">
            <a:extLst>
              <a:ext uri="{FF2B5EF4-FFF2-40B4-BE49-F238E27FC236}">
                <a16:creationId xmlns:a16="http://schemas.microsoft.com/office/drawing/2014/main" id="{82F6879A-2CCA-40FC-95E6-AB3F0E82E6D3}"/>
              </a:ext>
            </a:extLst>
          </p:cNvPr>
          <p:cNvSpPr>
            <a:spLocks noGrp="1"/>
          </p:cNvSpPr>
          <p:nvPr/>
        </p:nvSpPr>
        <p:spPr>
          <a:xfrm>
            <a:off x="3886200" y="725805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200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i ≠ t;  aᵢ = 1</a:t>
            </a:r>
          </a:p>
        </p:txBody>
      </p:sp>
      <p:sp>
        <p:nvSpPr>
          <p:cNvPr id="1174" name="1174_rect">
            <a:extLst>
              <a:ext uri="{FF2B5EF4-FFF2-40B4-BE49-F238E27FC236}">
                <a16:creationId xmlns:a16="http://schemas.microsoft.com/office/drawing/2014/main" id="{263AE247-2036-49E7-8DBA-861559C4E038}"/>
              </a:ext>
            </a:extLst>
          </p:cNvPr>
          <p:cNvSpPr>
            <a:spLocks noGrp="1"/>
          </p:cNvSpPr>
          <p:nvPr/>
        </p:nvSpPr>
        <p:spPr>
          <a:xfrm>
            <a:off x="8343900" y="4191000"/>
            <a:ext cx="4057650" cy="3390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AF4ED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75" name="1175_textbox">
            <a:extLst>
              <a:ext uri="{FF2B5EF4-FFF2-40B4-BE49-F238E27FC236}">
                <a16:creationId xmlns:a16="http://schemas.microsoft.com/office/drawing/2014/main" id="{3770F241-5CD5-490B-AC07-B957678F12A2}"/>
              </a:ext>
            </a:extLst>
          </p:cNvPr>
          <p:cNvSpPr>
            <a:spLocks noGrp="1"/>
          </p:cNvSpPr>
          <p:nvPr/>
        </p:nvSpPr>
        <p:spPr>
          <a:xfrm>
            <a:off x="8439150" y="4229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1176" name="1176_textbox">
            <a:extLst>
              <a:ext uri="{FF2B5EF4-FFF2-40B4-BE49-F238E27FC236}">
                <a16:creationId xmlns:a16="http://schemas.microsoft.com/office/drawing/2014/main" id="{03C54C47-07CE-48ED-96D9-53DCC1759410}"/>
              </a:ext>
            </a:extLst>
          </p:cNvPr>
          <p:cNvSpPr>
            <a:spLocks noGrp="1"/>
          </p:cNvSpPr>
          <p:nvPr/>
        </p:nvSpPr>
        <p:spPr>
          <a:xfrm>
            <a:off x="8763000" y="4238625"/>
            <a:ext cx="360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Task-private residual heads</a:t>
            </a:r>
          </a:p>
        </p:txBody>
      </p:sp>
      <p:sp>
        <p:nvSpPr>
          <p:cNvPr id="1177" name="symbol_1176::1177_textbox">
            <a:extLst>
              <a:ext uri="{FF2B5EF4-FFF2-40B4-BE49-F238E27FC236}">
                <a16:creationId xmlns:a16="http://schemas.microsoft.com/office/drawing/2014/main" id="{396118E0-1CA3-4CE8-8617-5264F9964662}"/>
              </a:ext>
            </a:extLst>
          </p:cNvPr>
          <p:cNvSpPr>
            <a:spLocks noGrp="1"/>
          </p:cNvSpPr>
          <p:nvPr/>
        </p:nvSpPr>
        <p:spPr>
          <a:xfrm>
            <a:off x="8648700" y="4705350"/>
            <a:ext cx="114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1178" name="symbol_1176::1178_textbox">
            <a:extLst>
              <a:ext uri="{FF2B5EF4-FFF2-40B4-BE49-F238E27FC236}">
                <a16:creationId xmlns:a16="http://schemas.microsoft.com/office/drawing/2014/main" id="{10431BDC-076F-4803-9209-78E2DC4D31F8}"/>
              </a:ext>
            </a:extLst>
          </p:cNvPr>
          <p:cNvSpPr>
            <a:spLocks noGrp="1"/>
          </p:cNvSpPr>
          <p:nvPr/>
        </p:nvSpPr>
        <p:spPr>
          <a:xfrm>
            <a:off x="8724900" y="4785932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b</a:t>
            </a:r>
          </a:p>
        </p:txBody>
      </p:sp>
      <p:sp>
        <p:nvSpPr>
          <p:cNvPr id="1179" name="vector_1178::1179_rect">
            <a:extLst>
              <a:ext uri="{FF2B5EF4-FFF2-40B4-BE49-F238E27FC236}">
                <a16:creationId xmlns:a16="http://schemas.microsoft.com/office/drawing/2014/main" id="{690C5267-2AF2-42F1-95C7-2B6897420187}"/>
              </a:ext>
            </a:extLst>
          </p:cNvPr>
          <p:cNvSpPr>
            <a:spLocks noGrp="1"/>
          </p:cNvSpPr>
          <p:nvPr/>
        </p:nvSpPr>
        <p:spPr>
          <a:xfrm>
            <a:off x="8943975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0" name="vector_1178::1180_rect">
            <a:extLst>
              <a:ext uri="{FF2B5EF4-FFF2-40B4-BE49-F238E27FC236}">
                <a16:creationId xmlns:a16="http://schemas.microsoft.com/office/drawing/2014/main" id="{06F28330-219E-4C14-87AF-EBBA4CEC021E}"/>
              </a:ext>
            </a:extLst>
          </p:cNvPr>
          <p:cNvSpPr>
            <a:spLocks noGrp="1"/>
          </p:cNvSpPr>
          <p:nvPr/>
        </p:nvSpPr>
        <p:spPr>
          <a:xfrm>
            <a:off x="9014732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1" name="vector_1178::1181_rect">
            <a:extLst>
              <a:ext uri="{FF2B5EF4-FFF2-40B4-BE49-F238E27FC236}">
                <a16:creationId xmlns:a16="http://schemas.microsoft.com/office/drawing/2014/main" id="{28EC031F-6709-40C7-A1AB-2177E3D9BBB5}"/>
              </a:ext>
            </a:extLst>
          </p:cNvPr>
          <p:cNvSpPr>
            <a:spLocks noGrp="1"/>
          </p:cNvSpPr>
          <p:nvPr/>
        </p:nvSpPr>
        <p:spPr>
          <a:xfrm>
            <a:off x="9085489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2" name="vector_1178::1182_rect">
            <a:extLst>
              <a:ext uri="{FF2B5EF4-FFF2-40B4-BE49-F238E27FC236}">
                <a16:creationId xmlns:a16="http://schemas.microsoft.com/office/drawing/2014/main" id="{692206E9-845F-4A4D-AF4C-DD7B821220FA}"/>
              </a:ext>
            </a:extLst>
          </p:cNvPr>
          <p:cNvSpPr>
            <a:spLocks noGrp="1"/>
          </p:cNvSpPr>
          <p:nvPr/>
        </p:nvSpPr>
        <p:spPr>
          <a:xfrm>
            <a:off x="9156246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3" name="vector_1178::1183_rect">
            <a:extLst>
              <a:ext uri="{FF2B5EF4-FFF2-40B4-BE49-F238E27FC236}">
                <a16:creationId xmlns:a16="http://schemas.microsoft.com/office/drawing/2014/main" id="{72C2D74D-1A83-43F6-981A-A8C556EE2730}"/>
              </a:ext>
            </a:extLst>
          </p:cNvPr>
          <p:cNvSpPr>
            <a:spLocks noGrp="1"/>
          </p:cNvSpPr>
          <p:nvPr/>
        </p:nvSpPr>
        <p:spPr>
          <a:xfrm>
            <a:off x="9227004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4" name="vector_1178::1184_rect">
            <a:extLst>
              <a:ext uri="{FF2B5EF4-FFF2-40B4-BE49-F238E27FC236}">
                <a16:creationId xmlns:a16="http://schemas.microsoft.com/office/drawing/2014/main" id="{9EA99452-0634-4DE7-8FF7-189A33053284}"/>
              </a:ext>
            </a:extLst>
          </p:cNvPr>
          <p:cNvSpPr>
            <a:spLocks noGrp="1"/>
          </p:cNvSpPr>
          <p:nvPr/>
        </p:nvSpPr>
        <p:spPr>
          <a:xfrm>
            <a:off x="9297761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5" name="vector_1178::1185_rect">
            <a:extLst>
              <a:ext uri="{FF2B5EF4-FFF2-40B4-BE49-F238E27FC236}">
                <a16:creationId xmlns:a16="http://schemas.microsoft.com/office/drawing/2014/main" id="{08BCFD32-6898-4D74-9790-B6A86E25A1AB}"/>
              </a:ext>
            </a:extLst>
          </p:cNvPr>
          <p:cNvSpPr>
            <a:spLocks noGrp="1"/>
          </p:cNvSpPr>
          <p:nvPr/>
        </p:nvSpPr>
        <p:spPr>
          <a:xfrm>
            <a:off x="9368518" y="4762500"/>
            <a:ext cx="70757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6" name="vector_1178::1186_rect">
            <a:extLst>
              <a:ext uri="{FF2B5EF4-FFF2-40B4-BE49-F238E27FC236}">
                <a16:creationId xmlns:a16="http://schemas.microsoft.com/office/drawing/2014/main" id="{2BCCD733-2E0B-4BF5-AD1A-3F7BC6D392C0}"/>
              </a:ext>
            </a:extLst>
          </p:cNvPr>
          <p:cNvSpPr>
            <a:spLocks noGrp="1"/>
          </p:cNvSpPr>
          <p:nvPr/>
        </p:nvSpPr>
        <p:spPr>
          <a:xfrm>
            <a:off x="8943975" y="4762500"/>
            <a:ext cx="4953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7" name="1187_path">
            <a:extLst>
              <a:ext uri="{FF2B5EF4-FFF2-40B4-BE49-F238E27FC236}">
                <a16:creationId xmlns:a16="http://schemas.microsoft.com/office/drawing/2014/main" id="{63249FEC-2394-4FF8-8C8A-4CA7C2025FB0}"/>
              </a:ext>
            </a:extLst>
          </p:cNvPr>
          <p:cNvSpPr>
            <a:spLocks noGrp="1"/>
          </p:cNvSpPr>
          <p:nvPr/>
        </p:nvSpPr>
        <p:spPr>
          <a:xfrm>
            <a:off x="9477375" y="4838700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8" name="1188_path">
            <a:extLst>
              <a:ext uri="{FF2B5EF4-FFF2-40B4-BE49-F238E27FC236}">
                <a16:creationId xmlns:a16="http://schemas.microsoft.com/office/drawing/2014/main" id="{7128C2E4-819E-45DA-BDFB-BE62F0CD0355}"/>
              </a:ext>
            </a:extLst>
          </p:cNvPr>
          <p:cNvSpPr>
            <a:spLocks noGrp="1"/>
          </p:cNvSpPr>
          <p:nvPr/>
        </p:nvSpPr>
        <p:spPr>
          <a:xfrm>
            <a:off x="9741770" y="48112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9" name="symbol_1188::1189_textbox">
            <a:extLst>
              <a:ext uri="{FF2B5EF4-FFF2-40B4-BE49-F238E27FC236}">
                <a16:creationId xmlns:a16="http://schemas.microsoft.com/office/drawing/2014/main" id="{918AD3AC-3151-45FB-AC8C-F06344267C27}"/>
              </a:ext>
            </a:extLst>
          </p:cNvPr>
          <p:cNvSpPr>
            <a:spLocks noGrp="1"/>
          </p:cNvSpPr>
          <p:nvPr/>
        </p:nvSpPr>
        <p:spPr>
          <a:xfrm>
            <a:off x="8648700" y="5038725"/>
            <a:ext cx="114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z</a:t>
            </a:r>
          </a:p>
        </p:txBody>
      </p:sp>
      <p:sp>
        <p:nvSpPr>
          <p:cNvPr id="1190" name="symbol_1188::1190_textbox">
            <a:extLst>
              <a:ext uri="{FF2B5EF4-FFF2-40B4-BE49-F238E27FC236}">
                <a16:creationId xmlns:a16="http://schemas.microsoft.com/office/drawing/2014/main" id="{D742581C-84B7-41F6-A6CF-6396043A99E6}"/>
              </a:ext>
            </a:extLst>
          </p:cNvPr>
          <p:cNvSpPr>
            <a:spLocks noGrp="1"/>
          </p:cNvSpPr>
          <p:nvPr/>
        </p:nvSpPr>
        <p:spPr>
          <a:xfrm>
            <a:off x="8724900" y="511930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191" name="vector_1190::1191_rect">
            <a:extLst>
              <a:ext uri="{FF2B5EF4-FFF2-40B4-BE49-F238E27FC236}">
                <a16:creationId xmlns:a16="http://schemas.microsoft.com/office/drawing/2014/main" id="{BB3F87F0-D00F-4888-8210-FA5B9FD4E0C1}"/>
              </a:ext>
            </a:extLst>
          </p:cNvPr>
          <p:cNvSpPr>
            <a:spLocks noGrp="1"/>
          </p:cNvSpPr>
          <p:nvPr/>
        </p:nvSpPr>
        <p:spPr>
          <a:xfrm>
            <a:off x="8943975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2" name="vector_1190::1192_rect">
            <a:extLst>
              <a:ext uri="{FF2B5EF4-FFF2-40B4-BE49-F238E27FC236}">
                <a16:creationId xmlns:a16="http://schemas.microsoft.com/office/drawing/2014/main" id="{B642038E-64F1-47C1-A3ED-98E37FE0154F}"/>
              </a:ext>
            </a:extLst>
          </p:cNvPr>
          <p:cNvSpPr>
            <a:spLocks noGrp="1"/>
          </p:cNvSpPr>
          <p:nvPr/>
        </p:nvSpPr>
        <p:spPr>
          <a:xfrm>
            <a:off x="9014732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3" name="vector_1190::1193_rect">
            <a:extLst>
              <a:ext uri="{FF2B5EF4-FFF2-40B4-BE49-F238E27FC236}">
                <a16:creationId xmlns:a16="http://schemas.microsoft.com/office/drawing/2014/main" id="{D7824BE2-C3FB-4423-8018-C994B0661EE9}"/>
              </a:ext>
            </a:extLst>
          </p:cNvPr>
          <p:cNvSpPr>
            <a:spLocks noGrp="1"/>
          </p:cNvSpPr>
          <p:nvPr/>
        </p:nvSpPr>
        <p:spPr>
          <a:xfrm>
            <a:off x="9085489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4" name="vector_1190::1194_rect">
            <a:extLst>
              <a:ext uri="{FF2B5EF4-FFF2-40B4-BE49-F238E27FC236}">
                <a16:creationId xmlns:a16="http://schemas.microsoft.com/office/drawing/2014/main" id="{0A0C9438-FB97-46D7-AA06-647854748C51}"/>
              </a:ext>
            </a:extLst>
          </p:cNvPr>
          <p:cNvSpPr>
            <a:spLocks noGrp="1"/>
          </p:cNvSpPr>
          <p:nvPr/>
        </p:nvSpPr>
        <p:spPr>
          <a:xfrm>
            <a:off x="9156246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5" name="vector_1190::1195_rect">
            <a:extLst>
              <a:ext uri="{FF2B5EF4-FFF2-40B4-BE49-F238E27FC236}">
                <a16:creationId xmlns:a16="http://schemas.microsoft.com/office/drawing/2014/main" id="{CED2C62C-F199-4E4E-BA53-BEAE016BCAD7}"/>
              </a:ext>
            </a:extLst>
          </p:cNvPr>
          <p:cNvSpPr>
            <a:spLocks noGrp="1"/>
          </p:cNvSpPr>
          <p:nvPr/>
        </p:nvSpPr>
        <p:spPr>
          <a:xfrm>
            <a:off x="9227004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6" name="vector_1190::1196_rect">
            <a:extLst>
              <a:ext uri="{FF2B5EF4-FFF2-40B4-BE49-F238E27FC236}">
                <a16:creationId xmlns:a16="http://schemas.microsoft.com/office/drawing/2014/main" id="{8E29CB7D-6BA7-4C3F-98D4-3088A76D82A5}"/>
              </a:ext>
            </a:extLst>
          </p:cNvPr>
          <p:cNvSpPr>
            <a:spLocks noGrp="1"/>
          </p:cNvSpPr>
          <p:nvPr/>
        </p:nvSpPr>
        <p:spPr>
          <a:xfrm>
            <a:off x="9297761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7" name="vector_1190::1197_rect">
            <a:extLst>
              <a:ext uri="{FF2B5EF4-FFF2-40B4-BE49-F238E27FC236}">
                <a16:creationId xmlns:a16="http://schemas.microsoft.com/office/drawing/2014/main" id="{A94934D9-A3D5-4A68-B9D3-6C1EC4E4CD70}"/>
              </a:ext>
            </a:extLst>
          </p:cNvPr>
          <p:cNvSpPr>
            <a:spLocks noGrp="1"/>
          </p:cNvSpPr>
          <p:nvPr/>
        </p:nvSpPr>
        <p:spPr>
          <a:xfrm>
            <a:off x="9368518" y="5095875"/>
            <a:ext cx="70757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8" name="vector_1190::1198_rect">
            <a:extLst>
              <a:ext uri="{FF2B5EF4-FFF2-40B4-BE49-F238E27FC236}">
                <a16:creationId xmlns:a16="http://schemas.microsoft.com/office/drawing/2014/main" id="{4FAFE4B3-B054-4B0E-9B7C-0240F1DDAD38}"/>
              </a:ext>
            </a:extLst>
          </p:cNvPr>
          <p:cNvSpPr>
            <a:spLocks noGrp="1"/>
          </p:cNvSpPr>
          <p:nvPr/>
        </p:nvSpPr>
        <p:spPr>
          <a:xfrm>
            <a:off x="8943975" y="5095875"/>
            <a:ext cx="4953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9" name="1199_path">
            <a:extLst>
              <a:ext uri="{FF2B5EF4-FFF2-40B4-BE49-F238E27FC236}">
                <a16:creationId xmlns:a16="http://schemas.microsoft.com/office/drawing/2014/main" id="{D0524A2F-5DE4-41D9-BB21-B308BEC2FD65}"/>
              </a:ext>
            </a:extLst>
          </p:cNvPr>
          <p:cNvSpPr>
            <a:spLocks noGrp="1"/>
          </p:cNvSpPr>
          <p:nvPr/>
        </p:nvSpPr>
        <p:spPr>
          <a:xfrm>
            <a:off x="9477375" y="5172075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0" name="1200_path">
            <a:extLst>
              <a:ext uri="{FF2B5EF4-FFF2-40B4-BE49-F238E27FC236}">
                <a16:creationId xmlns:a16="http://schemas.microsoft.com/office/drawing/2014/main" id="{F9AED2CE-C1F6-4634-9C63-20B4DC3A4482}"/>
              </a:ext>
            </a:extLst>
          </p:cNvPr>
          <p:cNvSpPr>
            <a:spLocks noGrp="1"/>
          </p:cNvSpPr>
          <p:nvPr/>
        </p:nvSpPr>
        <p:spPr>
          <a:xfrm>
            <a:off x="9741770" y="51446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1" name="symbol_1200::1201_textbox">
            <a:extLst>
              <a:ext uri="{FF2B5EF4-FFF2-40B4-BE49-F238E27FC236}">
                <a16:creationId xmlns:a16="http://schemas.microsoft.com/office/drawing/2014/main" id="{73A958D4-BCE1-47B9-B874-F19159EAEDE8}"/>
              </a:ext>
            </a:extLst>
          </p:cNvPr>
          <p:cNvSpPr>
            <a:spLocks noGrp="1"/>
          </p:cNvSpPr>
          <p:nvPr/>
        </p:nvSpPr>
        <p:spPr>
          <a:xfrm>
            <a:off x="8410575" y="5362575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1202" name="symbol_1200::1202_textbox">
            <a:extLst>
              <a:ext uri="{FF2B5EF4-FFF2-40B4-BE49-F238E27FC236}">
                <a16:creationId xmlns:a16="http://schemas.microsoft.com/office/drawing/2014/main" id="{F096FF26-3365-4100-9637-82085B2BF72B}"/>
              </a:ext>
            </a:extLst>
          </p:cNvPr>
          <p:cNvSpPr>
            <a:spLocks noGrp="1"/>
          </p:cNvSpPr>
          <p:nvPr/>
        </p:nvSpPr>
        <p:spPr>
          <a:xfrm>
            <a:off x="8486775" y="5434203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b</a:t>
            </a:r>
          </a:p>
        </p:txBody>
      </p:sp>
      <p:sp>
        <p:nvSpPr>
          <p:cNvPr id="1203" name="1203_textbox">
            <a:extLst>
              <a:ext uri="{FF2B5EF4-FFF2-40B4-BE49-F238E27FC236}">
                <a16:creationId xmlns:a16="http://schemas.microsoft.com/office/drawing/2014/main" id="{D8BDE68B-218D-405E-BE81-901F43C634CD}"/>
              </a:ext>
            </a:extLst>
          </p:cNvPr>
          <p:cNvSpPr>
            <a:spLocks noGrp="1"/>
          </p:cNvSpPr>
          <p:nvPr/>
        </p:nvSpPr>
        <p:spPr>
          <a:xfrm>
            <a:off x="8591550" y="5372100"/>
            <a:ext cx="161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−</a:t>
            </a:r>
          </a:p>
        </p:txBody>
      </p:sp>
      <p:sp>
        <p:nvSpPr>
          <p:cNvPr id="1204" name="symbol_1203::1204_textbox">
            <a:extLst>
              <a:ext uri="{FF2B5EF4-FFF2-40B4-BE49-F238E27FC236}">
                <a16:creationId xmlns:a16="http://schemas.microsoft.com/office/drawing/2014/main" id="{FB7F65D0-00DF-48A5-A759-1420DE3AC761}"/>
              </a:ext>
            </a:extLst>
          </p:cNvPr>
          <p:cNvSpPr>
            <a:spLocks noGrp="1"/>
          </p:cNvSpPr>
          <p:nvPr/>
        </p:nvSpPr>
        <p:spPr>
          <a:xfrm>
            <a:off x="8763000" y="5362575"/>
            <a:ext cx="104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z</a:t>
            </a:r>
          </a:p>
        </p:txBody>
      </p:sp>
      <p:sp>
        <p:nvSpPr>
          <p:cNvPr id="1205" name="symbol_1203::1205_textbox">
            <a:extLst>
              <a:ext uri="{FF2B5EF4-FFF2-40B4-BE49-F238E27FC236}">
                <a16:creationId xmlns:a16="http://schemas.microsoft.com/office/drawing/2014/main" id="{7A1559CD-3DF8-4AE2-A9F9-175891D05C69}"/>
              </a:ext>
            </a:extLst>
          </p:cNvPr>
          <p:cNvSpPr>
            <a:spLocks noGrp="1"/>
          </p:cNvSpPr>
          <p:nvPr/>
        </p:nvSpPr>
        <p:spPr>
          <a:xfrm>
            <a:off x="8829675" y="5434203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206" name="vector_1205::1206_rect">
            <a:extLst>
              <a:ext uri="{FF2B5EF4-FFF2-40B4-BE49-F238E27FC236}">
                <a16:creationId xmlns:a16="http://schemas.microsoft.com/office/drawing/2014/main" id="{F9A212AA-86E4-492A-94D6-A51CD0BD952D}"/>
              </a:ext>
            </a:extLst>
          </p:cNvPr>
          <p:cNvSpPr>
            <a:spLocks noGrp="1"/>
          </p:cNvSpPr>
          <p:nvPr/>
        </p:nvSpPr>
        <p:spPr>
          <a:xfrm>
            <a:off x="8943975" y="5419725"/>
            <a:ext cx="70757" cy="161925"/>
          </a:xfrm>
          <a:prstGeom prst="rect">
            <a:avLst/>
          </a:prstGeom>
          <a:solidFill>
            <a:srgbClr val="D9E7EE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7" name="vector_1205::1207_rect">
            <a:extLst>
              <a:ext uri="{FF2B5EF4-FFF2-40B4-BE49-F238E27FC236}">
                <a16:creationId xmlns:a16="http://schemas.microsoft.com/office/drawing/2014/main" id="{029C20D9-100B-4341-A033-3BA878028E23}"/>
              </a:ext>
            </a:extLst>
          </p:cNvPr>
          <p:cNvSpPr>
            <a:spLocks noGrp="1"/>
          </p:cNvSpPr>
          <p:nvPr/>
        </p:nvSpPr>
        <p:spPr>
          <a:xfrm>
            <a:off x="9014732" y="5419725"/>
            <a:ext cx="70757" cy="161925"/>
          </a:xfrm>
          <a:prstGeom prst="rect">
            <a:avLst/>
          </a:prstGeom>
          <a:solidFill>
            <a:srgbClr val="84ABC0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8" name="vector_1205::1208_rect">
            <a:extLst>
              <a:ext uri="{FF2B5EF4-FFF2-40B4-BE49-F238E27FC236}">
                <a16:creationId xmlns:a16="http://schemas.microsoft.com/office/drawing/2014/main" id="{E589982D-87C2-48F9-892F-EA9F312C3D43}"/>
              </a:ext>
            </a:extLst>
          </p:cNvPr>
          <p:cNvSpPr>
            <a:spLocks noGrp="1"/>
          </p:cNvSpPr>
          <p:nvPr/>
        </p:nvSpPr>
        <p:spPr>
          <a:xfrm>
            <a:off x="9085489" y="5419725"/>
            <a:ext cx="70757" cy="161925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9" name="vector_1205::1209_rect">
            <a:extLst>
              <a:ext uri="{FF2B5EF4-FFF2-40B4-BE49-F238E27FC236}">
                <a16:creationId xmlns:a16="http://schemas.microsoft.com/office/drawing/2014/main" id="{F17D4C56-504B-48A6-905A-3DBCD366CD73}"/>
              </a:ext>
            </a:extLst>
          </p:cNvPr>
          <p:cNvSpPr>
            <a:spLocks noGrp="1"/>
          </p:cNvSpPr>
          <p:nvPr/>
        </p:nvSpPr>
        <p:spPr>
          <a:xfrm>
            <a:off x="9156246" y="5419725"/>
            <a:ext cx="70757" cy="161925"/>
          </a:xfrm>
          <a:prstGeom prst="rect">
            <a:avLst/>
          </a:prstGeom>
          <a:solidFill>
            <a:srgbClr val="D9E7EE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0" name="vector_1205::1210_rect">
            <a:extLst>
              <a:ext uri="{FF2B5EF4-FFF2-40B4-BE49-F238E27FC236}">
                <a16:creationId xmlns:a16="http://schemas.microsoft.com/office/drawing/2014/main" id="{FA05E23E-ACB8-4B05-8D80-9817EEFEF96A}"/>
              </a:ext>
            </a:extLst>
          </p:cNvPr>
          <p:cNvSpPr>
            <a:spLocks noGrp="1"/>
          </p:cNvSpPr>
          <p:nvPr/>
        </p:nvSpPr>
        <p:spPr>
          <a:xfrm>
            <a:off x="9227004" y="5419725"/>
            <a:ext cx="70757" cy="161925"/>
          </a:xfrm>
          <a:prstGeom prst="rect">
            <a:avLst/>
          </a:prstGeom>
          <a:solidFill>
            <a:srgbClr val="84ABC0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1" name="vector_1205::1211_rect">
            <a:extLst>
              <a:ext uri="{FF2B5EF4-FFF2-40B4-BE49-F238E27FC236}">
                <a16:creationId xmlns:a16="http://schemas.microsoft.com/office/drawing/2014/main" id="{7255C81E-87F7-4BFE-979F-42C1DE159510}"/>
              </a:ext>
            </a:extLst>
          </p:cNvPr>
          <p:cNvSpPr>
            <a:spLocks noGrp="1"/>
          </p:cNvSpPr>
          <p:nvPr/>
        </p:nvSpPr>
        <p:spPr>
          <a:xfrm>
            <a:off x="9297761" y="5419725"/>
            <a:ext cx="70757" cy="161925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2" name="vector_1205::1212_rect">
            <a:extLst>
              <a:ext uri="{FF2B5EF4-FFF2-40B4-BE49-F238E27FC236}">
                <a16:creationId xmlns:a16="http://schemas.microsoft.com/office/drawing/2014/main" id="{EDA8E39C-E5DA-402A-92DB-D87EBBA15CF3}"/>
              </a:ext>
            </a:extLst>
          </p:cNvPr>
          <p:cNvSpPr>
            <a:spLocks noGrp="1"/>
          </p:cNvSpPr>
          <p:nvPr/>
        </p:nvSpPr>
        <p:spPr>
          <a:xfrm>
            <a:off x="9368518" y="5419725"/>
            <a:ext cx="70757" cy="161925"/>
          </a:xfrm>
          <a:prstGeom prst="rect">
            <a:avLst/>
          </a:prstGeom>
          <a:solidFill>
            <a:srgbClr val="D9E7EE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3" name="vector_1205::1213_rect">
            <a:extLst>
              <a:ext uri="{FF2B5EF4-FFF2-40B4-BE49-F238E27FC236}">
                <a16:creationId xmlns:a16="http://schemas.microsoft.com/office/drawing/2014/main" id="{9C82D5B3-743D-426B-8565-AB242D54F101}"/>
              </a:ext>
            </a:extLst>
          </p:cNvPr>
          <p:cNvSpPr>
            <a:spLocks noGrp="1"/>
          </p:cNvSpPr>
          <p:nvPr/>
        </p:nvSpPr>
        <p:spPr>
          <a:xfrm>
            <a:off x="8943975" y="5419725"/>
            <a:ext cx="4953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4" name="1214_path">
            <a:extLst>
              <a:ext uri="{FF2B5EF4-FFF2-40B4-BE49-F238E27FC236}">
                <a16:creationId xmlns:a16="http://schemas.microsoft.com/office/drawing/2014/main" id="{58B8F1F2-7DD6-40DF-9584-9FD2867AC98E}"/>
              </a:ext>
            </a:extLst>
          </p:cNvPr>
          <p:cNvSpPr>
            <a:spLocks noGrp="1"/>
          </p:cNvSpPr>
          <p:nvPr/>
        </p:nvSpPr>
        <p:spPr>
          <a:xfrm>
            <a:off x="9477375" y="5495925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5" name="1215_path">
            <a:extLst>
              <a:ext uri="{FF2B5EF4-FFF2-40B4-BE49-F238E27FC236}">
                <a16:creationId xmlns:a16="http://schemas.microsoft.com/office/drawing/2014/main" id="{981FF478-71D7-4605-B2E0-AFBD95F47CD1}"/>
              </a:ext>
            </a:extLst>
          </p:cNvPr>
          <p:cNvSpPr>
            <a:spLocks noGrp="1"/>
          </p:cNvSpPr>
          <p:nvPr/>
        </p:nvSpPr>
        <p:spPr>
          <a:xfrm>
            <a:off x="9741770" y="54684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6" name="symbol_1215::1216_textbox">
            <a:extLst>
              <a:ext uri="{FF2B5EF4-FFF2-40B4-BE49-F238E27FC236}">
                <a16:creationId xmlns:a16="http://schemas.microsoft.com/office/drawing/2014/main" id="{DF8F633E-1272-445C-95F2-86D0831CF64E}"/>
              </a:ext>
            </a:extLst>
          </p:cNvPr>
          <p:cNvSpPr>
            <a:spLocks noGrp="1"/>
          </p:cNvSpPr>
          <p:nvPr/>
        </p:nvSpPr>
        <p:spPr>
          <a:xfrm>
            <a:off x="8410575" y="5676900"/>
            <a:ext cx="114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1217" name="symbol_1215::1217_textbox">
            <a:extLst>
              <a:ext uri="{FF2B5EF4-FFF2-40B4-BE49-F238E27FC236}">
                <a16:creationId xmlns:a16="http://schemas.microsoft.com/office/drawing/2014/main" id="{F84EA2C1-060B-47FC-9168-5E5AAF7DB9F4}"/>
              </a:ext>
            </a:extLst>
          </p:cNvPr>
          <p:cNvSpPr>
            <a:spLocks noGrp="1"/>
          </p:cNvSpPr>
          <p:nvPr/>
        </p:nvSpPr>
        <p:spPr>
          <a:xfrm>
            <a:off x="8486775" y="5748528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b</a:t>
            </a:r>
          </a:p>
        </p:txBody>
      </p:sp>
      <p:sp>
        <p:nvSpPr>
          <p:cNvPr id="1218" name="1218_textbox">
            <a:extLst>
              <a:ext uri="{FF2B5EF4-FFF2-40B4-BE49-F238E27FC236}">
                <a16:creationId xmlns:a16="http://schemas.microsoft.com/office/drawing/2014/main" id="{2F03093A-EBE2-4306-9E5D-6BCDD77AAA35}"/>
              </a:ext>
            </a:extLst>
          </p:cNvPr>
          <p:cNvSpPr>
            <a:spLocks noGrp="1"/>
          </p:cNvSpPr>
          <p:nvPr/>
        </p:nvSpPr>
        <p:spPr>
          <a:xfrm>
            <a:off x="8591550" y="5686425"/>
            <a:ext cx="161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⊙</a:t>
            </a:r>
          </a:p>
        </p:txBody>
      </p:sp>
      <p:sp>
        <p:nvSpPr>
          <p:cNvPr id="1219" name="symbol_1218::1219_textbox">
            <a:extLst>
              <a:ext uri="{FF2B5EF4-FFF2-40B4-BE49-F238E27FC236}">
                <a16:creationId xmlns:a16="http://schemas.microsoft.com/office/drawing/2014/main" id="{945AA440-4CD2-4BD9-9875-3308ABE61084}"/>
              </a:ext>
            </a:extLst>
          </p:cNvPr>
          <p:cNvSpPr>
            <a:spLocks noGrp="1"/>
          </p:cNvSpPr>
          <p:nvPr/>
        </p:nvSpPr>
        <p:spPr>
          <a:xfrm>
            <a:off x="8763000" y="5676900"/>
            <a:ext cx="104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2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z</a:t>
            </a:r>
          </a:p>
        </p:txBody>
      </p:sp>
      <p:sp>
        <p:nvSpPr>
          <p:cNvPr id="1220" name="symbol_1218::1220_textbox">
            <a:extLst>
              <a:ext uri="{FF2B5EF4-FFF2-40B4-BE49-F238E27FC236}">
                <a16:creationId xmlns:a16="http://schemas.microsoft.com/office/drawing/2014/main" id="{A5FAF1CC-EF1C-48BF-B5BA-10755BC87F0F}"/>
              </a:ext>
            </a:extLst>
          </p:cNvPr>
          <p:cNvSpPr>
            <a:spLocks noGrp="1"/>
          </p:cNvSpPr>
          <p:nvPr/>
        </p:nvSpPr>
        <p:spPr>
          <a:xfrm>
            <a:off x="8829675" y="5748528"/>
            <a:ext cx="1905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0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221" name="vector_1220::1221_rect">
            <a:extLst>
              <a:ext uri="{FF2B5EF4-FFF2-40B4-BE49-F238E27FC236}">
                <a16:creationId xmlns:a16="http://schemas.microsoft.com/office/drawing/2014/main" id="{F5A27FDE-C133-4A6D-9938-A0851026F4B1}"/>
              </a:ext>
            </a:extLst>
          </p:cNvPr>
          <p:cNvSpPr>
            <a:spLocks noGrp="1"/>
          </p:cNvSpPr>
          <p:nvPr/>
        </p:nvSpPr>
        <p:spPr>
          <a:xfrm>
            <a:off x="8943975" y="5734050"/>
            <a:ext cx="70757" cy="161925"/>
          </a:xfrm>
          <a:prstGeom prst="rect">
            <a:avLst/>
          </a:prstGeom>
          <a:solidFill>
            <a:srgbClr val="9DC3D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2" name="vector_1220::1222_rect">
            <a:extLst>
              <a:ext uri="{FF2B5EF4-FFF2-40B4-BE49-F238E27FC236}">
                <a16:creationId xmlns:a16="http://schemas.microsoft.com/office/drawing/2014/main" id="{556AFF88-80F1-49E9-B3FA-4DA924C85953}"/>
              </a:ext>
            </a:extLst>
          </p:cNvPr>
          <p:cNvSpPr>
            <a:spLocks noGrp="1"/>
          </p:cNvSpPr>
          <p:nvPr/>
        </p:nvSpPr>
        <p:spPr>
          <a:xfrm>
            <a:off x="9014732" y="5734050"/>
            <a:ext cx="70757" cy="161925"/>
          </a:xfrm>
          <a:prstGeom prst="rect">
            <a:avLst/>
          </a:prstGeom>
          <a:solidFill>
            <a:srgbClr val="C5D8E0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3" name="vector_1220::1223_rect">
            <a:extLst>
              <a:ext uri="{FF2B5EF4-FFF2-40B4-BE49-F238E27FC236}">
                <a16:creationId xmlns:a16="http://schemas.microsoft.com/office/drawing/2014/main" id="{435EED13-01DF-48A3-B648-CE4C76EF3A31}"/>
              </a:ext>
            </a:extLst>
          </p:cNvPr>
          <p:cNvSpPr>
            <a:spLocks noGrp="1"/>
          </p:cNvSpPr>
          <p:nvPr/>
        </p:nvSpPr>
        <p:spPr>
          <a:xfrm>
            <a:off x="9085489" y="5734050"/>
            <a:ext cx="70757" cy="161925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4" name="vector_1220::1224_rect">
            <a:extLst>
              <a:ext uri="{FF2B5EF4-FFF2-40B4-BE49-F238E27FC236}">
                <a16:creationId xmlns:a16="http://schemas.microsoft.com/office/drawing/2014/main" id="{0384F1E2-3318-4048-B431-5FC816738EED}"/>
              </a:ext>
            </a:extLst>
          </p:cNvPr>
          <p:cNvSpPr>
            <a:spLocks noGrp="1"/>
          </p:cNvSpPr>
          <p:nvPr/>
        </p:nvSpPr>
        <p:spPr>
          <a:xfrm>
            <a:off x="9156246" y="5734050"/>
            <a:ext cx="70757" cy="161925"/>
          </a:xfrm>
          <a:prstGeom prst="rect">
            <a:avLst/>
          </a:prstGeom>
          <a:solidFill>
            <a:srgbClr val="9DC3D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5" name="vector_1220::1225_rect">
            <a:extLst>
              <a:ext uri="{FF2B5EF4-FFF2-40B4-BE49-F238E27FC236}">
                <a16:creationId xmlns:a16="http://schemas.microsoft.com/office/drawing/2014/main" id="{F651122E-4071-414B-88DC-C9A8FDBD348C}"/>
              </a:ext>
            </a:extLst>
          </p:cNvPr>
          <p:cNvSpPr>
            <a:spLocks noGrp="1"/>
          </p:cNvSpPr>
          <p:nvPr/>
        </p:nvSpPr>
        <p:spPr>
          <a:xfrm>
            <a:off x="9227004" y="5734050"/>
            <a:ext cx="70757" cy="161925"/>
          </a:xfrm>
          <a:prstGeom prst="rect">
            <a:avLst/>
          </a:prstGeom>
          <a:solidFill>
            <a:srgbClr val="C5D8E0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6" name="vector_1220::1226_rect">
            <a:extLst>
              <a:ext uri="{FF2B5EF4-FFF2-40B4-BE49-F238E27FC236}">
                <a16:creationId xmlns:a16="http://schemas.microsoft.com/office/drawing/2014/main" id="{9E94EE8B-7573-44F8-9F75-3A6A968748D1}"/>
              </a:ext>
            </a:extLst>
          </p:cNvPr>
          <p:cNvSpPr>
            <a:spLocks noGrp="1"/>
          </p:cNvSpPr>
          <p:nvPr/>
        </p:nvSpPr>
        <p:spPr>
          <a:xfrm>
            <a:off x="9297761" y="5734050"/>
            <a:ext cx="70757" cy="161925"/>
          </a:xfrm>
          <a:prstGeom prst="rect">
            <a:avLst/>
          </a:prstGeom>
          <a:solidFill>
            <a:srgbClr val="FFFFFF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7" name="vector_1220::1227_rect">
            <a:extLst>
              <a:ext uri="{FF2B5EF4-FFF2-40B4-BE49-F238E27FC236}">
                <a16:creationId xmlns:a16="http://schemas.microsoft.com/office/drawing/2014/main" id="{5EA04AA4-5EAC-4B48-A89E-B6902E4B6552}"/>
              </a:ext>
            </a:extLst>
          </p:cNvPr>
          <p:cNvSpPr>
            <a:spLocks noGrp="1"/>
          </p:cNvSpPr>
          <p:nvPr/>
        </p:nvSpPr>
        <p:spPr>
          <a:xfrm>
            <a:off x="9368518" y="5734050"/>
            <a:ext cx="70757" cy="161925"/>
          </a:xfrm>
          <a:prstGeom prst="rect">
            <a:avLst/>
          </a:prstGeom>
          <a:solidFill>
            <a:srgbClr val="9DC3D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8" name="vector_1220::1228_rect">
            <a:extLst>
              <a:ext uri="{FF2B5EF4-FFF2-40B4-BE49-F238E27FC236}">
                <a16:creationId xmlns:a16="http://schemas.microsoft.com/office/drawing/2014/main" id="{5297C667-0F56-4EEA-B59C-9E9E528D5A2B}"/>
              </a:ext>
            </a:extLst>
          </p:cNvPr>
          <p:cNvSpPr>
            <a:spLocks noGrp="1"/>
          </p:cNvSpPr>
          <p:nvPr/>
        </p:nvSpPr>
        <p:spPr>
          <a:xfrm>
            <a:off x="8943975" y="5734050"/>
            <a:ext cx="4953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9" name="1229_path">
            <a:extLst>
              <a:ext uri="{FF2B5EF4-FFF2-40B4-BE49-F238E27FC236}">
                <a16:creationId xmlns:a16="http://schemas.microsoft.com/office/drawing/2014/main" id="{57CD2334-97B0-4872-B6D6-9400EC78F583}"/>
              </a:ext>
            </a:extLst>
          </p:cNvPr>
          <p:cNvSpPr>
            <a:spLocks noGrp="1"/>
          </p:cNvSpPr>
          <p:nvPr/>
        </p:nvSpPr>
        <p:spPr>
          <a:xfrm>
            <a:off x="9477375" y="5810250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0" name="1230_path">
            <a:extLst>
              <a:ext uri="{FF2B5EF4-FFF2-40B4-BE49-F238E27FC236}">
                <a16:creationId xmlns:a16="http://schemas.microsoft.com/office/drawing/2014/main" id="{87517D10-957D-483B-9EDD-422ABE4F1B61}"/>
              </a:ext>
            </a:extLst>
          </p:cNvPr>
          <p:cNvSpPr>
            <a:spLocks noGrp="1"/>
          </p:cNvSpPr>
          <p:nvPr/>
        </p:nvSpPr>
        <p:spPr>
          <a:xfrm>
            <a:off x="9738421" y="57828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1" name="symbol_1230::1231_textbox">
            <a:extLst>
              <a:ext uri="{FF2B5EF4-FFF2-40B4-BE49-F238E27FC236}">
                <a16:creationId xmlns:a16="http://schemas.microsoft.com/office/drawing/2014/main" id="{C6F40A30-EFA2-446C-9588-45F132271C90}"/>
              </a:ext>
            </a:extLst>
          </p:cNvPr>
          <p:cNvSpPr>
            <a:spLocks noGrp="1"/>
          </p:cNvSpPr>
          <p:nvPr/>
        </p:nvSpPr>
        <p:spPr>
          <a:xfrm>
            <a:off x="8648700" y="6010275"/>
            <a:ext cx="114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e</a:t>
            </a:r>
          </a:p>
        </p:txBody>
      </p:sp>
      <p:sp>
        <p:nvSpPr>
          <p:cNvPr id="1232" name="symbol_1230::1232_textbox">
            <a:extLst>
              <a:ext uri="{FF2B5EF4-FFF2-40B4-BE49-F238E27FC236}">
                <a16:creationId xmlns:a16="http://schemas.microsoft.com/office/drawing/2014/main" id="{EB505468-AF36-4944-B938-D1ECC05E5051}"/>
              </a:ext>
            </a:extLst>
          </p:cNvPr>
          <p:cNvSpPr>
            <a:spLocks noGrp="1"/>
          </p:cNvSpPr>
          <p:nvPr/>
        </p:nvSpPr>
        <p:spPr>
          <a:xfrm>
            <a:off x="8724900" y="609085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1233" name="vector_1232::1233_rect">
            <a:extLst>
              <a:ext uri="{FF2B5EF4-FFF2-40B4-BE49-F238E27FC236}">
                <a16:creationId xmlns:a16="http://schemas.microsoft.com/office/drawing/2014/main" id="{DE39030A-660E-46B8-A71D-E255C6B75A6E}"/>
              </a:ext>
            </a:extLst>
          </p:cNvPr>
          <p:cNvSpPr>
            <a:spLocks noGrp="1"/>
          </p:cNvSpPr>
          <p:nvPr/>
        </p:nvSpPr>
        <p:spPr>
          <a:xfrm>
            <a:off x="8943975" y="6067425"/>
            <a:ext cx="139700" cy="16192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4" name="vector_1232::1234_rect">
            <a:extLst>
              <a:ext uri="{FF2B5EF4-FFF2-40B4-BE49-F238E27FC236}">
                <a16:creationId xmlns:a16="http://schemas.microsoft.com/office/drawing/2014/main" id="{D4DF353D-189C-4D3E-B83B-301AC980EB95}"/>
              </a:ext>
            </a:extLst>
          </p:cNvPr>
          <p:cNvSpPr>
            <a:spLocks noGrp="1"/>
          </p:cNvSpPr>
          <p:nvPr/>
        </p:nvSpPr>
        <p:spPr>
          <a:xfrm>
            <a:off x="9083675" y="6067425"/>
            <a:ext cx="139700" cy="16192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5" name="vector_1232::1235_rect">
            <a:extLst>
              <a:ext uri="{FF2B5EF4-FFF2-40B4-BE49-F238E27FC236}">
                <a16:creationId xmlns:a16="http://schemas.microsoft.com/office/drawing/2014/main" id="{F8440F26-832A-4A63-86B6-EDCB6D08D3B7}"/>
              </a:ext>
            </a:extLst>
          </p:cNvPr>
          <p:cNvSpPr>
            <a:spLocks noGrp="1"/>
          </p:cNvSpPr>
          <p:nvPr/>
        </p:nvSpPr>
        <p:spPr>
          <a:xfrm>
            <a:off x="9223375" y="6067425"/>
            <a:ext cx="139700" cy="161925"/>
          </a:xfrm>
          <a:prstGeom prst="rect">
            <a:avLst/>
          </a:prstGeom>
          <a:solidFill>
            <a:srgbClr val="C8B9D4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6" name="vector_1232::1236_rect">
            <a:extLst>
              <a:ext uri="{FF2B5EF4-FFF2-40B4-BE49-F238E27FC236}">
                <a16:creationId xmlns:a16="http://schemas.microsoft.com/office/drawing/2014/main" id="{C3F740A6-DFBF-4E4F-BD80-3CA75EBDCF05}"/>
              </a:ext>
            </a:extLst>
          </p:cNvPr>
          <p:cNvSpPr>
            <a:spLocks noGrp="1"/>
          </p:cNvSpPr>
          <p:nvPr/>
        </p:nvSpPr>
        <p:spPr>
          <a:xfrm>
            <a:off x="8943975" y="6067425"/>
            <a:ext cx="4191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7" name="1237_path">
            <a:extLst>
              <a:ext uri="{FF2B5EF4-FFF2-40B4-BE49-F238E27FC236}">
                <a16:creationId xmlns:a16="http://schemas.microsoft.com/office/drawing/2014/main" id="{9C37C38A-8BA6-4D2B-9C3C-B24A76B8D370}"/>
              </a:ext>
            </a:extLst>
          </p:cNvPr>
          <p:cNvSpPr>
            <a:spLocks noGrp="1"/>
          </p:cNvSpPr>
          <p:nvPr/>
        </p:nvSpPr>
        <p:spPr>
          <a:xfrm>
            <a:off x="9477375" y="6143625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8" name="1238_path">
            <a:extLst>
              <a:ext uri="{FF2B5EF4-FFF2-40B4-BE49-F238E27FC236}">
                <a16:creationId xmlns:a16="http://schemas.microsoft.com/office/drawing/2014/main" id="{4A01EE92-2CB6-4CAE-B81B-FAA44433CCE2}"/>
              </a:ext>
            </a:extLst>
          </p:cNvPr>
          <p:cNvSpPr>
            <a:spLocks noGrp="1"/>
          </p:cNvSpPr>
          <p:nvPr/>
        </p:nvSpPr>
        <p:spPr>
          <a:xfrm>
            <a:off x="9741770" y="61161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9" name="1239_textbox">
            <a:extLst>
              <a:ext uri="{FF2B5EF4-FFF2-40B4-BE49-F238E27FC236}">
                <a16:creationId xmlns:a16="http://schemas.microsoft.com/office/drawing/2014/main" id="{0AB87BDE-9A21-4AAA-A88F-B65565A6E71D}"/>
              </a:ext>
            </a:extLst>
          </p:cNvPr>
          <p:cNvSpPr>
            <a:spLocks noGrp="1"/>
          </p:cNvSpPr>
          <p:nvPr/>
        </p:nvSpPr>
        <p:spPr>
          <a:xfrm>
            <a:off x="8696325" y="6315075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r</a:t>
            </a:r>
          </a:p>
        </p:txBody>
      </p:sp>
      <p:sp>
        <p:nvSpPr>
          <p:cNvPr id="1240" name="vector_1239::1240_rect">
            <a:extLst>
              <a:ext uri="{FF2B5EF4-FFF2-40B4-BE49-F238E27FC236}">
                <a16:creationId xmlns:a16="http://schemas.microsoft.com/office/drawing/2014/main" id="{3A6F0E83-EE5F-4CA4-AB6D-A2C8526616E4}"/>
              </a:ext>
            </a:extLst>
          </p:cNvPr>
          <p:cNvSpPr>
            <a:spLocks noGrp="1"/>
          </p:cNvSpPr>
          <p:nvPr/>
        </p:nvSpPr>
        <p:spPr>
          <a:xfrm>
            <a:off x="8943975" y="6362700"/>
            <a:ext cx="139700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1" name="vector_1239::1241_rect">
            <a:extLst>
              <a:ext uri="{FF2B5EF4-FFF2-40B4-BE49-F238E27FC236}">
                <a16:creationId xmlns:a16="http://schemas.microsoft.com/office/drawing/2014/main" id="{8833D7CD-0BEE-4313-A378-27C2238C0EBF}"/>
              </a:ext>
            </a:extLst>
          </p:cNvPr>
          <p:cNvSpPr>
            <a:spLocks noGrp="1"/>
          </p:cNvSpPr>
          <p:nvPr/>
        </p:nvSpPr>
        <p:spPr>
          <a:xfrm>
            <a:off x="9083675" y="6362700"/>
            <a:ext cx="139700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2" name="vector_1239::1242_rect">
            <a:extLst>
              <a:ext uri="{FF2B5EF4-FFF2-40B4-BE49-F238E27FC236}">
                <a16:creationId xmlns:a16="http://schemas.microsoft.com/office/drawing/2014/main" id="{E8AE01DE-F272-4144-AF30-23494EAB1290}"/>
              </a:ext>
            </a:extLst>
          </p:cNvPr>
          <p:cNvSpPr>
            <a:spLocks noGrp="1"/>
          </p:cNvSpPr>
          <p:nvPr/>
        </p:nvSpPr>
        <p:spPr>
          <a:xfrm>
            <a:off x="9223375" y="6362700"/>
            <a:ext cx="139700" cy="161925"/>
          </a:xfrm>
          <a:prstGeom prst="rect">
            <a:avLst/>
          </a:prstGeom>
          <a:solidFill>
            <a:srgbClr val="ACD0E1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3" name="vector_1239::1243_rect">
            <a:extLst>
              <a:ext uri="{FF2B5EF4-FFF2-40B4-BE49-F238E27FC236}">
                <a16:creationId xmlns:a16="http://schemas.microsoft.com/office/drawing/2014/main" id="{B48A8267-905D-45A7-AA9E-B08DA3FEBDF6}"/>
              </a:ext>
            </a:extLst>
          </p:cNvPr>
          <p:cNvSpPr>
            <a:spLocks noGrp="1"/>
          </p:cNvSpPr>
          <p:nvPr/>
        </p:nvSpPr>
        <p:spPr>
          <a:xfrm>
            <a:off x="8943975" y="6362700"/>
            <a:ext cx="4191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4" name="1244_path">
            <a:extLst>
              <a:ext uri="{FF2B5EF4-FFF2-40B4-BE49-F238E27FC236}">
                <a16:creationId xmlns:a16="http://schemas.microsoft.com/office/drawing/2014/main" id="{E5CD9B41-60D5-4441-B80C-5B25B5C34651}"/>
              </a:ext>
            </a:extLst>
          </p:cNvPr>
          <p:cNvSpPr>
            <a:spLocks noGrp="1"/>
          </p:cNvSpPr>
          <p:nvPr/>
        </p:nvSpPr>
        <p:spPr>
          <a:xfrm>
            <a:off x="9477375" y="6438900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5" name="1245_path">
            <a:extLst>
              <a:ext uri="{FF2B5EF4-FFF2-40B4-BE49-F238E27FC236}">
                <a16:creationId xmlns:a16="http://schemas.microsoft.com/office/drawing/2014/main" id="{B893D976-58AA-4570-B5D5-CEBE5C7C9790}"/>
              </a:ext>
            </a:extLst>
          </p:cNvPr>
          <p:cNvSpPr>
            <a:spLocks noGrp="1"/>
          </p:cNvSpPr>
          <p:nvPr/>
        </p:nvSpPr>
        <p:spPr>
          <a:xfrm>
            <a:off x="9741770" y="64114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6" name="symbol_1245::1246_textbox">
            <a:extLst>
              <a:ext uri="{FF2B5EF4-FFF2-40B4-BE49-F238E27FC236}">
                <a16:creationId xmlns:a16="http://schemas.microsoft.com/office/drawing/2014/main" id="{2CD5494F-BDF6-4DD0-A789-96338A104ECF}"/>
              </a:ext>
            </a:extLst>
          </p:cNvPr>
          <p:cNvSpPr>
            <a:spLocks noGrp="1"/>
          </p:cNvSpPr>
          <p:nvPr/>
        </p:nvSpPr>
        <p:spPr>
          <a:xfrm>
            <a:off x="8648700" y="6581775"/>
            <a:ext cx="114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</a:t>
            </a:r>
          </a:p>
        </p:txBody>
      </p:sp>
      <p:sp>
        <p:nvSpPr>
          <p:cNvPr id="1247" name="symbol_1245::1247_textbox">
            <a:extLst>
              <a:ext uri="{FF2B5EF4-FFF2-40B4-BE49-F238E27FC236}">
                <a16:creationId xmlns:a16="http://schemas.microsoft.com/office/drawing/2014/main" id="{250D942D-66BA-4783-BAFA-B0462D5C9377}"/>
              </a:ext>
            </a:extLst>
          </p:cNvPr>
          <p:cNvSpPr>
            <a:spLocks noGrp="1"/>
          </p:cNvSpPr>
          <p:nvPr/>
        </p:nvSpPr>
        <p:spPr>
          <a:xfrm>
            <a:off x="8724900" y="666235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248" name="vector_1247::1248_rect">
            <a:extLst>
              <a:ext uri="{FF2B5EF4-FFF2-40B4-BE49-F238E27FC236}">
                <a16:creationId xmlns:a16="http://schemas.microsoft.com/office/drawing/2014/main" id="{68798486-C5D9-4DEA-BF76-1EB7C1121326}"/>
              </a:ext>
            </a:extLst>
          </p:cNvPr>
          <p:cNvSpPr>
            <a:spLocks noGrp="1"/>
          </p:cNvSpPr>
          <p:nvPr/>
        </p:nvSpPr>
        <p:spPr>
          <a:xfrm>
            <a:off x="8943975" y="6638925"/>
            <a:ext cx="139700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9" name="vector_1247::1249_rect">
            <a:extLst>
              <a:ext uri="{FF2B5EF4-FFF2-40B4-BE49-F238E27FC236}">
                <a16:creationId xmlns:a16="http://schemas.microsoft.com/office/drawing/2014/main" id="{FE1FBA4C-15DB-481F-BCCD-77D40B9A9F00}"/>
              </a:ext>
            </a:extLst>
          </p:cNvPr>
          <p:cNvSpPr>
            <a:spLocks noGrp="1"/>
          </p:cNvSpPr>
          <p:nvPr/>
        </p:nvSpPr>
        <p:spPr>
          <a:xfrm>
            <a:off x="9083675" y="6638925"/>
            <a:ext cx="139700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0" name="vector_1247::1250_rect">
            <a:extLst>
              <a:ext uri="{FF2B5EF4-FFF2-40B4-BE49-F238E27FC236}">
                <a16:creationId xmlns:a16="http://schemas.microsoft.com/office/drawing/2014/main" id="{D9382D0A-33AE-4DBB-81A7-22FACF19BF89}"/>
              </a:ext>
            </a:extLst>
          </p:cNvPr>
          <p:cNvSpPr>
            <a:spLocks noGrp="1"/>
          </p:cNvSpPr>
          <p:nvPr/>
        </p:nvSpPr>
        <p:spPr>
          <a:xfrm>
            <a:off x="9223375" y="6638925"/>
            <a:ext cx="139700" cy="161925"/>
          </a:xfrm>
          <a:prstGeom prst="rect">
            <a:avLst/>
          </a:prstGeom>
          <a:solidFill>
            <a:srgbClr val="E7CA6D"/>
          </a:solidFill>
          <a:ln w="7620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1" name="vector_1247::1251_rect">
            <a:extLst>
              <a:ext uri="{FF2B5EF4-FFF2-40B4-BE49-F238E27FC236}">
                <a16:creationId xmlns:a16="http://schemas.microsoft.com/office/drawing/2014/main" id="{BAB264D8-D4ED-4550-83CF-D7BC1DF36D53}"/>
              </a:ext>
            </a:extLst>
          </p:cNvPr>
          <p:cNvSpPr>
            <a:spLocks noGrp="1"/>
          </p:cNvSpPr>
          <p:nvPr/>
        </p:nvSpPr>
        <p:spPr>
          <a:xfrm>
            <a:off x="8943975" y="6638925"/>
            <a:ext cx="419100" cy="161925"/>
          </a:xfrm>
          <a:prstGeom prst="rect">
            <a:avLst/>
          </a:prstGeom>
          <a:noFill/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2" name="1252_path">
            <a:extLst>
              <a:ext uri="{FF2B5EF4-FFF2-40B4-BE49-F238E27FC236}">
                <a16:creationId xmlns:a16="http://schemas.microsoft.com/office/drawing/2014/main" id="{2AFF9C79-AF90-499E-AA27-A7E4AF2630FE}"/>
              </a:ext>
            </a:extLst>
          </p:cNvPr>
          <p:cNvSpPr>
            <a:spLocks noGrp="1"/>
          </p:cNvSpPr>
          <p:nvPr/>
        </p:nvSpPr>
        <p:spPr>
          <a:xfrm>
            <a:off x="9477375" y="6715125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3" name="1253_path">
            <a:extLst>
              <a:ext uri="{FF2B5EF4-FFF2-40B4-BE49-F238E27FC236}">
                <a16:creationId xmlns:a16="http://schemas.microsoft.com/office/drawing/2014/main" id="{8359527F-26F7-4EFA-A333-11F73B52D0CC}"/>
              </a:ext>
            </a:extLst>
          </p:cNvPr>
          <p:cNvSpPr>
            <a:spLocks noGrp="1"/>
          </p:cNvSpPr>
          <p:nvPr/>
        </p:nvSpPr>
        <p:spPr>
          <a:xfrm>
            <a:off x="9741770" y="66876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4" name="1254_path">
            <a:extLst>
              <a:ext uri="{FF2B5EF4-FFF2-40B4-BE49-F238E27FC236}">
                <a16:creationId xmlns:a16="http://schemas.microsoft.com/office/drawing/2014/main" id="{4362A04C-2E75-4F03-BBCE-B6FC482654F0}"/>
              </a:ext>
            </a:extLst>
          </p:cNvPr>
          <p:cNvSpPr>
            <a:spLocks noGrp="1"/>
          </p:cNvSpPr>
          <p:nvPr/>
        </p:nvSpPr>
        <p:spPr>
          <a:xfrm>
            <a:off x="9829800" y="4848225"/>
            <a:ext cx="95" cy="1866900"/>
          </a:xfrm>
          <a:custGeom>
            <a:avLst/>
            <a:gdLst/>
            <a:ahLst/>
            <a:cxnLst/>
            <a:rect l="0" t="0" r="0" b="0"/>
            <a:pathLst>
              <a:path w="95" h="1866900">
                <a:moveTo>
                  <a:pt x="0" y="0"/>
                </a:moveTo>
                <a:lnTo>
                  <a:pt x="0" y="186690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5" name="1255_path">
            <a:extLst>
              <a:ext uri="{FF2B5EF4-FFF2-40B4-BE49-F238E27FC236}">
                <a16:creationId xmlns:a16="http://schemas.microsoft.com/office/drawing/2014/main" id="{CA071A3E-E0DB-46E5-89C1-812FC0E408E1}"/>
              </a:ext>
            </a:extLst>
          </p:cNvPr>
          <p:cNvSpPr>
            <a:spLocks noGrp="1"/>
          </p:cNvSpPr>
          <p:nvPr/>
        </p:nvSpPr>
        <p:spPr>
          <a:xfrm>
            <a:off x="9839325" y="5886450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6" name="1256_path">
            <a:extLst>
              <a:ext uri="{FF2B5EF4-FFF2-40B4-BE49-F238E27FC236}">
                <a16:creationId xmlns:a16="http://schemas.microsoft.com/office/drawing/2014/main" id="{B6CED829-B4F5-4E61-8135-DEF592C6F83C}"/>
              </a:ext>
            </a:extLst>
          </p:cNvPr>
          <p:cNvSpPr>
            <a:spLocks noGrp="1"/>
          </p:cNvSpPr>
          <p:nvPr/>
        </p:nvSpPr>
        <p:spPr>
          <a:xfrm>
            <a:off x="10332320" y="585901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7" name="symbol_1256::1257_textbox">
            <a:extLst>
              <a:ext uri="{FF2B5EF4-FFF2-40B4-BE49-F238E27FC236}">
                <a16:creationId xmlns:a16="http://schemas.microsoft.com/office/drawing/2014/main" id="{9230DF34-9B2A-4A5C-B1D7-F6D3576D65B4}"/>
              </a:ext>
            </a:extLst>
          </p:cNvPr>
          <p:cNvSpPr>
            <a:spLocks noGrp="1"/>
          </p:cNvSpPr>
          <p:nvPr/>
        </p:nvSpPr>
        <p:spPr>
          <a:xfrm>
            <a:off x="10010775" y="5467350"/>
            <a:ext cx="133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4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q</a:t>
            </a:r>
          </a:p>
        </p:txBody>
      </p:sp>
      <p:sp>
        <p:nvSpPr>
          <p:cNvPr id="1258" name="symbol_1256::1258_textbox">
            <a:extLst>
              <a:ext uri="{FF2B5EF4-FFF2-40B4-BE49-F238E27FC236}">
                <a16:creationId xmlns:a16="http://schemas.microsoft.com/office/drawing/2014/main" id="{9A3D0DC8-B18D-4D5B-9A25-8B8A0E2CD678}"/>
              </a:ext>
            </a:extLst>
          </p:cNvPr>
          <p:cNvSpPr>
            <a:spLocks noGrp="1"/>
          </p:cNvSpPr>
          <p:nvPr/>
        </p:nvSpPr>
        <p:spPr>
          <a:xfrm>
            <a:off x="10106025" y="5552408"/>
            <a:ext cx="190500" cy="126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26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926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b</a:t>
            </a:r>
          </a:p>
        </p:txBody>
      </p:sp>
      <p:sp>
        <p:nvSpPr>
          <p:cNvPr id="1259" name="1259_textbox">
            <a:extLst>
              <a:ext uri="{FF2B5EF4-FFF2-40B4-BE49-F238E27FC236}">
                <a16:creationId xmlns:a16="http://schemas.microsoft.com/office/drawing/2014/main" id="{A631BC26-6439-435C-A017-31B0D0E0D709}"/>
              </a:ext>
            </a:extLst>
          </p:cNvPr>
          <p:cNvSpPr>
            <a:spLocks noGrp="1"/>
          </p:cNvSpPr>
          <p:nvPr/>
        </p:nvSpPr>
        <p:spPr>
          <a:xfrm>
            <a:off x="9858375" y="5667375"/>
            <a:ext cx="561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(553D)</a:t>
            </a:r>
          </a:p>
        </p:txBody>
      </p:sp>
      <p:sp>
        <p:nvSpPr>
          <p:cNvPr id="1260" name="1260_rect">
            <a:extLst>
              <a:ext uri="{FF2B5EF4-FFF2-40B4-BE49-F238E27FC236}">
                <a16:creationId xmlns:a16="http://schemas.microsoft.com/office/drawing/2014/main" id="{D06284F2-DBDE-4D49-91C7-6C968A9EA2EB}"/>
              </a:ext>
            </a:extLst>
          </p:cNvPr>
          <p:cNvSpPr>
            <a:spLocks noGrp="1"/>
          </p:cNvSpPr>
          <p:nvPr/>
        </p:nvSpPr>
        <p:spPr>
          <a:xfrm>
            <a:off x="10410825" y="4972050"/>
            <a:ext cx="247650" cy="1333500"/>
          </a:xfrm>
          <a:prstGeom prst="rect">
            <a:avLst/>
          </a:prstGeom>
          <a:gradFill>
            <a:gsLst>
              <a:gs pos="0">
                <a:srgbClr val="C7B6D5"/>
              </a:gs>
              <a:gs pos="100000">
                <a:srgbClr val="D4C8DD"/>
              </a:gs>
            </a:gsLst>
            <a:lin ang="0"/>
          </a:gradFill>
          <a:ln w="14288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1" name="1261_textbox">
            <a:extLst>
              <a:ext uri="{FF2B5EF4-FFF2-40B4-BE49-F238E27FC236}">
                <a16:creationId xmlns:a16="http://schemas.microsoft.com/office/drawing/2014/main" id="{05710A08-94CE-4F17-8EA1-79B62B4664F5}"/>
              </a:ext>
            </a:extLst>
          </p:cNvPr>
          <p:cNvSpPr>
            <a:spLocks noGrp="1"/>
          </p:cNvSpPr>
          <p:nvPr/>
        </p:nvSpPr>
        <p:spPr>
          <a:xfrm>
            <a:off x="10467975" y="5600700"/>
            <a:ext cx="152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//</a:t>
            </a:r>
          </a:p>
        </p:txBody>
      </p:sp>
      <p:sp>
        <p:nvSpPr>
          <p:cNvPr id="1262" name="1262_path">
            <a:extLst>
              <a:ext uri="{FF2B5EF4-FFF2-40B4-BE49-F238E27FC236}">
                <a16:creationId xmlns:a16="http://schemas.microsoft.com/office/drawing/2014/main" id="{C3473FC6-C1F8-42C5-AFB3-F46AB6926F63}"/>
              </a:ext>
            </a:extLst>
          </p:cNvPr>
          <p:cNvSpPr>
            <a:spLocks noGrp="1"/>
          </p:cNvSpPr>
          <p:nvPr/>
        </p:nvSpPr>
        <p:spPr>
          <a:xfrm>
            <a:off x="10677525" y="573405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3" name="1263_path">
            <a:extLst>
              <a:ext uri="{FF2B5EF4-FFF2-40B4-BE49-F238E27FC236}">
                <a16:creationId xmlns:a16="http://schemas.microsoft.com/office/drawing/2014/main" id="{CBE15493-0AA7-4B22-8770-A8AE8E35022A}"/>
              </a:ext>
            </a:extLst>
          </p:cNvPr>
          <p:cNvSpPr>
            <a:spLocks noGrp="1"/>
          </p:cNvSpPr>
          <p:nvPr/>
        </p:nvSpPr>
        <p:spPr>
          <a:xfrm>
            <a:off x="10801350" y="5295900"/>
            <a:ext cx="304800" cy="438150"/>
          </a:xfrm>
          <a:custGeom>
            <a:avLst/>
            <a:gdLst/>
            <a:ahLst/>
            <a:cxnLst/>
            <a:rect l="0" t="0" r="0" b="0"/>
            <a:pathLst>
              <a:path w="304800" h="438150">
                <a:moveTo>
                  <a:pt x="0" y="438150"/>
                </a:moveTo>
                <a:lnTo>
                  <a:pt x="0" y="0"/>
                </a:lnTo>
                <a:lnTo>
                  <a:pt x="3048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4" name="1264_path">
            <a:extLst>
              <a:ext uri="{FF2B5EF4-FFF2-40B4-BE49-F238E27FC236}">
                <a16:creationId xmlns:a16="http://schemas.microsoft.com/office/drawing/2014/main" id="{D55FF41C-0A08-439D-AA3D-9521A1AAE454}"/>
              </a:ext>
            </a:extLst>
          </p:cNvPr>
          <p:cNvSpPr>
            <a:spLocks noGrp="1"/>
          </p:cNvSpPr>
          <p:nvPr/>
        </p:nvSpPr>
        <p:spPr>
          <a:xfrm>
            <a:off x="11065745" y="52684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5" name="1265_path">
            <a:extLst>
              <a:ext uri="{FF2B5EF4-FFF2-40B4-BE49-F238E27FC236}">
                <a16:creationId xmlns:a16="http://schemas.microsoft.com/office/drawing/2014/main" id="{000313C6-82ED-48BB-A652-7AA88E37128C}"/>
              </a:ext>
            </a:extLst>
          </p:cNvPr>
          <p:cNvSpPr>
            <a:spLocks noGrp="1"/>
          </p:cNvSpPr>
          <p:nvPr/>
        </p:nvSpPr>
        <p:spPr>
          <a:xfrm>
            <a:off x="10801350" y="5734050"/>
            <a:ext cx="304800" cy="238125"/>
          </a:xfrm>
          <a:custGeom>
            <a:avLst/>
            <a:gdLst/>
            <a:ahLst/>
            <a:cxnLst/>
            <a:rect l="0" t="0" r="0" b="0"/>
            <a:pathLst>
              <a:path w="304800" h="238125">
                <a:moveTo>
                  <a:pt x="0" y="0"/>
                </a:moveTo>
                <a:lnTo>
                  <a:pt x="0" y="238125"/>
                </a:lnTo>
                <a:lnTo>
                  <a:pt x="304800" y="238125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6" name="1266_path">
            <a:extLst>
              <a:ext uri="{FF2B5EF4-FFF2-40B4-BE49-F238E27FC236}">
                <a16:creationId xmlns:a16="http://schemas.microsoft.com/office/drawing/2014/main" id="{62845779-3094-4EC9-9EFA-B8E81B65F34F}"/>
              </a:ext>
            </a:extLst>
          </p:cNvPr>
          <p:cNvSpPr>
            <a:spLocks noGrp="1"/>
          </p:cNvSpPr>
          <p:nvPr/>
        </p:nvSpPr>
        <p:spPr>
          <a:xfrm>
            <a:off x="11065745" y="59447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7" name="1267_textbox">
            <a:extLst>
              <a:ext uri="{FF2B5EF4-FFF2-40B4-BE49-F238E27FC236}">
                <a16:creationId xmlns:a16="http://schemas.microsoft.com/office/drawing/2014/main" id="{23500748-9BD6-48B5-9E8A-32CAAD8608E2}"/>
              </a:ext>
            </a:extLst>
          </p:cNvPr>
          <p:cNvSpPr>
            <a:spLocks noGrp="1"/>
          </p:cNvSpPr>
          <p:nvPr/>
        </p:nvSpPr>
        <p:spPr>
          <a:xfrm>
            <a:off x="11049000" y="4733925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446482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446482"/>
                </a:solidFill>
                <a:latin typeface="Nimbus Sans"/>
                <a:ea typeface="Nimbus Sans"/>
                <a:cs typeface="Nimbus Sans"/>
              </a:rPr>
              <a:t>13 × 2 heads</a:t>
            </a:r>
          </a:p>
        </p:txBody>
      </p:sp>
      <p:sp>
        <p:nvSpPr>
          <p:cNvPr id="1268" name="1268_path">
            <a:extLst>
              <a:ext uri="{FF2B5EF4-FFF2-40B4-BE49-F238E27FC236}">
                <a16:creationId xmlns:a16="http://schemas.microsoft.com/office/drawing/2014/main" id="{EC3412AB-3BFA-4D7D-AEA6-A4B175C98716}"/>
              </a:ext>
            </a:extLst>
          </p:cNvPr>
          <p:cNvSpPr>
            <a:spLocks noGrp="1"/>
          </p:cNvSpPr>
          <p:nvPr/>
        </p:nvSpPr>
        <p:spPr>
          <a:xfrm>
            <a:off x="11144250" y="5019675"/>
            <a:ext cx="666750" cy="466725"/>
          </a:xfrm>
          <a:custGeom>
            <a:avLst/>
            <a:gdLst/>
            <a:ahLst/>
            <a:cxnLst/>
            <a:rect l="0" t="0" r="0" b="0"/>
            <a:pathLst>
              <a:path w="666750" h="466725">
                <a:moveTo>
                  <a:pt x="0" y="0"/>
                </a:moveTo>
                <a:lnTo>
                  <a:pt x="666750" y="66675"/>
                </a:lnTo>
                <a:lnTo>
                  <a:pt x="666750" y="371475"/>
                </a:lnTo>
                <a:lnTo>
                  <a:pt x="0" y="466725"/>
                </a:lnTo>
                <a:close/>
              </a:path>
            </a:pathLst>
          </a:custGeom>
          <a:gradFill>
            <a:gsLst>
              <a:gs pos="0">
                <a:srgbClr val="ACD0E1"/>
              </a:gs>
              <a:gs pos="100000">
                <a:srgbClr val="BDDCEB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9" name="symbol_1268::1269_textbox">
            <a:extLst>
              <a:ext uri="{FF2B5EF4-FFF2-40B4-BE49-F238E27FC236}">
                <a16:creationId xmlns:a16="http://schemas.microsoft.com/office/drawing/2014/main" id="{E798053B-C74D-4B23-9C1E-128B7747A3B6}"/>
              </a:ext>
            </a:extLst>
          </p:cNvPr>
          <p:cNvSpPr>
            <a:spLocks noGrp="1"/>
          </p:cNvSpPr>
          <p:nvPr/>
        </p:nvSpPr>
        <p:spPr>
          <a:xfrm>
            <a:off x="11363325" y="5105400"/>
            <a:ext cx="171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H</a:t>
            </a:r>
          </a:p>
        </p:txBody>
      </p:sp>
      <p:sp>
        <p:nvSpPr>
          <p:cNvPr id="1270" name="symbol_1268::1270_textbox">
            <a:extLst>
              <a:ext uri="{FF2B5EF4-FFF2-40B4-BE49-F238E27FC236}">
                <a16:creationId xmlns:a16="http://schemas.microsoft.com/office/drawing/2014/main" id="{870BFDA7-BC7A-4917-9BF9-6F287F319E30}"/>
              </a:ext>
            </a:extLst>
          </p:cNvPr>
          <p:cNvSpPr>
            <a:spLocks noGrp="1"/>
          </p:cNvSpPr>
          <p:nvPr/>
        </p:nvSpPr>
        <p:spPr>
          <a:xfrm>
            <a:off x="11496675" y="5203889"/>
            <a:ext cx="19050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1271" name="symbol_1268::1271_textbox">
            <a:extLst>
              <a:ext uri="{FF2B5EF4-FFF2-40B4-BE49-F238E27FC236}">
                <a16:creationId xmlns:a16="http://schemas.microsoft.com/office/drawing/2014/main" id="{6FB87B8E-89A0-4CF1-AAE0-CEFA6E9FEC2E}"/>
              </a:ext>
            </a:extLst>
          </p:cNvPr>
          <p:cNvSpPr>
            <a:spLocks noGrp="1"/>
          </p:cNvSpPr>
          <p:nvPr/>
        </p:nvSpPr>
        <p:spPr>
          <a:xfrm>
            <a:off x="11496675" y="5086350"/>
            <a:ext cx="238125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1272" name="1272_path">
            <a:extLst>
              <a:ext uri="{FF2B5EF4-FFF2-40B4-BE49-F238E27FC236}">
                <a16:creationId xmlns:a16="http://schemas.microsoft.com/office/drawing/2014/main" id="{DF6EF497-16DC-4EFD-B7B2-A8BEA210DFB0}"/>
              </a:ext>
            </a:extLst>
          </p:cNvPr>
          <p:cNvSpPr>
            <a:spLocks noGrp="1"/>
          </p:cNvSpPr>
          <p:nvPr/>
        </p:nvSpPr>
        <p:spPr>
          <a:xfrm>
            <a:off x="11839575" y="5210175"/>
            <a:ext cx="171450" cy="95"/>
          </a:xfrm>
          <a:custGeom>
            <a:avLst/>
            <a:gdLst/>
            <a:ahLst/>
            <a:cxnLst/>
            <a:rect l="0" t="0" r="0" b="0"/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3" name="1273_path">
            <a:extLst>
              <a:ext uri="{FF2B5EF4-FFF2-40B4-BE49-F238E27FC236}">
                <a16:creationId xmlns:a16="http://schemas.microsoft.com/office/drawing/2014/main" id="{78442AFA-3EB7-48CF-B35A-DF781479114D}"/>
              </a:ext>
            </a:extLst>
          </p:cNvPr>
          <p:cNvSpPr>
            <a:spLocks noGrp="1"/>
          </p:cNvSpPr>
          <p:nvPr/>
        </p:nvSpPr>
        <p:spPr>
          <a:xfrm>
            <a:off x="11970620" y="51827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4" name="symbol_1273::1274_textbox">
            <a:extLst>
              <a:ext uri="{FF2B5EF4-FFF2-40B4-BE49-F238E27FC236}">
                <a16:creationId xmlns:a16="http://schemas.microsoft.com/office/drawing/2014/main" id="{A374369F-13D9-4326-85E8-54C655E5D3F8}"/>
              </a:ext>
            </a:extLst>
          </p:cNvPr>
          <p:cNvSpPr>
            <a:spLocks noGrp="1"/>
          </p:cNvSpPr>
          <p:nvPr/>
        </p:nvSpPr>
        <p:spPr>
          <a:xfrm>
            <a:off x="12058650" y="5076825"/>
            <a:ext cx="133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δ</a:t>
            </a:r>
          </a:p>
        </p:txBody>
      </p:sp>
      <p:sp>
        <p:nvSpPr>
          <p:cNvPr id="1275" name="symbol_1273::1275_textbox">
            <a:extLst>
              <a:ext uri="{FF2B5EF4-FFF2-40B4-BE49-F238E27FC236}">
                <a16:creationId xmlns:a16="http://schemas.microsoft.com/office/drawing/2014/main" id="{E441538D-3F3D-4688-92A9-43D5C5F7E418}"/>
              </a:ext>
            </a:extLst>
          </p:cNvPr>
          <p:cNvSpPr>
            <a:spLocks noGrp="1"/>
          </p:cNvSpPr>
          <p:nvPr/>
        </p:nvSpPr>
        <p:spPr>
          <a:xfrm>
            <a:off x="12153900" y="5166360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5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SC</a:t>
            </a:r>
          </a:p>
        </p:txBody>
      </p:sp>
      <p:sp>
        <p:nvSpPr>
          <p:cNvPr id="1276" name="1276_path">
            <a:extLst>
              <a:ext uri="{FF2B5EF4-FFF2-40B4-BE49-F238E27FC236}">
                <a16:creationId xmlns:a16="http://schemas.microsoft.com/office/drawing/2014/main" id="{76FC62E8-5C01-4735-9707-68E5298CCBE9}"/>
              </a:ext>
            </a:extLst>
          </p:cNvPr>
          <p:cNvSpPr>
            <a:spLocks noGrp="1"/>
          </p:cNvSpPr>
          <p:nvPr/>
        </p:nvSpPr>
        <p:spPr>
          <a:xfrm>
            <a:off x="11144250" y="5715000"/>
            <a:ext cx="666750" cy="466725"/>
          </a:xfrm>
          <a:custGeom>
            <a:avLst/>
            <a:gdLst/>
            <a:ahLst/>
            <a:cxnLst/>
            <a:rect l="0" t="0" r="0" b="0"/>
            <a:pathLst>
              <a:path w="666750" h="466725">
                <a:moveTo>
                  <a:pt x="0" y="0"/>
                </a:moveTo>
                <a:lnTo>
                  <a:pt x="666750" y="66675"/>
                </a:lnTo>
                <a:lnTo>
                  <a:pt x="666750" y="371475"/>
                </a:lnTo>
                <a:lnTo>
                  <a:pt x="0" y="466725"/>
                </a:lnTo>
                <a:close/>
              </a:path>
            </a:pathLst>
          </a:custGeom>
          <a:gradFill>
            <a:gsLst>
              <a:gs pos="0">
                <a:srgbClr val="ACDACD"/>
              </a:gs>
              <a:gs pos="100000">
                <a:srgbClr val="BDE4D6"/>
              </a:gs>
            </a:gsLst>
            <a:lin ang="0"/>
          </a:gradFill>
          <a:ln w="1619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7" name="symbol_1276::1277_textbox">
            <a:extLst>
              <a:ext uri="{FF2B5EF4-FFF2-40B4-BE49-F238E27FC236}">
                <a16:creationId xmlns:a16="http://schemas.microsoft.com/office/drawing/2014/main" id="{543EA57D-D7D9-4159-A43A-651F6C4A15EE}"/>
              </a:ext>
            </a:extLst>
          </p:cNvPr>
          <p:cNvSpPr>
            <a:spLocks noGrp="1"/>
          </p:cNvSpPr>
          <p:nvPr/>
        </p:nvSpPr>
        <p:spPr>
          <a:xfrm>
            <a:off x="11363325" y="5800725"/>
            <a:ext cx="171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H</a:t>
            </a:r>
          </a:p>
        </p:txBody>
      </p:sp>
      <p:sp>
        <p:nvSpPr>
          <p:cNvPr id="1278" name="symbol_1276::1278_textbox">
            <a:extLst>
              <a:ext uri="{FF2B5EF4-FFF2-40B4-BE49-F238E27FC236}">
                <a16:creationId xmlns:a16="http://schemas.microsoft.com/office/drawing/2014/main" id="{F1E4C46D-140C-4FDE-A2F9-CA2479BACB86}"/>
              </a:ext>
            </a:extLst>
          </p:cNvPr>
          <p:cNvSpPr>
            <a:spLocks noGrp="1"/>
          </p:cNvSpPr>
          <p:nvPr/>
        </p:nvSpPr>
        <p:spPr>
          <a:xfrm>
            <a:off x="11496675" y="5899214"/>
            <a:ext cx="19050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73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1279" name="symbol_1276::1279_textbox">
            <a:extLst>
              <a:ext uri="{FF2B5EF4-FFF2-40B4-BE49-F238E27FC236}">
                <a16:creationId xmlns:a16="http://schemas.microsoft.com/office/drawing/2014/main" id="{22D0BD75-337B-4993-B2EB-57FAFE28A241}"/>
              </a:ext>
            </a:extLst>
          </p:cNvPr>
          <p:cNvSpPr>
            <a:spLocks noGrp="1"/>
          </p:cNvSpPr>
          <p:nvPr/>
        </p:nvSpPr>
        <p:spPr>
          <a:xfrm>
            <a:off x="11496675" y="5781675"/>
            <a:ext cx="238125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8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78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1280" name="1280_path">
            <a:extLst>
              <a:ext uri="{FF2B5EF4-FFF2-40B4-BE49-F238E27FC236}">
                <a16:creationId xmlns:a16="http://schemas.microsoft.com/office/drawing/2014/main" id="{42B436A0-3005-4A93-A25D-7A19EECB2FF6}"/>
              </a:ext>
            </a:extLst>
          </p:cNvPr>
          <p:cNvSpPr>
            <a:spLocks noGrp="1"/>
          </p:cNvSpPr>
          <p:nvPr/>
        </p:nvSpPr>
        <p:spPr>
          <a:xfrm>
            <a:off x="11839575" y="5905500"/>
            <a:ext cx="171450" cy="95"/>
          </a:xfrm>
          <a:custGeom>
            <a:avLst/>
            <a:gdLst/>
            <a:ahLst/>
            <a:cxnLst/>
            <a:rect l="0" t="0" r="0" b="0"/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1" name="1281_path">
            <a:extLst>
              <a:ext uri="{FF2B5EF4-FFF2-40B4-BE49-F238E27FC236}">
                <a16:creationId xmlns:a16="http://schemas.microsoft.com/office/drawing/2014/main" id="{2D44601F-1FDE-452D-AF41-9B9D307A6023}"/>
              </a:ext>
            </a:extLst>
          </p:cNvPr>
          <p:cNvSpPr>
            <a:spLocks noGrp="1"/>
          </p:cNvSpPr>
          <p:nvPr/>
        </p:nvSpPr>
        <p:spPr>
          <a:xfrm>
            <a:off x="11967271" y="58780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2" name="symbol_1281::1282_textbox">
            <a:extLst>
              <a:ext uri="{FF2B5EF4-FFF2-40B4-BE49-F238E27FC236}">
                <a16:creationId xmlns:a16="http://schemas.microsoft.com/office/drawing/2014/main" id="{B9562C00-5D6F-40CB-8A7D-1FD4512CB83D}"/>
              </a:ext>
            </a:extLst>
          </p:cNvPr>
          <p:cNvSpPr>
            <a:spLocks noGrp="1"/>
          </p:cNvSpPr>
          <p:nvPr/>
        </p:nvSpPr>
        <p:spPr>
          <a:xfrm>
            <a:off x="12058650" y="5772150"/>
            <a:ext cx="133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δ</a:t>
            </a:r>
          </a:p>
        </p:txBody>
      </p:sp>
      <p:sp>
        <p:nvSpPr>
          <p:cNvPr id="1283" name="symbol_1281::1283_textbox">
            <a:extLst>
              <a:ext uri="{FF2B5EF4-FFF2-40B4-BE49-F238E27FC236}">
                <a16:creationId xmlns:a16="http://schemas.microsoft.com/office/drawing/2014/main" id="{B171830C-CEB8-4C86-A379-ADBE521AD9DB}"/>
              </a:ext>
            </a:extLst>
          </p:cNvPr>
          <p:cNvSpPr>
            <a:spLocks noGrp="1"/>
          </p:cNvSpPr>
          <p:nvPr/>
        </p:nvSpPr>
        <p:spPr>
          <a:xfrm>
            <a:off x="12153900" y="586168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5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defPPr>
          </a:lstStyle>
          <a:p>
            <a:pPr algn="l">
              <a:buNone/>
              <a:defRPr sz="6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6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</a:t>
            </a:r>
          </a:p>
        </p:txBody>
      </p:sp>
      <p:sp>
        <p:nvSpPr>
          <p:cNvPr id="1284" name="1284_path">
            <a:extLst>
              <a:ext uri="{FF2B5EF4-FFF2-40B4-BE49-F238E27FC236}">
                <a16:creationId xmlns:a16="http://schemas.microsoft.com/office/drawing/2014/main" id="{535F6D9D-55E3-48F0-BFC0-A17B8732A637}"/>
              </a:ext>
            </a:extLst>
          </p:cNvPr>
          <p:cNvSpPr>
            <a:spLocks noGrp="1"/>
          </p:cNvSpPr>
          <p:nvPr/>
        </p:nvSpPr>
        <p:spPr>
          <a:xfrm>
            <a:off x="8715375" y="6334125"/>
            <a:ext cx="1809750" cy="695325"/>
          </a:xfrm>
          <a:custGeom>
            <a:avLst/>
            <a:gdLst/>
            <a:ahLst/>
            <a:cxnLst/>
            <a:rect l="0" t="0" r="0" b="0"/>
            <a:pathLst>
              <a:path w="1809750" h="695325">
                <a:moveTo>
                  <a:pt x="1809750" y="0"/>
                </a:moveTo>
                <a:lnTo>
                  <a:pt x="1809750" y="571500"/>
                </a:lnTo>
                <a:lnTo>
                  <a:pt x="0" y="571500"/>
                </a:lnTo>
                <a:lnTo>
                  <a:pt x="0" y="695325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5" name="1285_path">
            <a:extLst>
              <a:ext uri="{FF2B5EF4-FFF2-40B4-BE49-F238E27FC236}">
                <a16:creationId xmlns:a16="http://schemas.microsoft.com/office/drawing/2014/main" id="{8551E900-1D81-4EF1-8E80-AC0CD524C1ED}"/>
              </a:ext>
            </a:extLst>
          </p:cNvPr>
          <p:cNvSpPr>
            <a:spLocks noGrp="1"/>
          </p:cNvSpPr>
          <p:nvPr/>
        </p:nvSpPr>
        <p:spPr>
          <a:xfrm>
            <a:off x="8687943" y="6989045"/>
            <a:ext cx="54864" cy="57150"/>
          </a:xfrm>
          <a:custGeom>
            <a:avLst/>
            <a:gdLst/>
            <a:ahLst/>
            <a:cxnLst/>
            <a:rect l="0" t="0" r="0" b="0"/>
            <a:pathLst>
              <a:path w="54864" h="57150">
                <a:moveTo>
                  <a:pt x="27432" y="57150"/>
                </a:moveTo>
                <a:lnTo>
                  <a:pt x="54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6" name="1286_rect">
            <a:extLst>
              <a:ext uri="{FF2B5EF4-FFF2-40B4-BE49-F238E27FC236}">
                <a16:creationId xmlns:a16="http://schemas.microsoft.com/office/drawing/2014/main" id="{2B065074-6490-4BDD-92CA-C6FA4A28BCFE}"/>
              </a:ext>
            </a:extLst>
          </p:cNvPr>
          <p:cNvSpPr>
            <a:spLocks noGrp="1"/>
          </p:cNvSpPr>
          <p:nvPr/>
        </p:nvSpPr>
        <p:spPr>
          <a:xfrm>
            <a:off x="8486775" y="7048500"/>
            <a:ext cx="857250" cy="38100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7" name="1287_textbox">
            <a:extLst>
              <a:ext uri="{FF2B5EF4-FFF2-40B4-BE49-F238E27FC236}">
                <a16:creationId xmlns:a16="http://schemas.microsoft.com/office/drawing/2014/main" id="{3BBF9A3C-94BA-4A42-B0AD-C29CE20846D6}"/>
              </a:ext>
            </a:extLst>
          </p:cNvPr>
          <p:cNvSpPr>
            <a:spLocks noGrp="1"/>
          </p:cNvSpPr>
          <p:nvPr/>
        </p:nvSpPr>
        <p:spPr>
          <a:xfrm>
            <a:off x="8515350" y="7058025"/>
            <a:ext cx="80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LayerNorm</a:t>
            </a:r>
          </a:p>
        </p:txBody>
      </p:sp>
      <p:sp>
        <p:nvSpPr>
          <p:cNvPr id="1288" name="1288_path">
            <a:extLst>
              <a:ext uri="{FF2B5EF4-FFF2-40B4-BE49-F238E27FC236}">
                <a16:creationId xmlns:a16="http://schemas.microsoft.com/office/drawing/2014/main" id="{1501F010-B402-4A87-B34C-77E35D50E08C}"/>
              </a:ext>
            </a:extLst>
          </p:cNvPr>
          <p:cNvSpPr>
            <a:spLocks noGrp="1"/>
          </p:cNvSpPr>
          <p:nvPr/>
        </p:nvSpPr>
        <p:spPr>
          <a:xfrm>
            <a:off x="9372600" y="7239000"/>
            <a:ext cx="200025" cy="95"/>
          </a:xfrm>
          <a:custGeom>
            <a:avLst/>
            <a:gdLst/>
            <a:ahLst/>
            <a:cxnLst/>
            <a:rect l="0" t="0" r="0" b="0"/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9" name="1289_path">
            <a:extLst>
              <a:ext uri="{FF2B5EF4-FFF2-40B4-BE49-F238E27FC236}">
                <a16:creationId xmlns:a16="http://schemas.microsoft.com/office/drawing/2014/main" id="{C35A6CF9-072F-4C9A-9DA4-321FBBC49AD5}"/>
              </a:ext>
            </a:extLst>
          </p:cNvPr>
          <p:cNvSpPr>
            <a:spLocks noGrp="1"/>
          </p:cNvSpPr>
          <p:nvPr/>
        </p:nvSpPr>
        <p:spPr>
          <a:xfrm>
            <a:off x="9532220" y="72115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0" name="1290_rect">
            <a:extLst>
              <a:ext uri="{FF2B5EF4-FFF2-40B4-BE49-F238E27FC236}">
                <a16:creationId xmlns:a16="http://schemas.microsoft.com/office/drawing/2014/main" id="{D438225F-C187-4927-9B83-CFD33BF2F514}"/>
              </a:ext>
            </a:extLst>
          </p:cNvPr>
          <p:cNvSpPr>
            <a:spLocks noGrp="1"/>
          </p:cNvSpPr>
          <p:nvPr/>
        </p:nvSpPr>
        <p:spPr>
          <a:xfrm>
            <a:off x="9610725" y="7038975"/>
            <a:ext cx="895350" cy="390525"/>
          </a:xfrm>
          <a:prstGeom prst="rect">
            <a:avLst/>
          </a:prstGeom>
          <a:solidFill>
            <a:srgbClr val="EDC2A0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1" name="1291_textbox">
            <a:extLst>
              <a:ext uri="{FF2B5EF4-FFF2-40B4-BE49-F238E27FC236}">
                <a16:creationId xmlns:a16="http://schemas.microsoft.com/office/drawing/2014/main" id="{1E5F6E6E-A77C-42A6-989F-DD4DD2C16E71}"/>
              </a:ext>
            </a:extLst>
          </p:cNvPr>
          <p:cNvSpPr>
            <a:spLocks noGrp="1"/>
          </p:cNvSpPr>
          <p:nvPr/>
        </p:nvSpPr>
        <p:spPr>
          <a:xfrm>
            <a:off x="9639300" y="7048500"/>
            <a:ext cx="838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MLP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192 → 1</a:t>
            </a:r>
          </a:p>
        </p:txBody>
      </p:sp>
      <p:sp>
        <p:nvSpPr>
          <p:cNvPr id="1292" name="1292_path">
            <a:extLst>
              <a:ext uri="{FF2B5EF4-FFF2-40B4-BE49-F238E27FC236}">
                <a16:creationId xmlns:a16="http://schemas.microsoft.com/office/drawing/2014/main" id="{9C2B6248-DCAD-4381-9A07-E0E43502EB07}"/>
              </a:ext>
            </a:extLst>
          </p:cNvPr>
          <p:cNvSpPr>
            <a:spLocks noGrp="1"/>
          </p:cNvSpPr>
          <p:nvPr/>
        </p:nvSpPr>
        <p:spPr>
          <a:xfrm>
            <a:off x="10534650" y="7239000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3" name="1293_path">
            <a:extLst>
              <a:ext uri="{FF2B5EF4-FFF2-40B4-BE49-F238E27FC236}">
                <a16:creationId xmlns:a16="http://schemas.microsoft.com/office/drawing/2014/main" id="{4217504D-0AC1-4446-B2CF-9BB93B65A2B8}"/>
              </a:ext>
            </a:extLst>
          </p:cNvPr>
          <p:cNvSpPr>
            <a:spLocks noGrp="1"/>
          </p:cNvSpPr>
          <p:nvPr/>
        </p:nvSpPr>
        <p:spPr>
          <a:xfrm>
            <a:off x="10684745" y="72115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4" name="1294_rect">
            <a:extLst>
              <a:ext uri="{FF2B5EF4-FFF2-40B4-BE49-F238E27FC236}">
                <a16:creationId xmlns:a16="http://schemas.microsoft.com/office/drawing/2014/main" id="{CDC6E16C-8C70-42F8-9E21-0F2D375960F4}"/>
              </a:ext>
            </a:extLst>
          </p:cNvPr>
          <p:cNvSpPr>
            <a:spLocks noGrp="1"/>
          </p:cNvSpPr>
          <p:nvPr/>
        </p:nvSpPr>
        <p:spPr>
          <a:xfrm>
            <a:off x="10763250" y="7038975"/>
            <a:ext cx="895350" cy="390525"/>
          </a:xfrm>
          <a:prstGeom prst="rect">
            <a:avLst/>
          </a:prstGeom>
          <a:solidFill>
            <a:srgbClr val="EDC2A0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5" name="1295_textbox">
            <a:extLst>
              <a:ext uri="{FF2B5EF4-FFF2-40B4-BE49-F238E27FC236}">
                <a16:creationId xmlns:a16="http://schemas.microsoft.com/office/drawing/2014/main" id="{8DC9BDF4-60EA-4A69-BEEC-FBCE7F32788B}"/>
              </a:ext>
            </a:extLst>
          </p:cNvPr>
          <p:cNvSpPr>
            <a:spLocks noGrp="1"/>
          </p:cNvSpPr>
          <p:nvPr/>
        </p:nvSpPr>
        <p:spPr>
          <a:xfrm>
            <a:off x="10791825" y="7048500"/>
            <a:ext cx="838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tanh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±1.25</a:t>
            </a:r>
          </a:p>
        </p:txBody>
      </p:sp>
      <p:sp>
        <p:nvSpPr>
          <p:cNvPr id="1296" name="1296_path">
            <a:extLst>
              <a:ext uri="{FF2B5EF4-FFF2-40B4-BE49-F238E27FC236}">
                <a16:creationId xmlns:a16="http://schemas.microsoft.com/office/drawing/2014/main" id="{A4AB9E19-647D-47BB-B82F-0F50AC37D796}"/>
              </a:ext>
            </a:extLst>
          </p:cNvPr>
          <p:cNvSpPr>
            <a:spLocks noGrp="1"/>
          </p:cNvSpPr>
          <p:nvPr/>
        </p:nvSpPr>
        <p:spPr>
          <a:xfrm>
            <a:off x="11687175" y="7239000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7" name="1297_path">
            <a:extLst>
              <a:ext uri="{FF2B5EF4-FFF2-40B4-BE49-F238E27FC236}">
                <a16:creationId xmlns:a16="http://schemas.microsoft.com/office/drawing/2014/main" id="{7E29A3C2-ECB2-499C-95DD-9EC4D9F9CD0D}"/>
              </a:ext>
            </a:extLst>
          </p:cNvPr>
          <p:cNvSpPr>
            <a:spLocks noGrp="1"/>
          </p:cNvSpPr>
          <p:nvPr/>
        </p:nvSpPr>
        <p:spPr>
          <a:xfrm>
            <a:off x="11837270" y="72115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8" name="symbol_1297::1298_textbox">
            <a:extLst>
              <a:ext uri="{FF2B5EF4-FFF2-40B4-BE49-F238E27FC236}">
                <a16:creationId xmlns:a16="http://schemas.microsoft.com/office/drawing/2014/main" id="{6C1869CE-5D4F-4726-8CB7-309E769A9933}"/>
              </a:ext>
            </a:extLst>
          </p:cNvPr>
          <p:cNvSpPr>
            <a:spLocks noGrp="1"/>
          </p:cNvSpPr>
          <p:nvPr/>
        </p:nvSpPr>
        <p:spPr>
          <a:xfrm>
            <a:off x="11991975" y="7096125"/>
            <a:ext cx="133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δ</a:t>
            </a:r>
          </a:p>
        </p:txBody>
      </p:sp>
      <p:sp>
        <p:nvSpPr>
          <p:cNvPr id="1299" name="symbol_1297::1299_textbox">
            <a:extLst>
              <a:ext uri="{FF2B5EF4-FFF2-40B4-BE49-F238E27FC236}">
                <a16:creationId xmlns:a16="http://schemas.microsoft.com/office/drawing/2014/main" id="{099A65E4-BB05-4B71-B49B-7E4ED261A7DB}"/>
              </a:ext>
            </a:extLst>
          </p:cNvPr>
          <p:cNvSpPr>
            <a:spLocks noGrp="1"/>
          </p:cNvSpPr>
          <p:nvPr/>
        </p:nvSpPr>
        <p:spPr>
          <a:xfrm>
            <a:off x="12087225" y="7185660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9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b</a:t>
            </a:r>
          </a:p>
        </p:txBody>
      </p:sp>
      <p:sp>
        <p:nvSpPr>
          <p:cNvPr id="1300" name="1300_rect">
            <a:extLst>
              <a:ext uri="{FF2B5EF4-FFF2-40B4-BE49-F238E27FC236}">
                <a16:creationId xmlns:a16="http://schemas.microsoft.com/office/drawing/2014/main" id="{0B8A080B-D2E5-4008-88D3-600F98D9D552}"/>
              </a:ext>
            </a:extLst>
          </p:cNvPr>
          <p:cNvSpPr>
            <a:spLocks noGrp="1"/>
          </p:cNvSpPr>
          <p:nvPr/>
        </p:nvSpPr>
        <p:spPr>
          <a:xfrm>
            <a:off x="95250" y="7762875"/>
            <a:ext cx="12306300" cy="24479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DF8FC"/>
              </a:gs>
            </a:gsLst>
            <a:lin ang="7200000"/>
          </a:gradFill>
          <a:ln w="14288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01" name="1301_textbox">
            <a:extLst>
              <a:ext uri="{FF2B5EF4-FFF2-40B4-BE49-F238E27FC236}">
                <a16:creationId xmlns:a16="http://schemas.microsoft.com/office/drawing/2014/main" id="{D1521D1B-6975-4290-BE5A-D32955D95E29}"/>
              </a:ext>
            </a:extLst>
          </p:cNvPr>
          <p:cNvSpPr>
            <a:spLocks noGrp="1"/>
          </p:cNvSpPr>
          <p:nvPr/>
        </p:nvSpPr>
        <p:spPr>
          <a:xfrm>
            <a:off x="200025" y="7800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e</a:t>
            </a:r>
          </a:p>
        </p:txBody>
      </p:sp>
      <p:sp>
        <p:nvSpPr>
          <p:cNvPr id="1302" name="1302_textbox">
            <a:extLst>
              <a:ext uri="{FF2B5EF4-FFF2-40B4-BE49-F238E27FC236}">
                <a16:creationId xmlns:a16="http://schemas.microsoft.com/office/drawing/2014/main" id="{FEAEC938-0CC1-4376-948B-40141A5F13BD}"/>
              </a:ext>
            </a:extLst>
          </p:cNvPr>
          <p:cNvSpPr>
            <a:spLocks noGrp="1"/>
          </p:cNvSpPr>
          <p:nvPr/>
        </p:nvSpPr>
        <p:spPr>
          <a:xfrm>
            <a:off x="523875" y="78105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Evidence-controlled update</a:t>
            </a:r>
          </a:p>
        </p:txBody>
      </p:sp>
      <p:sp>
        <p:nvSpPr>
          <p:cNvPr id="1303" name="1303_textbox">
            <a:extLst>
              <a:ext uri="{FF2B5EF4-FFF2-40B4-BE49-F238E27FC236}">
                <a16:creationId xmlns:a16="http://schemas.microsoft.com/office/drawing/2014/main" id="{A8B2E667-6770-433B-A842-8A4DA48125F4}"/>
              </a:ext>
            </a:extLst>
          </p:cNvPr>
          <p:cNvSpPr>
            <a:spLocks noGrp="1"/>
          </p:cNvSpPr>
          <p:nvPr/>
        </p:nvSpPr>
        <p:spPr>
          <a:xfrm>
            <a:off x="257175" y="8220075"/>
            <a:ext cx="1247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Training data</a:t>
            </a:r>
          </a:p>
        </p:txBody>
      </p:sp>
      <p:sp>
        <p:nvSpPr>
          <p:cNvPr id="1304" name="matrix_1303::1304_path">
            <a:extLst>
              <a:ext uri="{FF2B5EF4-FFF2-40B4-BE49-F238E27FC236}">
                <a16:creationId xmlns:a16="http://schemas.microsoft.com/office/drawing/2014/main" id="{DB99E21E-972A-42FA-B65C-27EB615CA724}"/>
              </a:ext>
            </a:extLst>
          </p:cNvPr>
          <p:cNvSpPr>
            <a:spLocks noGrp="1"/>
          </p:cNvSpPr>
          <p:nvPr/>
        </p:nvSpPr>
        <p:spPr>
          <a:xfrm>
            <a:off x="381000" y="8534400"/>
            <a:ext cx="561975" cy="457200"/>
          </a:xfrm>
          <a:custGeom>
            <a:avLst/>
            <a:gdLst/>
            <a:ahLst/>
            <a:cxnLst/>
            <a:rect l="0" t="0" r="0" b="0"/>
            <a:pathLst>
              <a:path w="561975" h="457200">
                <a:moveTo>
                  <a:pt x="0" y="0"/>
                </a:moveTo>
                <a:lnTo>
                  <a:pt x="561975" y="0"/>
                </a:lnTo>
                <a:lnTo>
                  <a:pt x="561975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5" name="matrix_1303::1305_path">
            <a:extLst>
              <a:ext uri="{FF2B5EF4-FFF2-40B4-BE49-F238E27FC236}">
                <a16:creationId xmlns:a16="http://schemas.microsoft.com/office/drawing/2014/main" id="{1D9A0734-CE00-4176-B02B-CA5551343A4B}"/>
              </a:ext>
            </a:extLst>
          </p:cNvPr>
          <p:cNvSpPr>
            <a:spLocks noGrp="1"/>
          </p:cNvSpPr>
          <p:nvPr/>
        </p:nvSpPr>
        <p:spPr>
          <a:xfrm>
            <a:off x="409575" y="856297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6" name="matrix_1303::1306_path">
            <a:extLst>
              <a:ext uri="{FF2B5EF4-FFF2-40B4-BE49-F238E27FC236}">
                <a16:creationId xmlns:a16="http://schemas.microsoft.com/office/drawing/2014/main" id="{7F038257-4E24-4CD8-8B2F-79BA38F6D161}"/>
              </a:ext>
            </a:extLst>
          </p:cNvPr>
          <p:cNvSpPr>
            <a:spLocks noGrp="1"/>
          </p:cNvSpPr>
          <p:nvPr/>
        </p:nvSpPr>
        <p:spPr>
          <a:xfrm>
            <a:off x="493713" y="856297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7" name="matrix_1303::1307_path">
            <a:extLst>
              <a:ext uri="{FF2B5EF4-FFF2-40B4-BE49-F238E27FC236}">
                <a16:creationId xmlns:a16="http://schemas.microsoft.com/office/drawing/2014/main" id="{FE84EF55-EC72-4C57-A354-C392B02AE8A0}"/>
              </a:ext>
            </a:extLst>
          </p:cNvPr>
          <p:cNvSpPr>
            <a:spLocks noGrp="1"/>
          </p:cNvSpPr>
          <p:nvPr/>
        </p:nvSpPr>
        <p:spPr>
          <a:xfrm>
            <a:off x="577850" y="856297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8" name="matrix_1303::1308_path">
            <a:extLst>
              <a:ext uri="{FF2B5EF4-FFF2-40B4-BE49-F238E27FC236}">
                <a16:creationId xmlns:a16="http://schemas.microsoft.com/office/drawing/2014/main" id="{1E93C9FF-D836-4BF9-B2EE-ADCC0AC6D615}"/>
              </a:ext>
            </a:extLst>
          </p:cNvPr>
          <p:cNvSpPr>
            <a:spLocks noGrp="1"/>
          </p:cNvSpPr>
          <p:nvPr/>
        </p:nvSpPr>
        <p:spPr>
          <a:xfrm>
            <a:off x="661988" y="856297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9" name="matrix_1303::1309_path">
            <a:extLst>
              <a:ext uri="{FF2B5EF4-FFF2-40B4-BE49-F238E27FC236}">
                <a16:creationId xmlns:a16="http://schemas.microsoft.com/office/drawing/2014/main" id="{A33DF7B8-E4B7-4DF2-8015-076553678EC8}"/>
              </a:ext>
            </a:extLst>
          </p:cNvPr>
          <p:cNvSpPr>
            <a:spLocks noGrp="1"/>
          </p:cNvSpPr>
          <p:nvPr/>
        </p:nvSpPr>
        <p:spPr>
          <a:xfrm>
            <a:off x="746125" y="856297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0" name="matrix_1303::1310_path">
            <a:extLst>
              <a:ext uri="{FF2B5EF4-FFF2-40B4-BE49-F238E27FC236}">
                <a16:creationId xmlns:a16="http://schemas.microsoft.com/office/drawing/2014/main" id="{CFA326ED-286F-4121-B99A-FBEEEEBF33CD}"/>
              </a:ext>
            </a:extLst>
          </p:cNvPr>
          <p:cNvSpPr>
            <a:spLocks noGrp="1"/>
          </p:cNvSpPr>
          <p:nvPr/>
        </p:nvSpPr>
        <p:spPr>
          <a:xfrm>
            <a:off x="830263" y="856297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1" name="matrix_1303::1311_path">
            <a:extLst>
              <a:ext uri="{FF2B5EF4-FFF2-40B4-BE49-F238E27FC236}">
                <a16:creationId xmlns:a16="http://schemas.microsoft.com/office/drawing/2014/main" id="{FB122CF1-1E4C-4A3B-B3AD-A538CAD55A6E}"/>
              </a:ext>
            </a:extLst>
          </p:cNvPr>
          <p:cNvSpPr>
            <a:spLocks noGrp="1"/>
          </p:cNvSpPr>
          <p:nvPr/>
        </p:nvSpPr>
        <p:spPr>
          <a:xfrm>
            <a:off x="409575" y="864298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2" name="matrix_1303::1312_path">
            <a:extLst>
              <a:ext uri="{FF2B5EF4-FFF2-40B4-BE49-F238E27FC236}">
                <a16:creationId xmlns:a16="http://schemas.microsoft.com/office/drawing/2014/main" id="{8B936B9E-E006-4573-9FE0-A21DC18B00F9}"/>
              </a:ext>
            </a:extLst>
          </p:cNvPr>
          <p:cNvSpPr>
            <a:spLocks noGrp="1"/>
          </p:cNvSpPr>
          <p:nvPr/>
        </p:nvSpPr>
        <p:spPr>
          <a:xfrm>
            <a:off x="493713" y="864298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3" name="matrix_1303::1313_path">
            <a:extLst>
              <a:ext uri="{FF2B5EF4-FFF2-40B4-BE49-F238E27FC236}">
                <a16:creationId xmlns:a16="http://schemas.microsoft.com/office/drawing/2014/main" id="{61407D32-31D8-48E9-AB9C-40419B86048E}"/>
              </a:ext>
            </a:extLst>
          </p:cNvPr>
          <p:cNvSpPr>
            <a:spLocks noGrp="1"/>
          </p:cNvSpPr>
          <p:nvPr/>
        </p:nvSpPr>
        <p:spPr>
          <a:xfrm>
            <a:off x="577850" y="864298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4" name="matrix_1303::1314_path">
            <a:extLst>
              <a:ext uri="{FF2B5EF4-FFF2-40B4-BE49-F238E27FC236}">
                <a16:creationId xmlns:a16="http://schemas.microsoft.com/office/drawing/2014/main" id="{F00B8C32-3862-456A-A2ED-4268E8A1E9A7}"/>
              </a:ext>
            </a:extLst>
          </p:cNvPr>
          <p:cNvSpPr>
            <a:spLocks noGrp="1"/>
          </p:cNvSpPr>
          <p:nvPr/>
        </p:nvSpPr>
        <p:spPr>
          <a:xfrm>
            <a:off x="661988" y="864298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5" name="matrix_1303::1315_path">
            <a:extLst>
              <a:ext uri="{FF2B5EF4-FFF2-40B4-BE49-F238E27FC236}">
                <a16:creationId xmlns:a16="http://schemas.microsoft.com/office/drawing/2014/main" id="{462A7A93-B8E3-457B-8FD2-C716FA14C8CB}"/>
              </a:ext>
            </a:extLst>
          </p:cNvPr>
          <p:cNvSpPr>
            <a:spLocks noGrp="1"/>
          </p:cNvSpPr>
          <p:nvPr/>
        </p:nvSpPr>
        <p:spPr>
          <a:xfrm>
            <a:off x="746125" y="864298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6" name="matrix_1303::1316_path">
            <a:extLst>
              <a:ext uri="{FF2B5EF4-FFF2-40B4-BE49-F238E27FC236}">
                <a16:creationId xmlns:a16="http://schemas.microsoft.com/office/drawing/2014/main" id="{AC2183E9-D4AD-46A9-9C6A-2058DDC597BD}"/>
              </a:ext>
            </a:extLst>
          </p:cNvPr>
          <p:cNvSpPr>
            <a:spLocks noGrp="1"/>
          </p:cNvSpPr>
          <p:nvPr/>
        </p:nvSpPr>
        <p:spPr>
          <a:xfrm>
            <a:off x="830263" y="864298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7" name="matrix_1303::1317_path">
            <a:extLst>
              <a:ext uri="{FF2B5EF4-FFF2-40B4-BE49-F238E27FC236}">
                <a16:creationId xmlns:a16="http://schemas.microsoft.com/office/drawing/2014/main" id="{F6C1F316-154A-4D08-8574-598381E2435C}"/>
              </a:ext>
            </a:extLst>
          </p:cNvPr>
          <p:cNvSpPr>
            <a:spLocks noGrp="1"/>
          </p:cNvSpPr>
          <p:nvPr/>
        </p:nvSpPr>
        <p:spPr>
          <a:xfrm>
            <a:off x="409575" y="872299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8" name="matrix_1303::1318_path">
            <a:extLst>
              <a:ext uri="{FF2B5EF4-FFF2-40B4-BE49-F238E27FC236}">
                <a16:creationId xmlns:a16="http://schemas.microsoft.com/office/drawing/2014/main" id="{743DE696-6489-451D-B832-EE1AFA451753}"/>
              </a:ext>
            </a:extLst>
          </p:cNvPr>
          <p:cNvSpPr>
            <a:spLocks noGrp="1"/>
          </p:cNvSpPr>
          <p:nvPr/>
        </p:nvSpPr>
        <p:spPr>
          <a:xfrm>
            <a:off x="493713" y="872299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9" name="matrix_1303::1319_path">
            <a:extLst>
              <a:ext uri="{FF2B5EF4-FFF2-40B4-BE49-F238E27FC236}">
                <a16:creationId xmlns:a16="http://schemas.microsoft.com/office/drawing/2014/main" id="{A43C4A8A-51A9-4FA8-81E8-DFA605DAA39B}"/>
              </a:ext>
            </a:extLst>
          </p:cNvPr>
          <p:cNvSpPr>
            <a:spLocks noGrp="1"/>
          </p:cNvSpPr>
          <p:nvPr/>
        </p:nvSpPr>
        <p:spPr>
          <a:xfrm>
            <a:off x="577850" y="872299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0" name="matrix_1303::1320_path">
            <a:extLst>
              <a:ext uri="{FF2B5EF4-FFF2-40B4-BE49-F238E27FC236}">
                <a16:creationId xmlns:a16="http://schemas.microsoft.com/office/drawing/2014/main" id="{42687D16-7251-4233-B4B3-1EFF89E454BE}"/>
              </a:ext>
            </a:extLst>
          </p:cNvPr>
          <p:cNvSpPr>
            <a:spLocks noGrp="1"/>
          </p:cNvSpPr>
          <p:nvPr/>
        </p:nvSpPr>
        <p:spPr>
          <a:xfrm>
            <a:off x="661988" y="872299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1" name="matrix_1303::1321_path">
            <a:extLst>
              <a:ext uri="{FF2B5EF4-FFF2-40B4-BE49-F238E27FC236}">
                <a16:creationId xmlns:a16="http://schemas.microsoft.com/office/drawing/2014/main" id="{4DEC4D72-A27D-42A4-B084-0F2EC98383FF}"/>
              </a:ext>
            </a:extLst>
          </p:cNvPr>
          <p:cNvSpPr>
            <a:spLocks noGrp="1"/>
          </p:cNvSpPr>
          <p:nvPr/>
        </p:nvSpPr>
        <p:spPr>
          <a:xfrm>
            <a:off x="746125" y="872299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2" name="matrix_1303::1322_path">
            <a:extLst>
              <a:ext uri="{FF2B5EF4-FFF2-40B4-BE49-F238E27FC236}">
                <a16:creationId xmlns:a16="http://schemas.microsoft.com/office/drawing/2014/main" id="{4E3D28BE-AC66-45E9-B6B7-15107652A99F}"/>
              </a:ext>
            </a:extLst>
          </p:cNvPr>
          <p:cNvSpPr>
            <a:spLocks noGrp="1"/>
          </p:cNvSpPr>
          <p:nvPr/>
        </p:nvSpPr>
        <p:spPr>
          <a:xfrm>
            <a:off x="830263" y="872299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3" name="matrix_1303::1323_path">
            <a:extLst>
              <a:ext uri="{FF2B5EF4-FFF2-40B4-BE49-F238E27FC236}">
                <a16:creationId xmlns:a16="http://schemas.microsoft.com/office/drawing/2014/main" id="{7DDF7EEF-72FF-4039-AFDF-1EF565491DC3}"/>
              </a:ext>
            </a:extLst>
          </p:cNvPr>
          <p:cNvSpPr>
            <a:spLocks noGrp="1"/>
          </p:cNvSpPr>
          <p:nvPr/>
        </p:nvSpPr>
        <p:spPr>
          <a:xfrm>
            <a:off x="409575" y="880300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4" name="matrix_1303::1324_path">
            <a:extLst>
              <a:ext uri="{FF2B5EF4-FFF2-40B4-BE49-F238E27FC236}">
                <a16:creationId xmlns:a16="http://schemas.microsoft.com/office/drawing/2014/main" id="{8A5FDEDE-5FB9-4897-95E3-837C9074F66E}"/>
              </a:ext>
            </a:extLst>
          </p:cNvPr>
          <p:cNvSpPr>
            <a:spLocks noGrp="1"/>
          </p:cNvSpPr>
          <p:nvPr/>
        </p:nvSpPr>
        <p:spPr>
          <a:xfrm>
            <a:off x="493713" y="880300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5" name="matrix_1303::1325_path">
            <a:extLst>
              <a:ext uri="{FF2B5EF4-FFF2-40B4-BE49-F238E27FC236}">
                <a16:creationId xmlns:a16="http://schemas.microsoft.com/office/drawing/2014/main" id="{229AD616-1169-44E8-A6FF-0110A73379AC}"/>
              </a:ext>
            </a:extLst>
          </p:cNvPr>
          <p:cNvSpPr>
            <a:spLocks noGrp="1"/>
          </p:cNvSpPr>
          <p:nvPr/>
        </p:nvSpPr>
        <p:spPr>
          <a:xfrm>
            <a:off x="577850" y="880300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6" name="matrix_1303::1326_path">
            <a:extLst>
              <a:ext uri="{FF2B5EF4-FFF2-40B4-BE49-F238E27FC236}">
                <a16:creationId xmlns:a16="http://schemas.microsoft.com/office/drawing/2014/main" id="{D85F582D-CA9F-4F7D-823F-5D54B827B15B}"/>
              </a:ext>
            </a:extLst>
          </p:cNvPr>
          <p:cNvSpPr>
            <a:spLocks noGrp="1"/>
          </p:cNvSpPr>
          <p:nvPr/>
        </p:nvSpPr>
        <p:spPr>
          <a:xfrm>
            <a:off x="661988" y="880300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7" name="matrix_1303::1327_path">
            <a:extLst>
              <a:ext uri="{FF2B5EF4-FFF2-40B4-BE49-F238E27FC236}">
                <a16:creationId xmlns:a16="http://schemas.microsoft.com/office/drawing/2014/main" id="{12B4D694-3E64-4753-A604-BAD9033C34DA}"/>
              </a:ext>
            </a:extLst>
          </p:cNvPr>
          <p:cNvSpPr>
            <a:spLocks noGrp="1"/>
          </p:cNvSpPr>
          <p:nvPr/>
        </p:nvSpPr>
        <p:spPr>
          <a:xfrm>
            <a:off x="746125" y="880300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8" name="matrix_1303::1328_path">
            <a:extLst>
              <a:ext uri="{FF2B5EF4-FFF2-40B4-BE49-F238E27FC236}">
                <a16:creationId xmlns:a16="http://schemas.microsoft.com/office/drawing/2014/main" id="{36121EE8-BA4C-46E8-8E3D-B53956191D83}"/>
              </a:ext>
            </a:extLst>
          </p:cNvPr>
          <p:cNvSpPr>
            <a:spLocks noGrp="1"/>
          </p:cNvSpPr>
          <p:nvPr/>
        </p:nvSpPr>
        <p:spPr>
          <a:xfrm>
            <a:off x="830263" y="880300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9" name="matrix_1303::1329_path">
            <a:extLst>
              <a:ext uri="{FF2B5EF4-FFF2-40B4-BE49-F238E27FC236}">
                <a16:creationId xmlns:a16="http://schemas.microsoft.com/office/drawing/2014/main" id="{E29D87C9-DD2A-4729-8815-9BA8CBF835B3}"/>
              </a:ext>
            </a:extLst>
          </p:cNvPr>
          <p:cNvSpPr>
            <a:spLocks noGrp="1"/>
          </p:cNvSpPr>
          <p:nvPr/>
        </p:nvSpPr>
        <p:spPr>
          <a:xfrm>
            <a:off x="409575" y="888301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0" name="matrix_1303::1330_path">
            <a:extLst>
              <a:ext uri="{FF2B5EF4-FFF2-40B4-BE49-F238E27FC236}">
                <a16:creationId xmlns:a16="http://schemas.microsoft.com/office/drawing/2014/main" id="{D2A92D16-6B01-4893-B200-DFD3E8C200C5}"/>
              </a:ext>
            </a:extLst>
          </p:cNvPr>
          <p:cNvSpPr>
            <a:spLocks noGrp="1"/>
          </p:cNvSpPr>
          <p:nvPr/>
        </p:nvSpPr>
        <p:spPr>
          <a:xfrm>
            <a:off x="493713" y="888301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1" name="matrix_1303::1331_path">
            <a:extLst>
              <a:ext uri="{FF2B5EF4-FFF2-40B4-BE49-F238E27FC236}">
                <a16:creationId xmlns:a16="http://schemas.microsoft.com/office/drawing/2014/main" id="{4DA22438-4BD5-4D92-8C32-3E993D88983A}"/>
              </a:ext>
            </a:extLst>
          </p:cNvPr>
          <p:cNvSpPr>
            <a:spLocks noGrp="1"/>
          </p:cNvSpPr>
          <p:nvPr/>
        </p:nvSpPr>
        <p:spPr>
          <a:xfrm>
            <a:off x="577850" y="888301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2" name="matrix_1303::1332_path">
            <a:extLst>
              <a:ext uri="{FF2B5EF4-FFF2-40B4-BE49-F238E27FC236}">
                <a16:creationId xmlns:a16="http://schemas.microsoft.com/office/drawing/2014/main" id="{C5DB1B14-3C03-4658-A2E1-0A9DD0CBD7D2}"/>
              </a:ext>
            </a:extLst>
          </p:cNvPr>
          <p:cNvSpPr>
            <a:spLocks noGrp="1"/>
          </p:cNvSpPr>
          <p:nvPr/>
        </p:nvSpPr>
        <p:spPr>
          <a:xfrm>
            <a:off x="661988" y="888301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3" name="matrix_1303::1333_path">
            <a:extLst>
              <a:ext uri="{FF2B5EF4-FFF2-40B4-BE49-F238E27FC236}">
                <a16:creationId xmlns:a16="http://schemas.microsoft.com/office/drawing/2014/main" id="{65805A2F-600A-4A59-8D34-57FCBA90AD85}"/>
              </a:ext>
            </a:extLst>
          </p:cNvPr>
          <p:cNvSpPr>
            <a:spLocks noGrp="1"/>
          </p:cNvSpPr>
          <p:nvPr/>
        </p:nvSpPr>
        <p:spPr>
          <a:xfrm>
            <a:off x="746125" y="888301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4" name="matrix_1303::1334_path">
            <a:extLst>
              <a:ext uri="{FF2B5EF4-FFF2-40B4-BE49-F238E27FC236}">
                <a16:creationId xmlns:a16="http://schemas.microsoft.com/office/drawing/2014/main" id="{C1DD19BA-9C9C-47F8-AEB3-DA93A0F35DE7}"/>
              </a:ext>
            </a:extLst>
          </p:cNvPr>
          <p:cNvSpPr>
            <a:spLocks noGrp="1"/>
          </p:cNvSpPr>
          <p:nvPr/>
        </p:nvSpPr>
        <p:spPr>
          <a:xfrm>
            <a:off x="830263" y="888301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5" name="matrix_1334::1335_path">
            <a:extLst>
              <a:ext uri="{FF2B5EF4-FFF2-40B4-BE49-F238E27FC236}">
                <a16:creationId xmlns:a16="http://schemas.microsoft.com/office/drawing/2014/main" id="{92050526-C722-46F0-A9EA-E1AA187E0156}"/>
              </a:ext>
            </a:extLst>
          </p:cNvPr>
          <p:cNvSpPr>
            <a:spLocks noGrp="1"/>
          </p:cNvSpPr>
          <p:nvPr/>
        </p:nvSpPr>
        <p:spPr>
          <a:xfrm>
            <a:off x="333375" y="8582025"/>
            <a:ext cx="561975" cy="457200"/>
          </a:xfrm>
          <a:custGeom>
            <a:avLst/>
            <a:gdLst/>
            <a:ahLst/>
            <a:cxnLst/>
            <a:rect l="0" t="0" r="0" b="0"/>
            <a:pathLst>
              <a:path w="561975" h="457200">
                <a:moveTo>
                  <a:pt x="0" y="0"/>
                </a:moveTo>
                <a:lnTo>
                  <a:pt x="561975" y="0"/>
                </a:lnTo>
                <a:lnTo>
                  <a:pt x="561975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6" name="matrix_1334::1336_path">
            <a:extLst>
              <a:ext uri="{FF2B5EF4-FFF2-40B4-BE49-F238E27FC236}">
                <a16:creationId xmlns:a16="http://schemas.microsoft.com/office/drawing/2014/main" id="{07CE3277-7AB0-4D93-A31C-0AFEDAEF06FD}"/>
              </a:ext>
            </a:extLst>
          </p:cNvPr>
          <p:cNvSpPr>
            <a:spLocks noGrp="1"/>
          </p:cNvSpPr>
          <p:nvPr/>
        </p:nvSpPr>
        <p:spPr>
          <a:xfrm>
            <a:off x="361950" y="861060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7" name="matrix_1334::1337_path">
            <a:extLst>
              <a:ext uri="{FF2B5EF4-FFF2-40B4-BE49-F238E27FC236}">
                <a16:creationId xmlns:a16="http://schemas.microsoft.com/office/drawing/2014/main" id="{3ED8C6B0-B92A-4398-96F4-B062C6B899B3}"/>
              </a:ext>
            </a:extLst>
          </p:cNvPr>
          <p:cNvSpPr>
            <a:spLocks noGrp="1"/>
          </p:cNvSpPr>
          <p:nvPr/>
        </p:nvSpPr>
        <p:spPr>
          <a:xfrm>
            <a:off x="446088" y="861060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8" name="matrix_1334::1338_path">
            <a:extLst>
              <a:ext uri="{FF2B5EF4-FFF2-40B4-BE49-F238E27FC236}">
                <a16:creationId xmlns:a16="http://schemas.microsoft.com/office/drawing/2014/main" id="{3691D3BE-B00D-46B8-9468-BD1B3BD7C80F}"/>
              </a:ext>
            </a:extLst>
          </p:cNvPr>
          <p:cNvSpPr>
            <a:spLocks noGrp="1"/>
          </p:cNvSpPr>
          <p:nvPr/>
        </p:nvSpPr>
        <p:spPr>
          <a:xfrm>
            <a:off x="530225" y="861060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9" name="matrix_1334::1339_path">
            <a:extLst>
              <a:ext uri="{FF2B5EF4-FFF2-40B4-BE49-F238E27FC236}">
                <a16:creationId xmlns:a16="http://schemas.microsoft.com/office/drawing/2014/main" id="{40F869F5-E79E-43D7-AE71-99D7F94A4362}"/>
              </a:ext>
            </a:extLst>
          </p:cNvPr>
          <p:cNvSpPr>
            <a:spLocks noGrp="1"/>
          </p:cNvSpPr>
          <p:nvPr/>
        </p:nvSpPr>
        <p:spPr>
          <a:xfrm>
            <a:off x="614363" y="861060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0" name="matrix_1334::1340_path">
            <a:extLst>
              <a:ext uri="{FF2B5EF4-FFF2-40B4-BE49-F238E27FC236}">
                <a16:creationId xmlns:a16="http://schemas.microsoft.com/office/drawing/2014/main" id="{878888C7-C981-42D2-A23E-956F3882281F}"/>
              </a:ext>
            </a:extLst>
          </p:cNvPr>
          <p:cNvSpPr>
            <a:spLocks noGrp="1"/>
          </p:cNvSpPr>
          <p:nvPr/>
        </p:nvSpPr>
        <p:spPr>
          <a:xfrm>
            <a:off x="698500" y="861060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1" name="matrix_1334::1341_path">
            <a:extLst>
              <a:ext uri="{FF2B5EF4-FFF2-40B4-BE49-F238E27FC236}">
                <a16:creationId xmlns:a16="http://schemas.microsoft.com/office/drawing/2014/main" id="{8C2EB7AC-8A5A-41BD-B384-D02361C6B49C}"/>
              </a:ext>
            </a:extLst>
          </p:cNvPr>
          <p:cNvSpPr>
            <a:spLocks noGrp="1"/>
          </p:cNvSpPr>
          <p:nvPr/>
        </p:nvSpPr>
        <p:spPr>
          <a:xfrm>
            <a:off x="782638" y="861060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2" name="matrix_1334::1342_path">
            <a:extLst>
              <a:ext uri="{FF2B5EF4-FFF2-40B4-BE49-F238E27FC236}">
                <a16:creationId xmlns:a16="http://schemas.microsoft.com/office/drawing/2014/main" id="{889775C0-A766-45DB-B34B-2EA660AC9351}"/>
              </a:ext>
            </a:extLst>
          </p:cNvPr>
          <p:cNvSpPr>
            <a:spLocks noGrp="1"/>
          </p:cNvSpPr>
          <p:nvPr/>
        </p:nvSpPr>
        <p:spPr>
          <a:xfrm>
            <a:off x="361950" y="869061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3" name="matrix_1334::1343_path">
            <a:extLst>
              <a:ext uri="{FF2B5EF4-FFF2-40B4-BE49-F238E27FC236}">
                <a16:creationId xmlns:a16="http://schemas.microsoft.com/office/drawing/2014/main" id="{6BBB6A44-3CFC-467C-B487-B86EC26A93C0}"/>
              </a:ext>
            </a:extLst>
          </p:cNvPr>
          <p:cNvSpPr>
            <a:spLocks noGrp="1"/>
          </p:cNvSpPr>
          <p:nvPr/>
        </p:nvSpPr>
        <p:spPr>
          <a:xfrm>
            <a:off x="446088" y="869061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4" name="matrix_1334::1344_path">
            <a:extLst>
              <a:ext uri="{FF2B5EF4-FFF2-40B4-BE49-F238E27FC236}">
                <a16:creationId xmlns:a16="http://schemas.microsoft.com/office/drawing/2014/main" id="{13734574-5C3C-4B32-B6EB-F581A6EFCC2F}"/>
              </a:ext>
            </a:extLst>
          </p:cNvPr>
          <p:cNvSpPr>
            <a:spLocks noGrp="1"/>
          </p:cNvSpPr>
          <p:nvPr/>
        </p:nvSpPr>
        <p:spPr>
          <a:xfrm>
            <a:off x="530225" y="869061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5" name="matrix_1334::1345_path">
            <a:extLst>
              <a:ext uri="{FF2B5EF4-FFF2-40B4-BE49-F238E27FC236}">
                <a16:creationId xmlns:a16="http://schemas.microsoft.com/office/drawing/2014/main" id="{B767D1BB-F3E5-48E7-8DCC-3549D92F950D}"/>
              </a:ext>
            </a:extLst>
          </p:cNvPr>
          <p:cNvSpPr>
            <a:spLocks noGrp="1"/>
          </p:cNvSpPr>
          <p:nvPr/>
        </p:nvSpPr>
        <p:spPr>
          <a:xfrm>
            <a:off x="614363" y="869061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6" name="matrix_1334::1346_path">
            <a:extLst>
              <a:ext uri="{FF2B5EF4-FFF2-40B4-BE49-F238E27FC236}">
                <a16:creationId xmlns:a16="http://schemas.microsoft.com/office/drawing/2014/main" id="{8F2F741E-D344-4131-91DE-EE2C8BE010A5}"/>
              </a:ext>
            </a:extLst>
          </p:cNvPr>
          <p:cNvSpPr>
            <a:spLocks noGrp="1"/>
          </p:cNvSpPr>
          <p:nvPr/>
        </p:nvSpPr>
        <p:spPr>
          <a:xfrm>
            <a:off x="698500" y="869061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7" name="matrix_1334::1347_path">
            <a:extLst>
              <a:ext uri="{FF2B5EF4-FFF2-40B4-BE49-F238E27FC236}">
                <a16:creationId xmlns:a16="http://schemas.microsoft.com/office/drawing/2014/main" id="{C10E9DF1-004E-424B-B7C0-1E8CCB0F52B4}"/>
              </a:ext>
            </a:extLst>
          </p:cNvPr>
          <p:cNvSpPr>
            <a:spLocks noGrp="1"/>
          </p:cNvSpPr>
          <p:nvPr/>
        </p:nvSpPr>
        <p:spPr>
          <a:xfrm>
            <a:off x="782638" y="869061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8" name="matrix_1334::1348_path">
            <a:extLst>
              <a:ext uri="{FF2B5EF4-FFF2-40B4-BE49-F238E27FC236}">
                <a16:creationId xmlns:a16="http://schemas.microsoft.com/office/drawing/2014/main" id="{257C3116-ECB7-4700-8480-FCE84E80CCE9}"/>
              </a:ext>
            </a:extLst>
          </p:cNvPr>
          <p:cNvSpPr>
            <a:spLocks noGrp="1"/>
          </p:cNvSpPr>
          <p:nvPr/>
        </p:nvSpPr>
        <p:spPr>
          <a:xfrm>
            <a:off x="361950" y="877062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9" name="matrix_1334::1349_path">
            <a:extLst>
              <a:ext uri="{FF2B5EF4-FFF2-40B4-BE49-F238E27FC236}">
                <a16:creationId xmlns:a16="http://schemas.microsoft.com/office/drawing/2014/main" id="{E5E2E081-33CC-48B3-99A6-6F21EA68FAAD}"/>
              </a:ext>
            </a:extLst>
          </p:cNvPr>
          <p:cNvSpPr>
            <a:spLocks noGrp="1"/>
          </p:cNvSpPr>
          <p:nvPr/>
        </p:nvSpPr>
        <p:spPr>
          <a:xfrm>
            <a:off x="446088" y="877062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0" name="matrix_1334::1350_path">
            <a:extLst>
              <a:ext uri="{FF2B5EF4-FFF2-40B4-BE49-F238E27FC236}">
                <a16:creationId xmlns:a16="http://schemas.microsoft.com/office/drawing/2014/main" id="{F3116A29-737D-4AFA-AAF4-865D2F5271E3}"/>
              </a:ext>
            </a:extLst>
          </p:cNvPr>
          <p:cNvSpPr>
            <a:spLocks noGrp="1"/>
          </p:cNvSpPr>
          <p:nvPr/>
        </p:nvSpPr>
        <p:spPr>
          <a:xfrm>
            <a:off x="530225" y="877062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1" name="matrix_1334::1351_path">
            <a:extLst>
              <a:ext uri="{FF2B5EF4-FFF2-40B4-BE49-F238E27FC236}">
                <a16:creationId xmlns:a16="http://schemas.microsoft.com/office/drawing/2014/main" id="{32F7BA81-5E40-4405-AFCC-2897AF0D7E84}"/>
              </a:ext>
            </a:extLst>
          </p:cNvPr>
          <p:cNvSpPr>
            <a:spLocks noGrp="1"/>
          </p:cNvSpPr>
          <p:nvPr/>
        </p:nvSpPr>
        <p:spPr>
          <a:xfrm>
            <a:off x="614363" y="877062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2" name="matrix_1334::1352_path">
            <a:extLst>
              <a:ext uri="{FF2B5EF4-FFF2-40B4-BE49-F238E27FC236}">
                <a16:creationId xmlns:a16="http://schemas.microsoft.com/office/drawing/2014/main" id="{C747CEB6-BC69-4CD6-A6A6-DD30439D7396}"/>
              </a:ext>
            </a:extLst>
          </p:cNvPr>
          <p:cNvSpPr>
            <a:spLocks noGrp="1"/>
          </p:cNvSpPr>
          <p:nvPr/>
        </p:nvSpPr>
        <p:spPr>
          <a:xfrm>
            <a:off x="698500" y="877062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3" name="matrix_1334::1353_path">
            <a:extLst>
              <a:ext uri="{FF2B5EF4-FFF2-40B4-BE49-F238E27FC236}">
                <a16:creationId xmlns:a16="http://schemas.microsoft.com/office/drawing/2014/main" id="{E6B67B95-E4A6-42E9-A280-172C0BF33445}"/>
              </a:ext>
            </a:extLst>
          </p:cNvPr>
          <p:cNvSpPr>
            <a:spLocks noGrp="1"/>
          </p:cNvSpPr>
          <p:nvPr/>
        </p:nvSpPr>
        <p:spPr>
          <a:xfrm>
            <a:off x="782638" y="877062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4" name="matrix_1334::1354_path">
            <a:extLst>
              <a:ext uri="{FF2B5EF4-FFF2-40B4-BE49-F238E27FC236}">
                <a16:creationId xmlns:a16="http://schemas.microsoft.com/office/drawing/2014/main" id="{7B6BC84B-25EB-4068-9E9A-56C404AE79D5}"/>
              </a:ext>
            </a:extLst>
          </p:cNvPr>
          <p:cNvSpPr>
            <a:spLocks noGrp="1"/>
          </p:cNvSpPr>
          <p:nvPr/>
        </p:nvSpPr>
        <p:spPr>
          <a:xfrm>
            <a:off x="361950" y="885063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5" name="matrix_1334::1355_path">
            <a:extLst>
              <a:ext uri="{FF2B5EF4-FFF2-40B4-BE49-F238E27FC236}">
                <a16:creationId xmlns:a16="http://schemas.microsoft.com/office/drawing/2014/main" id="{5AA67B2E-9BFF-4303-94B4-2697ECBD6760}"/>
              </a:ext>
            </a:extLst>
          </p:cNvPr>
          <p:cNvSpPr>
            <a:spLocks noGrp="1"/>
          </p:cNvSpPr>
          <p:nvPr/>
        </p:nvSpPr>
        <p:spPr>
          <a:xfrm>
            <a:off x="446088" y="885063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6" name="matrix_1334::1356_path">
            <a:extLst>
              <a:ext uri="{FF2B5EF4-FFF2-40B4-BE49-F238E27FC236}">
                <a16:creationId xmlns:a16="http://schemas.microsoft.com/office/drawing/2014/main" id="{3A6B1E3F-023F-4409-ADDA-9C3002CD6A63}"/>
              </a:ext>
            </a:extLst>
          </p:cNvPr>
          <p:cNvSpPr>
            <a:spLocks noGrp="1"/>
          </p:cNvSpPr>
          <p:nvPr/>
        </p:nvSpPr>
        <p:spPr>
          <a:xfrm>
            <a:off x="530225" y="885063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7" name="matrix_1334::1357_path">
            <a:extLst>
              <a:ext uri="{FF2B5EF4-FFF2-40B4-BE49-F238E27FC236}">
                <a16:creationId xmlns:a16="http://schemas.microsoft.com/office/drawing/2014/main" id="{B6A7CF12-32F4-4122-9BA9-A0354D357D0F}"/>
              </a:ext>
            </a:extLst>
          </p:cNvPr>
          <p:cNvSpPr>
            <a:spLocks noGrp="1"/>
          </p:cNvSpPr>
          <p:nvPr/>
        </p:nvSpPr>
        <p:spPr>
          <a:xfrm>
            <a:off x="614363" y="885063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8" name="matrix_1334::1358_path">
            <a:extLst>
              <a:ext uri="{FF2B5EF4-FFF2-40B4-BE49-F238E27FC236}">
                <a16:creationId xmlns:a16="http://schemas.microsoft.com/office/drawing/2014/main" id="{2EDCE0E0-124F-4C9C-B12A-4F478EAEAD0A}"/>
              </a:ext>
            </a:extLst>
          </p:cNvPr>
          <p:cNvSpPr>
            <a:spLocks noGrp="1"/>
          </p:cNvSpPr>
          <p:nvPr/>
        </p:nvSpPr>
        <p:spPr>
          <a:xfrm>
            <a:off x="698500" y="885063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9" name="matrix_1334::1359_path">
            <a:extLst>
              <a:ext uri="{FF2B5EF4-FFF2-40B4-BE49-F238E27FC236}">
                <a16:creationId xmlns:a16="http://schemas.microsoft.com/office/drawing/2014/main" id="{17A3CFF9-E0D1-4D2D-BCE4-EC7D50ABEFC5}"/>
              </a:ext>
            </a:extLst>
          </p:cNvPr>
          <p:cNvSpPr>
            <a:spLocks noGrp="1"/>
          </p:cNvSpPr>
          <p:nvPr/>
        </p:nvSpPr>
        <p:spPr>
          <a:xfrm>
            <a:off x="782638" y="885063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0" name="matrix_1334::1360_path">
            <a:extLst>
              <a:ext uri="{FF2B5EF4-FFF2-40B4-BE49-F238E27FC236}">
                <a16:creationId xmlns:a16="http://schemas.microsoft.com/office/drawing/2014/main" id="{CC712E6A-05FB-4254-92BE-AB70E1FA409F}"/>
              </a:ext>
            </a:extLst>
          </p:cNvPr>
          <p:cNvSpPr>
            <a:spLocks noGrp="1"/>
          </p:cNvSpPr>
          <p:nvPr/>
        </p:nvSpPr>
        <p:spPr>
          <a:xfrm>
            <a:off x="361950" y="893064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1" name="matrix_1334::1361_path">
            <a:extLst>
              <a:ext uri="{FF2B5EF4-FFF2-40B4-BE49-F238E27FC236}">
                <a16:creationId xmlns:a16="http://schemas.microsoft.com/office/drawing/2014/main" id="{73D41BC8-F71A-4914-B1A6-6EBEE1D440CC}"/>
              </a:ext>
            </a:extLst>
          </p:cNvPr>
          <p:cNvSpPr>
            <a:spLocks noGrp="1"/>
          </p:cNvSpPr>
          <p:nvPr/>
        </p:nvSpPr>
        <p:spPr>
          <a:xfrm>
            <a:off x="446088" y="8930640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2" name="matrix_1334::1362_path">
            <a:extLst>
              <a:ext uri="{FF2B5EF4-FFF2-40B4-BE49-F238E27FC236}">
                <a16:creationId xmlns:a16="http://schemas.microsoft.com/office/drawing/2014/main" id="{9643285A-A587-49FF-AE10-A839A8B99B4E}"/>
              </a:ext>
            </a:extLst>
          </p:cNvPr>
          <p:cNvSpPr>
            <a:spLocks noGrp="1"/>
          </p:cNvSpPr>
          <p:nvPr/>
        </p:nvSpPr>
        <p:spPr>
          <a:xfrm>
            <a:off x="530225" y="893064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3" name="matrix_1334::1363_path">
            <a:extLst>
              <a:ext uri="{FF2B5EF4-FFF2-40B4-BE49-F238E27FC236}">
                <a16:creationId xmlns:a16="http://schemas.microsoft.com/office/drawing/2014/main" id="{8185B3AD-D5F5-4CDD-8D21-298EFCBFD5A5}"/>
              </a:ext>
            </a:extLst>
          </p:cNvPr>
          <p:cNvSpPr>
            <a:spLocks noGrp="1"/>
          </p:cNvSpPr>
          <p:nvPr/>
        </p:nvSpPr>
        <p:spPr>
          <a:xfrm>
            <a:off x="614363" y="893064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4" name="matrix_1334::1364_path">
            <a:extLst>
              <a:ext uri="{FF2B5EF4-FFF2-40B4-BE49-F238E27FC236}">
                <a16:creationId xmlns:a16="http://schemas.microsoft.com/office/drawing/2014/main" id="{8FD121AB-A082-4265-A331-1CDD3A66EE35}"/>
              </a:ext>
            </a:extLst>
          </p:cNvPr>
          <p:cNvSpPr>
            <a:spLocks noGrp="1"/>
          </p:cNvSpPr>
          <p:nvPr/>
        </p:nvSpPr>
        <p:spPr>
          <a:xfrm>
            <a:off x="698500" y="893064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5" name="matrix_1334::1365_path">
            <a:extLst>
              <a:ext uri="{FF2B5EF4-FFF2-40B4-BE49-F238E27FC236}">
                <a16:creationId xmlns:a16="http://schemas.microsoft.com/office/drawing/2014/main" id="{A7AE902E-F066-4AEC-B518-7BA476352989}"/>
              </a:ext>
            </a:extLst>
          </p:cNvPr>
          <p:cNvSpPr>
            <a:spLocks noGrp="1"/>
          </p:cNvSpPr>
          <p:nvPr/>
        </p:nvSpPr>
        <p:spPr>
          <a:xfrm>
            <a:off x="782638" y="8930640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6" name="matrix_1365::1366_path">
            <a:extLst>
              <a:ext uri="{FF2B5EF4-FFF2-40B4-BE49-F238E27FC236}">
                <a16:creationId xmlns:a16="http://schemas.microsoft.com/office/drawing/2014/main" id="{21D30C38-1011-4C99-8323-0A39094BEA39}"/>
              </a:ext>
            </a:extLst>
          </p:cNvPr>
          <p:cNvSpPr>
            <a:spLocks noGrp="1"/>
          </p:cNvSpPr>
          <p:nvPr/>
        </p:nvSpPr>
        <p:spPr>
          <a:xfrm>
            <a:off x="285750" y="8629650"/>
            <a:ext cx="561975" cy="457200"/>
          </a:xfrm>
          <a:custGeom>
            <a:avLst/>
            <a:gdLst/>
            <a:ahLst/>
            <a:cxnLst/>
            <a:rect l="0" t="0" r="0" b="0"/>
            <a:pathLst>
              <a:path w="561975" h="457200">
                <a:moveTo>
                  <a:pt x="0" y="0"/>
                </a:moveTo>
                <a:lnTo>
                  <a:pt x="561975" y="0"/>
                </a:lnTo>
                <a:lnTo>
                  <a:pt x="561975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7" name="matrix_1365::1367_path">
            <a:extLst>
              <a:ext uri="{FF2B5EF4-FFF2-40B4-BE49-F238E27FC236}">
                <a16:creationId xmlns:a16="http://schemas.microsoft.com/office/drawing/2014/main" id="{0677D453-949C-43FF-A7A1-4B5A91398582}"/>
              </a:ext>
            </a:extLst>
          </p:cNvPr>
          <p:cNvSpPr>
            <a:spLocks noGrp="1"/>
          </p:cNvSpPr>
          <p:nvPr/>
        </p:nvSpPr>
        <p:spPr>
          <a:xfrm>
            <a:off x="314325" y="865822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8" name="matrix_1365::1368_path">
            <a:extLst>
              <a:ext uri="{FF2B5EF4-FFF2-40B4-BE49-F238E27FC236}">
                <a16:creationId xmlns:a16="http://schemas.microsoft.com/office/drawing/2014/main" id="{D5FE4F72-EBF6-4B2A-ABE3-22226FB6309F}"/>
              </a:ext>
            </a:extLst>
          </p:cNvPr>
          <p:cNvSpPr>
            <a:spLocks noGrp="1"/>
          </p:cNvSpPr>
          <p:nvPr/>
        </p:nvSpPr>
        <p:spPr>
          <a:xfrm>
            <a:off x="398463" y="865822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9" name="matrix_1365::1369_path">
            <a:extLst>
              <a:ext uri="{FF2B5EF4-FFF2-40B4-BE49-F238E27FC236}">
                <a16:creationId xmlns:a16="http://schemas.microsoft.com/office/drawing/2014/main" id="{922DD20B-5D6F-4FA7-A37B-516B30D3BAB4}"/>
              </a:ext>
            </a:extLst>
          </p:cNvPr>
          <p:cNvSpPr>
            <a:spLocks noGrp="1"/>
          </p:cNvSpPr>
          <p:nvPr/>
        </p:nvSpPr>
        <p:spPr>
          <a:xfrm>
            <a:off x="482600" y="865822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0" name="matrix_1365::1370_path">
            <a:extLst>
              <a:ext uri="{FF2B5EF4-FFF2-40B4-BE49-F238E27FC236}">
                <a16:creationId xmlns:a16="http://schemas.microsoft.com/office/drawing/2014/main" id="{00E8E64F-05DE-4A24-B5F0-115FE312629A}"/>
              </a:ext>
            </a:extLst>
          </p:cNvPr>
          <p:cNvSpPr>
            <a:spLocks noGrp="1"/>
          </p:cNvSpPr>
          <p:nvPr/>
        </p:nvSpPr>
        <p:spPr>
          <a:xfrm>
            <a:off x="566738" y="865822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1" name="matrix_1365::1371_path">
            <a:extLst>
              <a:ext uri="{FF2B5EF4-FFF2-40B4-BE49-F238E27FC236}">
                <a16:creationId xmlns:a16="http://schemas.microsoft.com/office/drawing/2014/main" id="{06B5980C-DFF3-444C-B100-8660F0B92D57}"/>
              </a:ext>
            </a:extLst>
          </p:cNvPr>
          <p:cNvSpPr>
            <a:spLocks noGrp="1"/>
          </p:cNvSpPr>
          <p:nvPr/>
        </p:nvSpPr>
        <p:spPr>
          <a:xfrm>
            <a:off x="650875" y="865822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2" name="matrix_1365::1372_path">
            <a:extLst>
              <a:ext uri="{FF2B5EF4-FFF2-40B4-BE49-F238E27FC236}">
                <a16:creationId xmlns:a16="http://schemas.microsoft.com/office/drawing/2014/main" id="{135CD6B3-7204-4B8C-8EE7-6811A4340DB6}"/>
              </a:ext>
            </a:extLst>
          </p:cNvPr>
          <p:cNvSpPr>
            <a:spLocks noGrp="1"/>
          </p:cNvSpPr>
          <p:nvPr/>
        </p:nvSpPr>
        <p:spPr>
          <a:xfrm>
            <a:off x="735013" y="865822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3" name="matrix_1365::1373_path">
            <a:extLst>
              <a:ext uri="{FF2B5EF4-FFF2-40B4-BE49-F238E27FC236}">
                <a16:creationId xmlns:a16="http://schemas.microsoft.com/office/drawing/2014/main" id="{1796A2AC-008B-4CAE-B337-B4A42ED9ACEB}"/>
              </a:ext>
            </a:extLst>
          </p:cNvPr>
          <p:cNvSpPr>
            <a:spLocks noGrp="1"/>
          </p:cNvSpPr>
          <p:nvPr/>
        </p:nvSpPr>
        <p:spPr>
          <a:xfrm>
            <a:off x="314325" y="873823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4" name="matrix_1365::1374_path">
            <a:extLst>
              <a:ext uri="{FF2B5EF4-FFF2-40B4-BE49-F238E27FC236}">
                <a16:creationId xmlns:a16="http://schemas.microsoft.com/office/drawing/2014/main" id="{A168C2CE-BF49-43D1-AE85-6D9E03693EFE}"/>
              </a:ext>
            </a:extLst>
          </p:cNvPr>
          <p:cNvSpPr>
            <a:spLocks noGrp="1"/>
          </p:cNvSpPr>
          <p:nvPr/>
        </p:nvSpPr>
        <p:spPr>
          <a:xfrm>
            <a:off x="398463" y="873823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5" name="matrix_1365::1375_path">
            <a:extLst>
              <a:ext uri="{FF2B5EF4-FFF2-40B4-BE49-F238E27FC236}">
                <a16:creationId xmlns:a16="http://schemas.microsoft.com/office/drawing/2014/main" id="{816749C9-E158-457F-95CC-AB0DF1642AFA}"/>
              </a:ext>
            </a:extLst>
          </p:cNvPr>
          <p:cNvSpPr>
            <a:spLocks noGrp="1"/>
          </p:cNvSpPr>
          <p:nvPr/>
        </p:nvSpPr>
        <p:spPr>
          <a:xfrm>
            <a:off x="482600" y="873823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6" name="matrix_1365::1376_path">
            <a:extLst>
              <a:ext uri="{FF2B5EF4-FFF2-40B4-BE49-F238E27FC236}">
                <a16:creationId xmlns:a16="http://schemas.microsoft.com/office/drawing/2014/main" id="{BC622B7D-209A-49F5-9E1B-A000BFF75F0F}"/>
              </a:ext>
            </a:extLst>
          </p:cNvPr>
          <p:cNvSpPr>
            <a:spLocks noGrp="1"/>
          </p:cNvSpPr>
          <p:nvPr/>
        </p:nvSpPr>
        <p:spPr>
          <a:xfrm>
            <a:off x="566738" y="873823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7" name="matrix_1365::1377_path">
            <a:extLst>
              <a:ext uri="{FF2B5EF4-FFF2-40B4-BE49-F238E27FC236}">
                <a16:creationId xmlns:a16="http://schemas.microsoft.com/office/drawing/2014/main" id="{8EDEF30F-1B3F-426B-A4AD-662F95EDE889}"/>
              </a:ext>
            </a:extLst>
          </p:cNvPr>
          <p:cNvSpPr>
            <a:spLocks noGrp="1"/>
          </p:cNvSpPr>
          <p:nvPr/>
        </p:nvSpPr>
        <p:spPr>
          <a:xfrm>
            <a:off x="650875" y="873823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8" name="matrix_1365::1378_path">
            <a:extLst>
              <a:ext uri="{FF2B5EF4-FFF2-40B4-BE49-F238E27FC236}">
                <a16:creationId xmlns:a16="http://schemas.microsoft.com/office/drawing/2014/main" id="{F977367F-DE96-4A92-BE03-937257584A9A}"/>
              </a:ext>
            </a:extLst>
          </p:cNvPr>
          <p:cNvSpPr>
            <a:spLocks noGrp="1"/>
          </p:cNvSpPr>
          <p:nvPr/>
        </p:nvSpPr>
        <p:spPr>
          <a:xfrm>
            <a:off x="735013" y="873823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9" name="matrix_1365::1379_path">
            <a:extLst>
              <a:ext uri="{FF2B5EF4-FFF2-40B4-BE49-F238E27FC236}">
                <a16:creationId xmlns:a16="http://schemas.microsoft.com/office/drawing/2014/main" id="{E9A56E89-E702-4088-A194-2E882CB24496}"/>
              </a:ext>
            </a:extLst>
          </p:cNvPr>
          <p:cNvSpPr>
            <a:spLocks noGrp="1"/>
          </p:cNvSpPr>
          <p:nvPr/>
        </p:nvSpPr>
        <p:spPr>
          <a:xfrm>
            <a:off x="314325" y="881824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0" name="matrix_1365::1380_path">
            <a:extLst>
              <a:ext uri="{FF2B5EF4-FFF2-40B4-BE49-F238E27FC236}">
                <a16:creationId xmlns:a16="http://schemas.microsoft.com/office/drawing/2014/main" id="{3A98F73D-1867-4924-BA71-9805C57D35E3}"/>
              </a:ext>
            </a:extLst>
          </p:cNvPr>
          <p:cNvSpPr>
            <a:spLocks noGrp="1"/>
          </p:cNvSpPr>
          <p:nvPr/>
        </p:nvSpPr>
        <p:spPr>
          <a:xfrm>
            <a:off x="398463" y="881824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1" name="matrix_1365::1381_path">
            <a:extLst>
              <a:ext uri="{FF2B5EF4-FFF2-40B4-BE49-F238E27FC236}">
                <a16:creationId xmlns:a16="http://schemas.microsoft.com/office/drawing/2014/main" id="{340B1AD6-5E44-49B0-BE8C-C46983EFDA60}"/>
              </a:ext>
            </a:extLst>
          </p:cNvPr>
          <p:cNvSpPr>
            <a:spLocks noGrp="1"/>
          </p:cNvSpPr>
          <p:nvPr/>
        </p:nvSpPr>
        <p:spPr>
          <a:xfrm>
            <a:off x="482600" y="881824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2" name="matrix_1365::1382_path">
            <a:extLst>
              <a:ext uri="{FF2B5EF4-FFF2-40B4-BE49-F238E27FC236}">
                <a16:creationId xmlns:a16="http://schemas.microsoft.com/office/drawing/2014/main" id="{8DDE1F4E-E1B9-4E88-95CE-8C3053BE9390}"/>
              </a:ext>
            </a:extLst>
          </p:cNvPr>
          <p:cNvSpPr>
            <a:spLocks noGrp="1"/>
          </p:cNvSpPr>
          <p:nvPr/>
        </p:nvSpPr>
        <p:spPr>
          <a:xfrm>
            <a:off x="566738" y="881824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3" name="matrix_1365::1383_path">
            <a:extLst>
              <a:ext uri="{FF2B5EF4-FFF2-40B4-BE49-F238E27FC236}">
                <a16:creationId xmlns:a16="http://schemas.microsoft.com/office/drawing/2014/main" id="{F3138067-718D-4F36-A274-7C72200A333F}"/>
              </a:ext>
            </a:extLst>
          </p:cNvPr>
          <p:cNvSpPr>
            <a:spLocks noGrp="1"/>
          </p:cNvSpPr>
          <p:nvPr/>
        </p:nvSpPr>
        <p:spPr>
          <a:xfrm>
            <a:off x="650875" y="881824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4" name="matrix_1365::1384_path">
            <a:extLst>
              <a:ext uri="{FF2B5EF4-FFF2-40B4-BE49-F238E27FC236}">
                <a16:creationId xmlns:a16="http://schemas.microsoft.com/office/drawing/2014/main" id="{F30E4E8D-255A-499C-AAF9-E7E79FFF38BE}"/>
              </a:ext>
            </a:extLst>
          </p:cNvPr>
          <p:cNvSpPr>
            <a:spLocks noGrp="1"/>
          </p:cNvSpPr>
          <p:nvPr/>
        </p:nvSpPr>
        <p:spPr>
          <a:xfrm>
            <a:off x="735013" y="881824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5" name="matrix_1365::1385_path">
            <a:extLst>
              <a:ext uri="{FF2B5EF4-FFF2-40B4-BE49-F238E27FC236}">
                <a16:creationId xmlns:a16="http://schemas.microsoft.com/office/drawing/2014/main" id="{C444B25B-86F3-4C2F-9185-C718D43DC7AD}"/>
              </a:ext>
            </a:extLst>
          </p:cNvPr>
          <p:cNvSpPr>
            <a:spLocks noGrp="1"/>
          </p:cNvSpPr>
          <p:nvPr/>
        </p:nvSpPr>
        <p:spPr>
          <a:xfrm>
            <a:off x="314325" y="889825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6" name="matrix_1365::1386_path">
            <a:extLst>
              <a:ext uri="{FF2B5EF4-FFF2-40B4-BE49-F238E27FC236}">
                <a16:creationId xmlns:a16="http://schemas.microsoft.com/office/drawing/2014/main" id="{E5AB5F3A-9AD6-42D1-ABBD-8F4CAEE11E78}"/>
              </a:ext>
            </a:extLst>
          </p:cNvPr>
          <p:cNvSpPr>
            <a:spLocks noGrp="1"/>
          </p:cNvSpPr>
          <p:nvPr/>
        </p:nvSpPr>
        <p:spPr>
          <a:xfrm>
            <a:off x="398463" y="889825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7" name="matrix_1365::1387_path">
            <a:extLst>
              <a:ext uri="{FF2B5EF4-FFF2-40B4-BE49-F238E27FC236}">
                <a16:creationId xmlns:a16="http://schemas.microsoft.com/office/drawing/2014/main" id="{FD1757A0-00B0-468D-A69A-3A70DAD5598B}"/>
              </a:ext>
            </a:extLst>
          </p:cNvPr>
          <p:cNvSpPr>
            <a:spLocks noGrp="1"/>
          </p:cNvSpPr>
          <p:nvPr/>
        </p:nvSpPr>
        <p:spPr>
          <a:xfrm>
            <a:off x="482600" y="889825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8" name="matrix_1365::1388_path">
            <a:extLst>
              <a:ext uri="{FF2B5EF4-FFF2-40B4-BE49-F238E27FC236}">
                <a16:creationId xmlns:a16="http://schemas.microsoft.com/office/drawing/2014/main" id="{4246787D-9D03-4CF9-81E3-1E2F39304F8A}"/>
              </a:ext>
            </a:extLst>
          </p:cNvPr>
          <p:cNvSpPr>
            <a:spLocks noGrp="1"/>
          </p:cNvSpPr>
          <p:nvPr/>
        </p:nvSpPr>
        <p:spPr>
          <a:xfrm>
            <a:off x="566738" y="889825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9" name="matrix_1365::1389_path">
            <a:extLst>
              <a:ext uri="{FF2B5EF4-FFF2-40B4-BE49-F238E27FC236}">
                <a16:creationId xmlns:a16="http://schemas.microsoft.com/office/drawing/2014/main" id="{A5881DD1-EFB5-4BA4-ABD6-4270B20F8891}"/>
              </a:ext>
            </a:extLst>
          </p:cNvPr>
          <p:cNvSpPr>
            <a:spLocks noGrp="1"/>
          </p:cNvSpPr>
          <p:nvPr/>
        </p:nvSpPr>
        <p:spPr>
          <a:xfrm>
            <a:off x="650875" y="889825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0" name="matrix_1365::1390_path">
            <a:extLst>
              <a:ext uri="{FF2B5EF4-FFF2-40B4-BE49-F238E27FC236}">
                <a16:creationId xmlns:a16="http://schemas.microsoft.com/office/drawing/2014/main" id="{3475B1E6-41DC-41A0-8F7D-BCB883CAAA58}"/>
              </a:ext>
            </a:extLst>
          </p:cNvPr>
          <p:cNvSpPr>
            <a:spLocks noGrp="1"/>
          </p:cNvSpPr>
          <p:nvPr/>
        </p:nvSpPr>
        <p:spPr>
          <a:xfrm>
            <a:off x="735013" y="889825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1" name="matrix_1365::1391_path">
            <a:extLst>
              <a:ext uri="{FF2B5EF4-FFF2-40B4-BE49-F238E27FC236}">
                <a16:creationId xmlns:a16="http://schemas.microsoft.com/office/drawing/2014/main" id="{00B649BC-8BEA-4EE1-9BC8-14CCB25C4968}"/>
              </a:ext>
            </a:extLst>
          </p:cNvPr>
          <p:cNvSpPr>
            <a:spLocks noGrp="1"/>
          </p:cNvSpPr>
          <p:nvPr/>
        </p:nvSpPr>
        <p:spPr>
          <a:xfrm>
            <a:off x="314325" y="897826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2" name="matrix_1365::1392_path">
            <a:extLst>
              <a:ext uri="{FF2B5EF4-FFF2-40B4-BE49-F238E27FC236}">
                <a16:creationId xmlns:a16="http://schemas.microsoft.com/office/drawing/2014/main" id="{E202AB10-6F08-4BAE-B3AD-C2701330A3BE}"/>
              </a:ext>
            </a:extLst>
          </p:cNvPr>
          <p:cNvSpPr>
            <a:spLocks noGrp="1"/>
          </p:cNvSpPr>
          <p:nvPr/>
        </p:nvSpPr>
        <p:spPr>
          <a:xfrm>
            <a:off x="398463" y="897826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3" name="matrix_1365::1393_path">
            <a:extLst>
              <a:ext uri="{FF2B5EF4-FFF2-40B4-BE49-F238E27FC236}">
                <a16:creationId xmlns:a16="http://schemas.microsoft.com/office/drawing/2014/main" id="{E065249C-A7BF-47A6-B252-F164B0E5395A}"/>
              </a:ext>
            </a:extLst>
          </p:cNvPr>
          <p:cNvSpPr>
            <a:spLocks noGrp="1"/>
          </p:cNvSpPr>
          <p:nvPr/>
        </p:nvSpPr>
        <p:spPr>
          <a:xfrm>
            <a:off x="482600" y="8978265"/>
            <a:ext cx="66993" cy="63817"/>
          </a:xfrm>
          <a:custGeom>
            <a:avLst/>
            <a:gdLst/>
            <a:ahLst/>
            <a:cxnLst/>
            <a:rect l="0" t="0" r="0" b="0"/>
            <a:pathLst>
              <a:path w="66993" h="63817">
                <a:moveTo>
                  <a:pt x="0" y="0"/>
                </a:moveTo>
                <a:lnTo>
                  <a:pt x="66993" y="0"/>
                </a:lnTo>
                <a:lnTo>
                  <a:pt x="66993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4" name="matrix_1365::1394_path">
            <a:extLst>
              <a:ext uri="{FF2B5EF4-FFF2-40B4-BE49-F238E27FC236}">
                <a16:creationId xmlns:a16="http://schemas.microsoft.com/office/drawing/2014/main" id="{FF4A4ABE-5C65-43A1-8DD7-8097FE28F504}"/>
              </a:ext>
            </a:extLst>
          </p:cNvPr>
          <p:cNvSpPr>
            <a:spLocks noGrp="1"/>
          </p:cNvSpPr>
          <p:nvPr/>
        </p:nvSpPr>
        <p:spPr>
          <a:xfrm>
            <a:off x="566738" y="897826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5" name="matrix_1365::1395_path">
            <a:extLst>
              <a:ext uri="{FF2B5EF4-FFF2-40B4-BE49-F238E27FC236}">
                <a16:creationId xmlns:a16="http://schemas.microsoft.com/office/drawing/2014/main" id="{31186335-8EC4-46AD-B977-3C9454A0227E}"/>
              </a:ext>
            </a:extLst>
          </p:cNvPr>
          <p:cNvSpPr>
            <a:spLocks noGrp="1"/>
          </p:cNvSpPr>
          <p:nvPr/>
        </p:nvSpPr>
        <p:spPr>
          <a:xfrm>
            <a:off x="650875" y="897826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6" name="matrix_1365::1396_path">
            <a:extLst>
              <a:ext uri="{FF2B5EF4-FFF2-40B4-BE49-F238E27FC236}">
                <a16:creationId xmlns:a16="http://schemas.microsoft.com/office/drawing/2014/main" id="{1B9C2A5D-CAEF-4282-9ED7-7655397058E4}"/>
              </a:ext>
            </a:extLst>
          </p:cNvPr>
          <p:cNvSpPr>
            <a:spLocks noGrp="1"/>
          </p:cNvSpPr>
          <p:nvPr/>
        </p:nvSpPr>
        <p:spPr>
          <a:xfrm>
            <a:off x="735013" y="8978265"/>
            <a:ext cx="66992" cy="63817"/>
          </a:xfrm>
          <a:custGeom>
            <a:avLst/>
            <a:gdLst/>
            <a:ahLst/>
            <a:cxnLst/>
            <a:rect l="0" t="0" r="0" b="0"/>
            <a:pathLst>
              <a:path w="66992" h="63817">
                <a:moveTo>
                  <a:pt x="0" y="0"/>
                </a:moveTo>
                <a:lnTo>
                  <a:pt x="66992" y="0"/>
                </a:lnTo>
                <a:lnTo>
                  <a:pt x="66992" y="63817"/>
                </a:lnTo>
                <a:lnTo>
                  <a:pt x="0" y="63817"/>
                </a:lnTo>
                <a:close/>
              </a:path>
            </a:pathLst>
          </a:custGeom>
          <a:solidFill>
            <a:srgbClr val="8EAFB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7" name="1397_path">
            <a:extLst>
              <a:ext uri="{FF2B5EF4-FFF2-40B4-BE49-F238E27FC236}">
                <a16:creationId xmlns:a16="http://schemas.microsoft.com/office/drawing/2014/main" id="{BBC14B09-09C8-4BDA-BCBD-2B81903D15C8}"/>
              </a:ext>
            </a:extLst>
          </p:cNvPr>
          <p:cNvSpPr>
            <a:spLocks noGrp="1"/>
          </p:cNvSpPr>
          <p:nvPr/>
        </p:nvSpPr>
        <p:spPr>
          <a:xfrm>
            <a:off x="981075" y="8829675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8" name="1398_path">
            <a:extLst>
              <a:ext uri="{FF2B5EF4-FFF2-40B4-BE49-F238E27FC236}">
                <a16:creationId xmlns:a16="http://schemas.microsoft.com/office/drawing/2014/main" id="{807C45B9-6B76-4C88-A173-12BA463A7EAE}"/>
              </a:ext>
            </a:extLst>
          </p:cNvPr>
          <p:cNvSpPr>
            <a:spLocks noGrp="1"/>
          </p:cNvSpPr>
          <p:nvPr/>
        </p:nvSpPr>
        <p:spPr>
          <a:xfrm>
            <a:off x="1131170" y="88022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9" name="matrix_1398::1399_path">
            <a:extLst>
              <a:ext uri="{FF2B5EF4-FFF2-40B4-BE49-F238E27FC236}">
                <a16:creationId xmlns:a16="http://schemas.microsoft.com/office/drawing/2014/main" id="{DE0E2897-FFA5-40FA-8F13-8E1A41EF27CA}"/>
              </a:ext>
            </a:extLst>
          </p:cNvPr>
          <p:cNvSpPr>
            <a:spLocks noGrp="1"/>
          </p:cNvSpPr>
          <p:nvPr/>
        </p:nvSpPr>
        <p:spPr>
          <a:xfrm>
            <a:off x="1228725" y="8582025"/>
            <a:ext cx="495300" cy="457200"/>
          </a:xfrm>
          <a:custGeom>
            <a:avLst/>
            <a:gdLst/>
            <a:ahLst/>
            <a:cxnLst/>
            <a:rect l="0" t="0" r="0" b="0"/>
            <a:pathLst>
              <a:path w="495300" h="457200">
                <a:moveTo>
                  <a:pt x="0" y="0"/>
                </a:moveTo>
                <a:lnTo>
                  <a:pt x="495300" y="0"/>
                </a:lnTo>
                <a:lnTo>
                  <a:pt x="4953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0" name="matrix_1398::1400_path">
            <a:extLst>
              <a:ext uri="{FF2B5EF4-FFF2-40B4-BE49-F238E27FC236}">
                <a16:creationId xmlns:a16="http://schemas.microsoft.com/office/drawing/2014/main" id="{8BF44AF4-BDA7-4361-8393-34BF2B01F8E9}"/>
              </a:ext>
            </a:extLst>
          </p:cNvPr>
          <p:cNvSpPr>
            <a:spLocks noGrp="1"/>
          </p:cNvSpPr>
          <p:nvPr/>
        </p:nvSpPr>
        <p:spPr>
          <a:xfrm>
            <a:off x="1257300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1" name="matrix_1398::1401_path">
            <a:extLst>
              <a:ext uri="{FF2B5EF4-FFF2-40B4-BE49-F238E27FC236}">
                <a16:creationId xmlns:a16="http://schemas.microsoft.com/office/drawing/2014/main" id="{B446E02F-D882-4748-85A9-1B698DFC7E8E}"/>
              </a:ext>
            </a:extLst>
          </p:cNvPr>
          <p:cNvSpPr>
            <a:spLocks noGrp="1"/>
          </p:cNvSpPr>
          <p:nvPr/>
        </p:nvSpPr>
        <p:spPr>
          <a:xfrm>
            <a:off x="1319893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2" name="matrix_1398::1402_path">
            <a:extLst>
              <a:ext uri="{FF2B5EF4-FFF2-40B4-BE49-F238E27FC236}">
                <a16:creationId xmlns:a16="http://schemas.microsoft.com/office/drawing/2014/main" id="{848EF76A-131D-40EA-937C-71A7F65F83AB}"/>
              </a:ext>
            </a:extLst>
          </p:cNvPr>
          <p:cNvSpPr>
            <a:spLocks noGrp="1"/>
          </p:cNvSpPr>
          <p:nvPr/>
        </p:nvSpPr>
        <p:spPr>
          <a:xfrm>
            <a:off x="1382486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3" name="matrix_1398::1403_path">
            <a:extLst>
              <a:ext uri="{FF2B5EF4-FFF2-40B4-BE49-F238E27FC236}">
                <a16:creationId xmlns:a16="http://schemas.microsoft.com/office/drawing/2014/main" id="{F9EC90EB-F3C7-4CCE-9082-42C2EDBFEED2}"/>
              </a:ext>
            </a:extLst>
          </p:cNvPr>
          <p:cNvSpPr>
            <a:spLocks noGrp="1"/>
          </p:cNvSpPr>
          <p:nvPr/>
        </p:nvSpPr>
        <p:spPr>
          <a:xfrm>
            <a:off x="1445079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4" name="matrix_1398::1404_path">
            <a:extLst>
              <a:ext uri="{FF2B5EF4-FFF2-40B4-BE49-F238E27FC236}">
                <a16:creationId xmlns:a16="http://schemas.microsoft.com/office/drawing/2014/main" id="{C2E00355-B2FB-4880-ACD1-4B8127AF1611}"/>
              </a:ext>
            </a:extLst>
          </p:cNvPr>
          <p:cNvSpPr>
            <a:spLocks noGrp="1"/>
          </p:cNvSpPr>
          <p:nvPr/>
        </p:nvSpPr>
        <p:spPr>
          <a:xfrm>
            <a:off x="1507671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5" name="matrix_1398::1405_path">
            <a:extLst>
              <a:ext uri="{FF2B5EF4-FFF2-40B4-BE49-F238E27FC236}">
                <a16:creationId xmlns:a16="http://schemas.microsoft.com/office/drawing/2014/main" id="{423A4460-4895-493F-9B69-DDA6504A06A7}"/>
              </a:ext>
            </a:extLst>
          </p:cNvPr>
          <p:cNvSpPr>
            <a:spLocks noGrp="1"/>
          </p:cNvSpPr>
          <p:nvPr/>
        </p:nvSpPr>
        <p:spPr>
          <a:xfrm>
            <a:off x="1570264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6" name="matrix_1398::1406_path">
            <a:extLst>
              <a:ext uri="{FF2B5EF4-FFF2-40B4-BE49-F238E27FC236}">
                <a16:creationId xmlns:a16="http://schemas.microsoft.com/office/drawing/2014/main" id="{1D557F46-D07D-4210-813B-FC80C2592D73}"/>
              </a:ext>
            </a:extLst>
          </p:cNvPr>
          <p:cNvSpPr>
            <a:spLocks noGrp="1"/>
          </p:cNvSpPr>
          <p:nvPr/>
        </p:nvSpPr>
        <p:spPr>
          <a:xfrm>
            <a:off x="1632857" y="8610600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7" name="matrix_1398::1407_path">
            <a:extLst>
              <a:ext uri="{FF2B5EF4-FFF2-40B4-BE49-F238E27FC236}">
                <a16:creationId xmlns:a16="http://schemas.microsoft.com/office/drawing/2014/main" id="{AFB82315-3EC7-493A-9BE3-47085258E890}"/>
              </a:ext>
            </a:extLst>
          </p:cNvPr>
          <p:cNvSpPr>
            <a:spLocks noGrp="1"/>
          </p:cNvSpPr>
          <p:nvPr/>
        </p:nvSpPr>
        <p:spPr>
          <a:xfrm>
            <a:off x="1257300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8" name="matrix_1398::1408_path">
            <a:extLst>
              <a:ext uri="{FF2B5EF4-FFF2-40B4-BE49-F238E27FC236}">
                <a16:creationId xmlns:a16="http://schemas.microsoft.com/office/drawing/2014/main" id="{EAEB79AE-D3C1-4179-A32C-A4C3C127FA32}"/>
              </a:ext>
            </a:extLst>
          </p:cNvPr>
          <p:cNvSpPr>
            <a:spLocks noGrp="1"/>
          </p:cNvSpPr>
          <p:nvPr/>
        </p:nvSpPr>
        <p:spPr>
          <a:xfrm>
            <a:off x="1319893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9" name="matrix_1398::1409_path">
            <a:extLst>
              <a:ext uri="{FF2B5EF4-FFF2-40B4-BE49-F238E27FC236}">
                <a16:creationId xmlns:a16="http://schemas.microsoft.com/office/drawing/2014/main" id="{DC6B2522-38CB-476A-A845-6F73A6D157A1}"/>
              </a:ext>
            </a:extLst>
          </p:cNvPr>
          <p:cNvSpPr>
            <a:spLocks noGrp="1"/>
          </p:cNvSpPr>
          <p:nvPr/>
        </p:nvSpPr>
        <p:spPr>
          <a:xfrm>
            <a:off x="1382486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0" name="matrix_1398::1410_path">
            <a:extLst>
              <a:ext uri="{FF2B5EF4-FFF2-40B4-BE49-F238E27FC236}">
                <a16:creationId xmlns:a16="http://schemas.microsoft.com/office/drawing/2014/main" id="{BC24F195-0EF1-4173-8CA7-5402D61C1F4B}"/>
              </a:ext>
            </a:extLst>
          </p:cNvPr>
          <p:cNvSpPr>
            <a:spLocks noGrp="1"/>
          </p:cNvSpPr>
          <p:nvPr/>
        </p:nvSpPr>
        <p:spPr>
          <a:xfrm>
            <a:off x="1445079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1" name="matrix_1398::1411_path">
            <a:extLst>
              <a:ext uri="{FF2B5EF4-FFF2-40B4-BE49-F238E27FC236}">
                <a16:creationId xmlns:a16="http://schemas.microsoft.com/office/drawing/2014/main" id="{1B7F4075-A20D-4E40-B0D0-61BE2122FE7D}"/>
              </a:ext>
            </a:extLst>
          </p:cNvPr>
          <p:cNvSpPr>
            <a:spLocks noGrp="1"/>
          </p:cNvSpPr>
          <p:nvPr/>
        </p:nvSpPr>
        <p:spPr>
          <a:xfrm>
            <a:off x="1507671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2" name="matrix_1398::1412_path">
            <a:extLst>
              <a:ext uri="{FF2B5EF4-FFF2-40B4-BE49-F238E27FC236}">
                <a16:creationId xmlns:a16="http://schemas.microsoft.com/office/drawing/2014/main" id="{6EE524B0-891C-4592-90B2-47E9D11D18EC}"/>
              </a:ext>
            </a:extLst>
          </p:cNvPr>
          <p:cNvSpPr>
            <a:spLocks noGrp="1"/>
          </p:cNvSpPr>
          <p:nvPr/>
        </p:nvSpPr>
        <p:spPr>
          <a:xfrm>
            <a:off x="1570264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3" name="matrix_1398::1413_path">
            <a:extLst>
              <a:ext uri="{FF2B5EF4-FFF2-40B4-BE49-F238E27FC236}">
                <a16:creationId xmlns:a16="http://schemas.microsoft.com/office/drawing/2014/main" id="{0866820F-FCE3-41EA-AA85-C9C5AD2C0D15}"/>
              </a:ext>
            </a:extLst>
          </p:cNvPr>
          <p:cNvSpPr>
            <a:spLocks noGrp="1"/>
          </p:cNvSpPr>
          <p:nvPr/>
        </p:nvSpPr>
        <p:spPr>
          <a:xfrm>
            <a:off x="1632857" y="8660606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4" name="matrix_1398::1414_path">
            <a:extLst>
              <a:ext uri="{FF2B5EF4-FFF2-40B4-BE49-F238E27FC236}">
                <a16:creationId xmlns:a16="http://schemas.microsoft.com/office/drawing/2014/main" id="{C61438C8-59EB-44FF-8173-20FAECD84E01}"/>
              </a:ext>
            </a:extLst>
          </p:cNvPr>
          <p:cNvSpPr>
            <a:spLocks noGrp="1"/>
          </p:cNvSpPr>
          <p:nvPr/>
        </p:nvSpPr>
        <p:spPr>
          <a:xfrm>
            <a:off x="1257300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5" name="matrix_1398::1415_path">
            <a:extLst>
              <a:ext uri="{FF2B5EF4-FFF2-40B4-BE49-F238E27FC236}">
                <a16:creationId xmlns:a16="http://schemas.microsoft.com/office/drawing/2014/main" id="{621DB03D-EBC3-4E87-AF10-36F36CE462DB}"/>
              </a:ext>
            </a:extLst>
          </p:cNvPr>
          <p:cNvSpPr>
            <a:spLocks noGrp="1"/>
          </p:cNvSpPr>
          <p:nvPr/>
        </p:nvSpPr>
        <p:spPr>
          <a:xfrm>
            <a:off x="1319893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6" name="matrix_1398::1416_path">
            <a:extLst>
              <a:ext uri="{FF2B5EF4-FFF2-40B4-BE49-F238E27FC236}">
                <a16:creationId xmlns:a16="http://schemas.microsoft.com/office/drawing/2014/main" id="{979672BA-C860-442E-9AA6-22349EEBAAD8}"/>
              </a:ext>
            </a:extLst>
          </p:cNvPr>
          <p:cNvSpPr>
            <a:spLocks noGrp="1"/>
          </p:cNvSpPr>
          <p:nvPr/>
        </p:nvSpPr>
        <p:spPr>
          <a:xfrm>
            <a:off x="1382486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7" name="matrix_1398::1417_path">
            <a:extLst>
              <a:ext uri="{FF2B5EF4-FFF2-40B4-BE49-F238E27FC236}">
                <a16:creationId xmlns:a16="http://schemas.microsoft.com/office/drawing/2014/main" id="{28A95A34-A9D9-4D3C-AB29-56BE7D032DB6}"/>
              </a:ext>
            </a:extLst>
          </p:cNvPr>
          <p:cNvSpPr>
            <a:spLocks noGrp="1"/>
          </p:cNvSpPr>
          <p:nvPr/>
        </p:nvSpPr>
        <p:spPr>
          <a:xfrm>
            <a:off x="1445079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8" name="matrix_1398::1418_path">
            <a:extLst>
              <a:ext uri="{FF2B5EF4-FFF2-40B4-BE49-F238E27FC236}">
                <a16:creationId xmlns:a16="http://schemas.microsoft.com/office/drawing/2014/main" id="{4C58ED90-DD5A-4F0B-9AF6-20C4EA395D9E}"/>
              </a:ext>
            </a:extLst>
          </p:cNvPr>
          <p:cNvSpPr>
            <a:spLocks noGrp="1"/>
          </p:cNvSpPr>
          <p:nvPr/>
        </p:nvSpPr>
        <p:spPr>
          <a:xfrm>
            <a:off x="1507671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9" name="matrix_1398::1419_path">
            <a:extLst>
              <a:ext uri="{FF2B5EF4-FFF2-40B4-BE49-F238E27FC236}">
                <a16:creationId xmlns:a16="http://schemas.microsoft.com/office/drawing/2014/main" id="{BE51883E-0761-40F2-BD0F-184B6FDC254A}"/>
              </a:ext>
            </a:extLst>
          </p:cNvPr>
          <p:cNvSpPr>
            <a:spLocks noGrp="1"/>
          </p:cNvSpPr>
          <p:nvPr/>
        </p:nvSpPr>
        <p:spPr>
          <a:xfrm>
            <a:off x="1570264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0" name="matrix_1398::1420_path">
            <a:extLst>
              <a:ext uri="{FF2B5EF4-FFF2-40B4-BE49-F238E27FC236}">
                <a16:creationId xmlns:a16="http://schemas.microsoft.com/office/drawing/2014/main" id="{ECDDD916-CABD-4503-AFB4-02A1822C563D}"/>
              </a:ext>
            </a:extLst>
          </p:cNvPr>
          <p:cNvSpPr>
            <a:spLocks noGrp="1"/>
          </p:cNvSpPr>
          <p:nvPr/>
        </p:nvSpPr>
        <p:spPr>
          <a:xfrm>
            <a:off x="1632857" y="8710613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1" name="matrix_1398::1421_path">
            <a:extLst>
              <a:ext uri="{FF2B5EF4-FFF2-40B4-BE49-F238E27FC236}">
                <a16:creationId xmlns:a16="http://schemas.microsoft.com/office/drawing/2014/main" id="{A01A1319-FAD7-48F1-B87D-9190F9EBB057}"/>
              </a:ext>
            </a:extLst>
          </p:cNvPr>
          <p:cNvSpPr>
            <a:spLocks noGrp="1"/>
          </p:cNvSpPr>
          <p:nvPr/>
        </p:nvSpPr>
        <p:spPr>
          <a:xfrm>
            <a:off x="1257300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2" name="matrix_1398::1422_path">
            <a:extLst>
              <a:ext uri="{FF2B5EF4-FFF2-40B4-BE49-F238E27FC236}">
                <a16:creationId xmlns:a16="http://schemas.microsoft.com/office/drawing/2014/main" id="{8DC1D92A-96A9-45DA-A57C-B7BE6F04BBFA}"/>
              </a:ext>
            </a:extLst>
          </p:cNvPr>
          <p:cNvSpPr>
            <a:spLocks noGrp="1"/>
          </p:cNvSpPr>
          <p:nvPr/>
        </p:nvSpPr>
        <p:spPr>
          <a:xfrm>
            <a:off x="1319893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3" name="matrix_1398::1423_path">
            <a:extLst>
              <a:ext uri="{FF2B5EF4-FFF2-40B4-BE49-F238E27FC236}">
                <a16:creationId xmlns:a16="http://schemas.microsoft.com/office/drawing/2014/main" id="{76BCEF6F-6CDB-40AD-BC93-45036297D8AF}"/>
              </a:ext>
            </a:extLst>
          </p:cNvPr>
          <p:cNvSpPr>
            <a:spLocks noGrp="1"/>
          </p:cNvSpPr>
          <p:nvPr/>
        </p:nvSpPr>
        <p:spPr>
          <a:xfrm>
            <a:off x="1382486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4" name="matrix_1398::1424_path">
            <a:extLst>
              <a:ext uri="{FF2B5EF4-FFF2-40B4-BE49-F238E27FC236}">
                <a16:creationId xmlns:a16="http://schemas.microsoft.com/office/drawing/2014/main" id="{00191709-4BB1-4586-8880-244C60C59237}"/>
              </a:ext>
            </a:extLst>
          </p:cNvPr>
          <p:cNvSpPr>
            <a:spLocks noGrp="1"/>
          </p:cNvSpPr>
          <p:nvPr/>
        </p:nvSpPr>
        <p:spPr>
          <a:xfrm>
            <a:off x="1445079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5" name="matrix_1398::1425_path">
            <a:extLst>
              <a:ext uri="{FF2B5EF4-FFF2-40B4-BE49-F238E27FC236}">
                <a16:creationId xmlns:a16="http://schemas.microsoft.com/office/drawing/2014/main" id="{7BA71942-6960-4BB2-A320-EEEC1C157E14}"/>
              </a:ext>
            </a:extLst>
          </p:cNvPr>
          <p:cNvSpPr>
            <a:spLocks noGrp="1"/>
          </p:cNvSpPr>
          <p:nvPr/>
        </p:nvSpPr>
        <p:spPr>
          <a:xfrm>
            <a:off x="1507671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6" name="matrix_1398::1426_path">
            <a:extLst>
              <a:ext uri="{FF2B5EF4-FFF2-40B4-BE49-F238E27FC236}">
                <a16:creationId xmlns:a16="http://schemas.microsoft.com/office/drawing/2014/main" id="{49091811-5511-4A5D-A691-8AAD50096A8F}"/>
              </a:ext>
            </a:extLst>
          </p:cNvPr>
          <p:cNvSpPr>
            <a:spLocks noGrp="1"/>
          </p:cNvSpPr>
          <p:nvPr/>
        </p:nvSpPr>
        <p:spPr>
          <a:xfrm>
            <a:off x="1570264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7" name="matrix_1398::1427_path">
            <a:extLst>
              <a:ext uri="{FF2B5EF4-FFF2-40B4-BE49-F238E27FC236}">
                <a16:creationId xmlns:a16="http://schemas.microsoft.com/office/drawing/2014/main" id="{CBA91C5D-6495-4B9D-9CEE-02D477382651}"/>
              </a:ext>
            </a:extLst>
          </p:cNvPr>
          <p:cNvSpPr>
            <a:spLocks noGrp="1"/>
          </p:cNvSpPr>
          <p:nvPr/>
        </p:nvSpPr>
        <p:spPr>
          <a:xfrm>
            <a:off x="1632857" y="8760619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8" name="matrix_1398::1428_path">
            <a:extLst>
              <a:ext uri="{FF2B5EF4-FFF2-40B4-BE49-F238E27FC236}">
                <a16:creationId xmlns:a16="http://schemas.microsoft.com/office/drawing/2014/main" id="{80D1501A-4447-42BC-9BD2-1663C1032A36}"/>
              </a:ext>
            </a:extLst>
          </p:cNvPr>
          <p:cNvSpPr>
            <a:spLocks noGrp="1"/>
          </p:cNvSpPr>
          <p:nvPr/>
        </p:nvSpPr>
        <p:spPr>
          <a:xfrm>
            <a:off x="1257300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9" name="matrix_1398::1429_path">
            <a:extLst>
              <a:ext uri="{FF2B5EF4-FFF2-40B4-BE49-F238E27FC236}">
                <a16:creationId xmlns:a16="http://schemas.microsoft.com/office/drawing/2014/main" id="{432CF123-F607-4DA7-862E-F774490653BB}"/>
              </a:ext>
            </a:extLst>
          </p:cNvPr>
          <p:cNvSpPr>
            <a:spLocks noGrp="1"/>
          </p:cNvSpPr>
          <p:nvPr/>
        </p:nvSpPr>
        <p:spPr>
          <a:xfrm>
            <a:off x="1319893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0" name="matrix_1398::1430_path">
            <a:extLst>
              <a:ext uri="{FF2B5EF4-FFF2-40B4-BE49-F238E27FC236}">
                <a16:creationId xmlns:a16="http://schemas.microsoft.com/office/drawing/2014/main" id="{BC06FC8B-7053-47F1-8775-3D7484F1404A}"/>
              </a:ext>
            </a:extLst>
          </p:cNvPr>
          <p:cNvSpPr>
            <a:spLocks noGrp="1"/>
          </p:cNvSpPr>
          <p:nvPr/>
        </p:nvSpPr>
        <p:spPr>
          <a:xfrm>
            <a:off x="1382486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1" name="matrix_1398::1431_path">
            <a:extLst>
              <a:ext uri="{FF2B5EF4-FFF2-40B4-BE49-F238E27FC236}">
                <a16:creationId xmlns:a16="http://schemas.microsoft.com/office/drawing/2014/main" id="{B9BF3C65-0E40-448B-9BE8-AA4893596AF6}"/>
              </a:ext>
            </a:extLst>
          </p:cNvPr>
          <p:cNvSpPr>
            <a:spLocks noGrp="1"/>
          </p:cNvSpPr>
          <p:nvPr/>
        </p:nvSpPr>
        <p:spPr>
          <a:xfrm>
            <a:off x="1445079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2" name="matrix_1398::1432_path">
            <a:extLst>
              <a:ext uri="{FF2B5EF4-FFF2-40B4-BE49-F238E27FC236}">
                <a16:creationId xmlns:a16="http://schemas.microsoft.com/office/drawing/2014/main" id="{3EBF78BE-7F4E-4342-B979-45B562D43124}"/>
              </a:ext>
            </a:extLst>
          </p:cNvPr>
          <p:cNvSpPr>
            <a:spLocks noGrp="1"/>
          </p:cNvSpPr>
          <p:nvPr/>
        </p:nvSpPr>
        <p:spPr>
          <a:xfrm>
            <a:off x="1507671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3" name="matrix_1398::1433_path">
            <a:extLst>
              <a:ext uri="{FF2B5EF4-FFF2-40B4-BE49-F238E27FC236}">
                <a16:creationId xmlns:a16="http://schemas.microsoft.com/office/drawing/2014/main" id="{CA1FD536-531C-4995-9634-8804085BAB66}"/>
              </a:ext>
            </a:extLst>
          </p:cNvPr>
          <p:cNvSpPr>
            <a:spLocks noGrp="1"/>
          </p:cNvSpPr>
          <p:nvPr/>
        </p:nvSpPr>
        <p:spPr>
          <a:xfrm>
            <a:off x="1570264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4" name="matrix_1398::1434_path">
            <a:extLst>
              <a:ext uri="{FF2B5EF4-FFF2-40B4-BE49-F238E27FC236}">
                <a16:creationId xmlns:a16="http://schemas.microsoft.com/office/drawing/2014/main" id="{2D5C296E-3A7D-4AA9-9845-BEAC241A23BF}"/>
              </a:ext>
            </a:extLst>
          </p:cNvPr>
          <p:cNvSpPr>
            <a:spLocks noGrp="1"/>
          </p:cNvSpPr>
          <p:nvPr/>
        </p:nvSpPr>
        <p:spPr>
          <a:xfrm>
            <a:off x="1632857" y="8810625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5" name="matrix_1398::1435_path">
            <a:extLst>
              <a:ext uri="{FF2B5EF4-FFF2-40B4-BE49-F238E27FC236}">
                <a16:creationId xmlns:a16="http://schemas.microsoft.com/office/drawing/2014/main" id="{2147C295-FFCE-4685-B549-7C3E06B5E97D}"/>
              </a:ext>
            </a:extLst>
          </p:cNvPr>
          <p:cNvSpPr>
            <a:spLocks noGrp="1"/>
          </p:cNvSpPr>
          <p:nvPr/>
        </p:nvSpPr>
        <p:spPr>
          <a:xfrm>
            <a:off x="1257300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6" name="matrix_1398::1436_path">
            <a:extLst>
              <a:ext uri="{FF2B5EF4-FFF2-40B4-BE49-F238E27FC236}">
                <a16:creationId xmlns:a16="http://schemas.microsoft.com/office/drawing/2014/main" id="{253BA067-ABF7-4BE3-B22D-CF612091CEEC}"/>
              </a:ext>
            </a:extLst>
          </p:cNvPr>
          <p:cNvSpPr>
            <a:spLocks noGrp="1"/>
          </p:cNvSpPr>
          <p:nvPr/>
        </p:nvSpPr>
        <p:spPr>
          <a:xfrm>
            <a:off x="1319893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7" name="matrix_1398::1437_path">
            <a:extLst>
              <a:ext uri="{FF2B5EF4-FFF2-40B4-BE49-F238E27FC236}">
                <a16:creationId xmlns:a16="http://schemas.microsoft.com/office/drawing/2014/main" id="{3408ED29-6C57-4A35-9187-6A74A8E457C5}"/>
              </a:ext>
            </a:extLst>
          </p:cNvPr>
          <p:cNvSpPr>
            <a:spLocks noGrp="1"/>
          </p:cNvSpPr>
          <p:nvPr/>
        </p:nvSpPr>
        <p:spPr>
          <a:xfrm>
            <a:off x="1382486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8" name="matrix_1398::1438_path">
            <a:extLst>
              <a:ext uri="{FF2B5EF4-FFF2-40B4-BE49-F238E27FC236}">
                <a16:creationId xmlns:a16="http://schemas.microsoft.com/office/drawing/2014/main" id="{B553BECD-9FD4-4FC1-89C4-F7BB7FD3778E}"/>
              </a:ext>
            </a:extLst>
          </p:cNvPr>
          <p:cNvSpPr>
            <a:spLocks noGrp="1"/>
          </p:cNvSpPr>
          <p:nvPr/>
        </p:nvSpPr>
        <p:spPr>
          <a:xfrm>
            <a:off x="1445079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9" name="matrix_1398::1439_path">
            <a:extLst>
              <a:ext uri="{FF2B5EF4-FFF2-40B4-BE49-F238E27FC236}">
                <a16:creationId xmlns:a16="http://schemas.microsoft.com/office/drawing/2014/main" id="{8ED84B88-1CBE-4663-903F-7898DDD8E64C}"/>
              </a:ext>
            </a:extLst>
          </p:cNvPr>
          <p:cNvSpPr>
            <a:spLocks noGrp="1"/>
          </p:cNvSpPr>
          <p:nvPr/>
        </p:nvSpPr>
        <p:spPr>
          <a:xfrm>
            <a:off x="1507671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0" name="matrix_1398::1440_path">
            <a:extLst>
              <a:ext uri="{FF2B5EF4-FFF2-40B4-BE49-F238E27FC236}">
                <a16:creationId xmlns:a16="http://schemas.microsoft.com/office/drawing/2014/main" id="{019F1297-E851-4ED3-9574-6120769E42D1}"/>
              </a:ext>
            </a:extLst>
          </p:cNvPr>
          <p:cNvSpPr>
            <a:spLocks noGrp="1"/>
          </p:cNvSpPr>
          <p:nvPr/>
        </p:nvSpPr>
        <p:spPr>
          <a:xfrm>
            <a:off x="1570264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1" name="matrix_1398::1441_path">
            <a:extLst>
              <a:ext uri="{FF2B5EF4-FFF2-40B4-BE49-F238E27FC236}">
                <a16:creationId xmlns:a16="http://schemas.microsoft.com/office/drawing/2014/main" id="{7A384B2F-5A15-4C6B-A175-45B8B101381C}"/>
              </a:ext>
            </a:extLst>
          </p:cNvPr>
          <p:cNvSpPr>
            <a:spLocks noGrp="1"/>
          </p:cNvSpPr>
          <p:nvPr/>
        </p:nvSpPr>
        <p:spPr>
          <a:xfrm>
            <a:off x="1632857" y="8860631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2" name="matrix_1398::1442_path">
            <a:extLst>
              <a:ext uri="{FF2B5EF4-FFF2-40B4-BE49-F238E27FC236}">
                <a16:creationId xmlns:a16="http://schemas.microsoft.com/office/drawing/2014/main" id="{E257D115-BB26-4838-98D9-5031FE932F37}"/>
              </a:ext>
            </a:extLst>
          </p:cNvPr>
          <p:cNvSpPr>
            <a:spLocks noGrp="1"/>
          </p:cNvSpPr>
          <p:nvPr/>
        </p:nvSpPr>
        <p:spPr>
          <a:xfrm>
            <a:off x="1257300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3" name="matrix_1398::1443_path">
            <a:extLst>
              <a:ext uri="{FF2B5EF4-FFF2-40B4-BE49-F238E27FC236}">
                <a16:creationId xmlns:a16="http://schemas.microsoft.com/office/drawing/2014/main" id="{97BD072C-CAED-4AC9-A77E-1AC4C1E07E6D}"/>
              </a:ext>
            </a:extLst>
          </p:cNvPr>
          <p:cNvSpPr>
            <a:spLocks noGrp="1"/>
          </p:cNvSpPr>
          <p:nvPr/>
        </p:nvSpPr>
        <p:spPr>
          <a:xfrm>
            <a:off x="1319893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4" name="matrix_1398::1444_path">
            <a:extLst>
              <a:ext uri="{FF2B5EF4-FFF2-40B4-BE49-F238E27FC236}">
                <a16:creationId xmlns:a16="http://schemas.microsoft.com/office/drawing/2014/main" id="{89761226-E843-406A-8F50-0B0FF7CCAA85}"/>
              </a:ext>
            </a:extLst>
          </p:cNvPr>
          <p:cNvSpPr>
            <a:spLocks noGrp="1"/>
          </p:cNvSpPr>
          <p:nvPr/>
        </p:nvSpPr>
        <p:spPr>
          <a:xfrm>
            <a:off x="1382486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5" name="matrix_1398::1445_path">
            <a:extLst>
              <a:ext uri="{FF2B5EF4-FFF2-40B4-BE49-F238E27FC236}">
                <a16:creationId xmlns:a16="http://schemas.microsoft.com/office/drawing/2014/main" id="{31CD611A-4446-4AEB-8225-430F5CC643DE}"/>
              </a:ext>
            </a:extLst>
          </p:cNvPr>
          <p:cNvSpPr>
            <a:spLocks noGrp="1"/>
          </p:cNvSpPr>
          <p:nvPr/>
        </p:nvSpPr>
        <p:spPr>
          <a:xfrm>
            <a:off x="1445079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6" name="matrix_1398::1446_path">
            <a:extLst>
              <a:ext uri="{FF2B5EF4-FFF2-40B4-BE49-F238E27FC236}">
                <a16:creationId xmlns:a16="http://schemas.microsoft.com/office/drawing/2014/main" id="{1FFAEE11-408C-4D79-B99B-F7BEA633879E}"/>
              </a:ext>
            </a:extLst>
          </p:cNvPr>
          <p:cNvSpPr>
            <a:spLocks noGrp="1"/>
          </p:cNvSpPr>
          <p:nvPr/>
        </p:nvSpPr>
        <p:spPr>
          <a:xfrm>
            <a:off x="1507671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7" name="matrix_1398::1447_path">
            <a:extLst>
              <a:ext uri="{FF2B5EF4-FFF2-40B4-BE49-F238E27FC236}">
                <a16:creationId xmlns:a16="http://schemas.microsoft.com/office/drawing/2014/main" id="{FBC756E2-22DC-4BD6-8D0A-0094A28CD88B}"/>
              </a:ext>
            </a:extLst>
          </p:cNvPr>
          <p:cNvSpPr>
            <a:spLocks noGrp="1"/>
          </p:cNvSpPr>
          <p:nvPr/>
        </p:nvSpPr>
        <p:spPr>
          <a:xfrm>
            <a:off x="1570264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8" name="matrix_1398::1448_path">
            <a:extLst>
              <a:ext uri="{FF2B5EF4-FFF2-40B4-BE49-F238E27FC236}">
                <a16:creationId xmlns:a16="http://schemas.microsoft.com/office/drawing/2014/main" id="{F6F97883-020D-4C74-A876-FC80BE0EF243}"/>
              </a:ext>
            </a:extLst>
          </p:cNvPr>
          <p:cNvSpPr>
            <a:spLocks noGrp="1"/>
          </p:cNvSpPr>
          <p:nvPr/>
        </p:nvSpPr>
        <p:spPr>
          <a:xfrm>
            <a:off x="1632857" y="8910638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9" name="matrix_1398::1449_path">
            <a:extLst>
              <a:ext uri="{FF2B5EF4-FFF2-40B4-BE49-F238E27FC236}">
                <a16:creationId xmlns:a16="http://schemas.microsoft.com/office/drawing/2014/main" id="{A1A83C6A-7410-4EE2-B331-9585A059C493}"/>
              </a:ext>
            </a:extLst>
          </p:cNvPr>
          <p:cNvSpPr>
            <a:spLocks noGrp="1"/>
          </p:cNvSpPr>
          <p:nvPr/>
        </p:nvSpPr>
        <p:spPr>
          <a:xfrm>
            <a:off x="1257300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0" name="matrix_1398::1450_path">
            <a:extLst>
              <a:ext uri="{FF2B5EF4-FFF2-40B4-BE49-F238E27FC236}">
                <a16:creationId xmlns:a16="http://schemas.microsoft.com/office/drawing/2014/main" id="{A58EFEBE-AE5C-4C22-9AA5-687B6957EF55}"/>
              </a:ext>
            </a:extLst>
          </p:cNvPr>
          <p:cNvSpPr>
            <a:spLocks noGrp="1"/>
          </p:cNvSpPr>
          <p:nvPr/>
        </p:nvSpPr>
        <p:spPr>
          <a:xfrm>
            <a:off x="1319893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1" name="matrix_1398::1451_path">
            <a:extLst>
              <a:ext uri="{FF2B5EF4-FFF2-40B4-BE49-F238E27FC236}">
                <a16:creationId xmlns:a16="http://schemas.microsoft.com/office/drawing/2014/main" id="{3164FC37-3678-4480-9A84-E7E22A098424}"/>
              </a:ext>
            </a:extLst>
          </p:cNvPr>
          <p:cNvSpPr>
            <a:spLocks noGrp="1"/>
          </p:cNvSpPr>
          <p:nvPr/>
        </p:nvSpPr>
        <p:spPr>
          <a:xfrm>
            <a:off x="1382486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2" name="matrix_1398::1452_path">
            <a:extLst>
              <a:ext uri="{FF2B5EF4-FFF2-40B4-BE49-F238E27FC236}">
                <a16:creationId xmlns:a16="http://schemas.microsoft.com/office/drawing/2014/main" id="{27C90089-CCBE-4993-90D2-7666199BE0A9}"/>
              </a:ext>
            </a:extLst>
          </p:cNvPr>
          <p:cNvSpPr>
            <a:spLocks noGrp="1"/>
          </p:cNvSpPr>
          <p:nvPr/>
        </p:nvSpPr>
        <p:spPr>
          <a:xfrm>
            <a:off x="1445079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3" name="matrix_1398::1453_path">
            <a:extLst>
              <a:ext uri="{FF2B5EF4-FFF2-40B4-BE49-F238E27FC236}">
                <a16:creationId xmlns:a16="http://schemas.microsoft.com/office/drawing/2014/main" id="{C4265D08-4676-4A95-A714-A7E5BD9811BA}"/>
              </a:ext>
            </a:extLst>
          </p:cNvPr>
          <p:cNvSpPr>
            <a:spLocks noGrp="1"/>
          </p:cNvSpPr>
          <p:nvPr/>
        </p:nvSpPr>
        <p:spPr>
          <a:xfrm>
            <a:off x="1507671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4" name="matrix_1398::1454_path">
            <a:extLst>
              <a:ext uri="{FF2B5EF4-FFF2-40B4-BE49-F238E27FC236}">
                <a16:creationId xmlns:a16="http://schemas.microsoft.com/office/drawing/2014/main" id="{D945EEA6-AEEA-44CD-8BE0-3024F4EAB148}"/>
              </a:ext>
            </a:extLst>
          </p:cNvPr>
          <p:cNvSpPr>
            <a:spLocks noGrp="1"/>
          </p:cNvSpPr>
          <p:nvPr/>
        </p:nvSpPr>
        <p:spPr>
          <a:xfrm>
            <a:off x="1570264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5" name="matrix_1398::1455_path">
            <a:extLst>
              <a:ext uri="{FF2B5EF4-FFF2-40B4-BE49-F238E27FC236}">
                <a16:creationId xmlns:a16="http://schemas.microsoft.com/office/drawing/2014/main" id="{E385108E-8289-484C-9D62-BC7000635BC9}"/>
              </a:ext>
            </a:extLst>
          </p:cNvPr>
          <p:cNvSpPr>
            <a:spLocks noGrp="1"/>
          </p:cNvSpPr>
          <p:nvPr/>
        </p:nvSpPr>
        <p:spPr>
          <a:xfrm>
            <a:off x="1632857" y="8960644"/>
            <a:ext cx="45448" cy="33814"/>
          </a:xfrm>
          <a:custGeom>
            <a:avLst/>
            <a:gdLst/>
            <a:ahLst/>
            <a:cxnLst/>
            <a:rect l="0" t="0" r="0" b="0"/>
            <a:pathLst>
              <a:path w="45448" h="33814">
                <a:moveTo>
                  <a:pt x="0" y="0"/>
                </a:moveTo>
                <a:lnTo>
                  <a:pt x="45448" y="0"/>
                </a:lnTo>
                <a:lnTo>
                  <a:pt x="45448" y="33814"/>
                </a:lnTo>
                <a:lnTo>
                  <a:pt x="0" y="33814"/>
                </a:lnTo>
                <a:close/>
              </a:path>
            </a:pathLst>
          </a:custGeom>
          <a:solidFill>
            <a:srgbClr val="B691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6" name="1456_path">
            <a:extLst>
              <a:ext uri="{FF2B5EF4-FFF2-40B4-BE49-F238E27FC236}">
                <a16:creationId xmlns:a16="http://schemas.microsoft.com/office/drawing/2014/main" id="{D7EA56AF-6C7F-4DAC-8F91-C3E37875E0D9}"/>
              </a:ext>
            </a:extLst>
          </p:cNvPr>
          <p:cNvSpPr>
            <a:spLocks noGrp="1"/>
          </p:cNvSpPr>
          <p:nvPr/>
        </p:nvSpPr>
        <p:spPr>
          <a:xfrm>
            <a:off x="1771650" y="8829675"/>
            <a:ext cx="238125" cy="95"/>
          </a:xfrm>
          <a:custGeom>
            <a:avLst/>
            <a:gdLst/>
            <a:ahLst/>
            <a:cxnLst/>
            <a:rect l="0" t="0" r="0" b="0"/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7" name="1457_path">
            <a:extLst>
              <a:ext uri="{FF2B5EF4-FFF2-40B4-BE49-F238E27FC236}">
                <a16:creationId xmlns:a16="http://schemas.microsoft.com/office/drawing/2014/main" id="{FB2ACCD8-1690-4C2C-936B-BCC460A836DC}"/>
              </a:ext>
            </a:extLst>
          </p:cNvPr>
          <p:cNvSpPr>
            <a:spLocks noGrp="1"/>
          </p:cNvSpPr>
          <p:nvPr/>
        </p:nvSpPr>
        <p:spPr>
          <a:xfrm>
            <a:off x="1969370" y="88022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8" name="matrix_1457::1458_path">
            <a:extLst>
              <a:ext uri="{FF2B5EF4-FFF2-40B4-BE49-F238E27FC236}">
                <a16:creationId xmlns:a16="http://schemas.microsoft.com/office/drawing/2014/main" id="{12D7EDF7-4E5C-4E92-BBEF-F53C80F74A87}"/>
              </a:ext>
            </a:extLst>
          </p:cNvPr>
          <p:cNvSpPr>
            <a:spLocks noGrp="1"/>
          </p:cNvSpPr>
          <p:nvPr/>
        </p:nvSpPr>
        <p:spPr>
          <a:xfrm>
            <a:off x="2057400" y="8582025"/>
            <a:ext cx="523875" cy="495300"/>
          </a:xfrm>
          <a:custGeom>
            <a:avLst/>
            <a:gdLst/>
            <a:ahLst/>
            <a:cxnLst/>
            <a:rect l="0" t="0" r="0" b="0"/>
            <a:pathLst>
              <a:path w="523875" h="495300">
                <a:moveTo>
                  <a:pt x="0" y="0"/>
                </a:moveTo>
                <a:lnTo>
                  <a:pt x="523875" y="0"/>
                </a:lnTo>
                <a:lnTo>
                  <a:pt x="52387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/>
          </a:solidFill>
          <a:ln w="12383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9" name="matrix_1457::1459_path">
            <a:extLst>
              <a:ext uri="{FF2B5EF4-FFF2-40B4-BE49-F238E27FC236}">
                <a16:creationId xmlns:a16="http://schemas.microsoft.com/office/drawing/2014/main" id="{3C8DB2F4-F1DB-4F50-AB73-5C25568F28A5}"/>
              </a:ext>
            </a:extLst>
          </p:cNvPr>
          <p:cNvSpPr>
            <a:spLocks noGrp="1"/>
          </p:cNvSpPr>
          <p:nvPr/>
        </p:nvSpPr>
        <p:spPr>
          <a:xfrm>
            <a:off x="2085975" y="861060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0" name="matrix_1457::1460_path">
            <a:extLst>
              <a:ext uri="{FF2B5EF4-FFF2-40B4-BE49-F238E27FC236}">
                <a16:creationId xmlns:a16="http://schemas.microsoft.com/office/drawing/2014/main" id="{EF305941-FC2D-44BD-833F-687A26E1D19C}"/>
              </a:ext>
            </a:extLst>
          </p:cNvPr>
          <p:cNvSpPr>
            <a:spLocks noGrp="1"/>
          </p:cNvSpPr>
          <p:nvPr/>
        </p:nvSpPr>
        <p:spPr>
          <a:xfrm>
            <a:off x="2179320" y="861060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1" name="matrix_1457::1461_path">
            <a:extLst>
              <a:ext uri="{FF2B5EF4-FFF2-40B4-BE49-F238E27FC236}">
                <a16:creationId xmlns:a16="http://schemas.microsoft.com/office/drawing/2014/main" id="{7D6404BC-5B10-4627-A2B2-142BDD2B5A8B}"/>
              </a:ext>
            </a:extLst>
          </p:cNvPr>
          <p:cNvSpPr>
            <a:spLocks noGrp="1"/>
          </p:cNvSpPr>
          <p:nvPr/>
        </p:nvSpPr>
        <p:spPr>
          <a:xfrm>
            <a:off x="2272665" y="861060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2" name="matrix_1457::1462_path">
            <a:extLst>
              <a:ext uri="{FF2B5EF4-FFF2-40B4-BE49-F238E27FC236}">
                <a16:creationId xmlns:a16="http://schemas.microsoft.com/office/drawing/2014/main" id="{B66A1AC3-4F21-4523-9581-310D0EFE3C66}"/>
              </a:ext>
            </a:extLst>
          </p:cNvPr>
          <p:cNvSpPr>
            <a:spLocks noGrp="1"/>
          </p:cNvSpPr>
          <p:nvPr/>
        </p:nvSpPr>
        <p:spPr>
          <a:xfrm>
            <a:off x="2366010" y="861060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3" name="matrix_1457::1463_path">
            <a:extLst>
              <a:ext uri="{FF2B5EF4-FFF2-40B4-BE49-F238E27FC236}">
                <a16:creationId xmlns:a16="http://schemas.microsoft.com/office/drawing/2014/main" id="{7123C1BB-A655-480D-88BE-C746967564E3}"/>
              </a:ext>
            </a:extLst>
          </p:cNvPr>
          <p:cNvSpPr>
            <a:spLocks noGrp="1"/>
          </p:cNvSpPr>
          <p:nvPr/>
        </p:nvSpPr>
        <p:spPr>
          <a:xfrm>
            <a:off x="2459355" y="861060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4" name="matrix_1457::1464_path">
            <a:extLst>
              <a:ext uri="{FF2B5EF4-FFF2-40B4-BE49-F238E27FC236}">
                <a16:creationId xmlns:a16="http://schemas.microsoft.com/office/drawing/2014/main" id="{A461B197-8EA3-4592-B99C-B91EF1B8C6DB}"/>
              </a:ext>
            </a:extLst>
          </p:cNvPr>
          <p:cNvSpPr>
            <a:spLocks noGrp="1"/>
          </p:cNvSpPr>
          <p:nvPr/>
        </p:nvSpPr>
        <p:spPr>
          <a:xfrm>
            <a:off x="2085975" y="869823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5" name="matrix_1457::1465_path">
            <a:extLst>
              <a:ext uri="{FF2B5EF4-FFF2-40B4-BE49-F238E27FC236}">
                <a16:creationId xmlns:a16="http://schemas.microsoft.com/office/drawing/2014/main" id="{F3F6DE43-C8F2-4774-80F5-7D823643BD78}"/>
              </a:ext>
            </a:extLst>
          </p:cNvPr>
          <p:cNvSpPr>
            <a:spLocks noGrp="1"/>
          </p:cNvSpPr>
          <p:nvPr/>
        </p:nvSpPr>
        <p:spPr>
          <a:xfrm>
            <a:off x="2179320" y="869823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6" name="matrix_1457::1466_path">
            <a:extLst>
              <a:ext uri="{FF2B5EF4-FFF2-40B4-BE49-F238E27FC236}">
                <a16:creationId xmlns:a16="http://schemas.microsoft.com/office/drawing/2014/main" id="{52E47D78-DE88-44A8-98B5-EE14CA5CED19}"/>
              </a:ext>
            </a:extLst>
          </p:cNvPr>
          <p:cNvSpPr>
            <a:spLocks noGrp="1"/>
          </p:cNvSpPr>
          <p:nvPr/>
        </p:nvSpPr>
        <p:spPr>
          <a:xfrm>
            <a:off x="2272665" y="869823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7" name="matrix_1457::1467_path">
            <a:extLst>
              <a:ext uri="{FF2B5EF4-FFF2-40B4-BE49-F238E27FC236}">
                <a16:creationId xmlns:a16="http://schemas.microsoft.com/office/drawing/2014/main" id="{3AA910DF-B05A-4A36-BC01-16DD4FF7E2BB}"/>
              </a:ext>
            </a:extLst>
          </p:cNvPr>
          <p:cNvSpPr>
            <a:spLocks noGrp="1"/>
          </p:cNvSpPr>
          <p:nvPr/>
        </p:nvSpPr>
        <p:spPr>
          <a:xfrm>
            <a:off x="2366010" y="869823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8" name="matrix_1457::1468_path">
            <a:extLst>
              <a:ext uri="{FF2B5EF4-FFF2-40B4-BE49-F238E27FC236}">
                <a16:creationId xmlns:a16="http://schemas.microsoft.com/office/drawing/2014/main" id="{4C237DB3-ADF0-46F0-A6BE-371BB5C47688}"/>
              </a:ext>
            </a:extLst>
          </p:cNvPr>
          <p:cNvSpPr>
            <a:spLocks noGrp="1"/>
          </p:cNvSpPr>
          <p:nvPr/>
        </p:nvSpPr>
        <p:spPr>
          <a:xfrm>
            <a:off x="2459355" y="869823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9" name="matrix_1457::1469_path">
            <a:extLst>
              <a:ext uri="{FF2B5EF4-FFF2-40B4-BE49-F238E27FC236}">
                <a16:creationId xmlns:a16="http://schemas.microsoft.com/office/drawing/2014/main" id="{3806B513-4DD8-4D03-B2A9-CC1960F14D73}"/>
              </a:ext>
            </a:extLst>
          </p:cNvPr>
          <p:cNvSpPr>
            <a:spLocks noGrp="1"/>
          </p:cNvSpPr>
          <p:nvPr/>
        </p:nvSpPr>
        <p:spPr>
          <a:xfrm>
            <a:off x="2085975" y="878586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0" name="matrix_1457::1470_path">
            <a:extLst>
              <a:ext uri="{FF2B5EF4-FFF2-40B4-BE49-F238E27FC236}">
                <a16:creationId xmlns:a16="http://schemas.microsoft.com/office/drawing/2014/main" id="{86140769-40EA-4AB7-B1BC-7003057AFEC7}"/>
              </a:ext>
            </a:extLst>
          </p:cNvPr>
          <p:cNvSpPr>
            <a:spLocks noGrp="1"/>
          </p:cNvSpPr>
          <p:nvPr/>
        </p:nvSpPr>
        <p:spPr>
          <a:xfrm>
            <a:off x="2179320" y="878586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1" name="matrix_1457::1471_path">
            <a:extLst>
              <a:ext uri="{FF2B5EF4-FFF2-40B4-BE49-F238E27FC236}">
                <a16:creationId xmlns:a16="http://schemas.microsoft.com/office/drawing/2014/main" id="{E9E1166A-F112-40E7-9CE2-352CB8A08023}"/>
              </a:ext>
            </a:extLst>
          </p:cNvPr>
          <p:cNvSpPr>
            <a:spLocks noGrp="1"/>
          </p:cNvSpPr>
          <p:nvPr/>
        </p:nvSpPr>
        <p:spPr>
          <a:xfrm>
            <a:off x="2272665" y="878586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2" name="matrix_1457::1472_path">
            <a:extLst>
              <a:ext uri="{FF2B5EF4-FFF2-40B4-BE49-F238E27FC236}">
                <a16:creationId xmlns:a16="http://schemas.microsoft.com/office/drawing/2014/main" id="{07783E47-A802-4E03-AFD7-24C560F09414}"/>
              </a:ext>
            </a:extLst>
          </p:cNvPr>
          <p:cNvSpPr>
            <a:spLocks noGrp="1"/>
          </p:cNvSpPr>
          <p:nvPr/>
        </p:nvSpPr>
        <p:spPr>
          <a:xfrm>
            <a:off x="2366010" y="878586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3" name="matrix_1457::1473_path">
            <a:extLst>
              <a:ext uri="{FF2B5EF4-FFF2-40B4-BE49-F238E27FC236}">
                <a16:creationId xmlns:a16="http://schemas.microsoft.com/office/drawing/2014/main" id="{68EA6E5C-1969-42AB-A31A-C3F5A09D685A}"/>
              </a:ext>
            </a:extLst>
          </p:cNvPr>
          <p:cNvSpPr>
            <a:spLocks noGrp="1"/>
          </p:cNvSpPr>
          <p:nvPr/>
        </p:nvSpPr>
        <p:spPr>
          <a:xfrm>
            <a:off x="2459355" y="878586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4" name="matrix_1457::1474_path">
            <a:extLst>
              <a:ext uri="{FF2B5EF4-FFF2-40B4-BE49-F238E27FC236}">
                <a16:creationId xmlns:a16="http://schemas.microsoft.com/office/drawing/2014/main" id="{B2C349F6-C76A-453E-9F26-5FCD7EA33232}"/>
              </a:ext>
            </a:extLst>
          </p:cNvPr>
          <p:cNvSpPr>
            <a:spLocks noGrp="1"/>
          </p:cNvSpPr>
          <p:nvPr/>
        </p:nvSpPr>
        <p:spPr>
          <a:xfrm>
            <a:off x="2085975" y="887349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5" name="matrix_1457::1475_path">
            <a:extLst>
              <a:ext uri="{FF2B5EF4-FFF2-40B4-BE49-F238E27FC236}">
                <a16:creationId xmlns:a16="http://schemas.microsoft.com/office/drawing/2014/main" id="{FDFC72E6-8AE9-484D-AD65-CE019903FF17}"/>
              </a:ext>
            </a:extLst>
          </p:cNvPr>
          <p:cNvSpPr>
            <a:spLocks noGrp="1"/>
          </p:cNvSpPr>
          <p:nvPr/>
        </p:nvSpPr>
        <p:spPr>
          <a:xfrm>
            <a:off x="2179320" y="887349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6" name="matrix_1457::1476_path">
            <a:extLst>
              <a:ext uri="{FF2B5EF4-FFF2-40B4-BE49-F238E27FC236}">
                <a16:creationId xmlns:a16="http://schemas.microsoft.com/office/drawing/2014/main" id="{47BE4F01-54B7-417E-A3E9-253002AE6515}"/>
              </a:ext>
            </a:extLst>
          </p:cNvPr>
          <p:cNvSpPr>
            <a:spLocks noGrp="1"/>
          </p:cNvSpPr>
          <p:nvPr/>
        </p:nvSpPr>
        <p:spPr>
          <a:xfrm>
            <a:off x="2272665" y="887349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7" name="matrix_1457::1477_path">
            <a:extLst>
              <a:ext uri="{FF2B5EF4-FFF2-40B4-BE49-F238E27FC236}">
                <a16:creationId xmlns:a16="http://schemas.microsoft.com/office/drawing/2014/main" id="{74F33A39-0835-4BE8-A4A2-F1FFD3C4E9BD}"/>
              </a:ext>
            </a:extLst>
          </p:cNvPr>
          <p:cNvSpPr>
            <a:spLocks noGrp="1"/>
          </p:cNvSpPr>
          <p:nvPr/>
        </p:nvSpPr>
        <p:spPr>
          <a:xfrm>
            <a:off x="2366010" y="887349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8" name="matrix_1457::1478_path">
            <a:extLst>
              <a:ext uri="{FF2B5EF4-FFF2-40B4-BE49-F238E27FC236}">
                <a16:creationId xmlns:a16="http://schemas.microsoft.com/office/drawing/2014/main" id="{5140EFF9-692E-43EA-8B3E-1AA752D58D43}"/>
              </a:ext>
            </a:extLst>
          </p:cNvPr>
          <p:cNvSpPr>
            <a:spLocks noGrp="1"/>
          </p:cNvSpPr>
          <p:nvPr/>
        </p:nvSpPr>
        <p:spPr>
          <a:xfrm>
            <a:off x="2459355" y="887349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9" name="matrix_1457::1479_path">
            <a:extLst>
              <a:ext uri="{FF2B5EF4-FFF2-40B4-BE49-F238E27FC236}">
                <a16:creationId xmlns:a16="http://schemas.microsoft.com/office/drawing/2014/main" id="{E09DF8C6-990F-401D-9F84-B087C6D914C2}"/>
              </a:ext>
            </a:extLst>
          </p:cNvPr>
          <p:cNvSpPr>
            <a:spLocks noGrp="1"/>
          </p:cNvSpPr>
          <p:nvPr/>
        </p:nvSpPr>
        <p:spPr>
          <a:xfrm>
            <a:off x="2085975" y="896112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0" name="matrix_1457::1480_path">
            <a:extLst>
              <a:ext uri="{FF2B5EF4-FFF2-40B4-BE49-F238E27FC236}">
                <a16:creationId xmlns:a16="http://schemas.microsoft.com/office/drawing/2014/main" id="{347AE3DE-2F49-413C-960D-9862DCF9DBDA}"/>
              </a:ext>
            </a:extLst>
          </p:cNvPr>
          <p:cNvSpPr>
            <a:spLocks noGrp="1"/>
          </p:cNvSpPr>
          <p:nvPr/>
        </p:nvSpPr>
        <p:spPr>
          <a:xfrm>
            <a:off x="2179320" y="896112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1" name="matrix_1457::1481_path">
            <a:extLst>
              <a:ext uri="{FF2B5EF4-FFF2-40B4-BE49-F238E27FC236}">
                <a16:creationId xmlns:a16="http://schemas.microsoft.com/office/drawing/2014/main" id="{4C4AAFA7-836F-4140-923E-B4E3CEABECFC}"/>
              </a:ext>
            </a:extLst>
          </p:cNvPr>
          <p:cNvSpPr>
            <a:spLocks noGrp="1"/>
          </p:cNvSpPr>
          <p:nvPr/>
        </p:nvSpPr>
        <p:spPr>
          <a:xfrm>
            <a:off x="2272665" y="896112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2" name="matrix_1457::1482_path">
            <a:extLst>
              <a:ext uri="{FF2B5EF4-FFF2-40B4-BE49-F238E27FC236}">
                <a16:creationId xmlns:a16="http://schemas.microsoft.com/office/drawing/2014/main" id="{40611467-89ED-4E0D-AA96-2BD818ADD8DB}"/>
              </a:ext>
            </a:extLst>
          </p:cNvPr>
          <p:cNvSpPr>
            <a:spLocks noGrp="1"/>
          </p:cNvSpPr>
          <p:nvPr/>
        </p:nvSpPr>
        <p:spPr>
          <a:xfrm>
            <a:off x="2366010" y="896112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90B9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3" name="matrix_1457::1483_path">
            <a:extLst>
              <a:ext uri="{FF2B5EF4-FFF2-40B4-BE49-F238E27FC236}">
                <a16:creationId xmlns:a16="http://schemas.microsoft.com/office/drawing/2014/main" id="{86CFAE33-EFD4-4AEF-8584-FC1E86F91632}"/>
              </a:ext>
            </a:extLst>
          </p:cNvPr>
          <p:cNvSpPr>
            <a:spLocks noGrp="1"/>
          </p:cNvSpPr>
          <p:nvPr/>
        </p:nvSpPr>
        <p:spPr>
          <a:xfrm>
            <a:off x="2459355" y="8961120"/>
            <a:ext cx="76200" cy="71438"/>
          </a:xfrm>
          <a:custGeom>
            <a:avLst/>
            <a:gdLst/>
            <a:ahLst/>
            <a:cxnLst/>
            <a:rect l="0" t="0" r="0" b="0"/>
            <a:pathLst>
              <a:path w="76200" h="71438">
                <a:moveTo>
                  <a:pt x="0" y="0"/>
                </a:moveTo>
                <a:lnTo>
                  <a:pt x="76200" y="0"/>
                </a:lnTo>
                <a:lnTo>
                  <a:pt x="76200" y="71438"/>
                </a:lnTo>
                <a:lnTo>
                  <a:pt x="0" y="71438"/>
                </a:lnTo>
                <a:close/>
              </a:path>
            </a:pathLst>
          </a:custGeom>
          <a:solidFill>
            <a:srgbClr val="B2D2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4" name="1484_path">
            <a:extLst>
              <a:ext uri="{FF2B5EF4-FFF2-40B4-BE49-F238E27FC236}">
                <a16:creationId xmlns:a16="http://schemas.microsoft.com/office/drawing/2014/main" id="{DE1E7B7E-EB97-43AB-987D-B9052B15BE9E}"/>
              </a:ext>
            </a:extLst>
          </p:cNvPr>
          <p:cNvSpPr>
            <a:spLocks noGrp="1"/>
          </p:cNvSpPr>
          <p:nvPr/>
        </p:nvSpPr>
        <p:spPr>
          <a:xfrm>
            <a:off x="2609850" y="8829675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5" name="1485_path">
            <a:extLst>
              <a:ext uri="{FF2B5EF4-FFF2-40B4-BE49-F238E27FC236}">
                <a16:creationId xmlns:a16="http://schemas.microsoft.com/office/drawing/2014/main" id="{54B02938-22C5-4149-9C13-4D03DFCF6D39}"/>
              </a:ext>
            </a:extLst>
          </p:cNvPr>
          <p:cNvSpPr>
            <a:spLocks noGrp="1"/>
          </p:cNvSpPr>
          <p:nvPr/>
        </p:nvSpPr>
        <p:spPr>
          <a:xfrm>
            <a:off x="2756596" y="880224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6" name="1486_textbox">
            <a:extLst>
              <a:ext uri="{FF2B5EF4-FFF2-40B4-BE49-F238E27FC236}">
                <a16:creationId xmlns:a16="http://schemas.microsoft.com/office/drawing/2014/main" id="{687198A4-A2F9-4294-94F0-9937B2C4BB9C}"/>
              </a:ext>
            </a:extLst>
          </p:cNvPr>
          <p:cNvSpPr>
            <a:spLocks noGrp="1"/>
          </p:cNvSpPr>
          <p:nvPr/>
        </p:nvSpPr>
        <p:spPr>
          <a:xfrm>
            <a:off x="247650" y="9153525"/>
            <a:ext cx="933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Inner 5-fold</a:t>
            </a:r>
          </a:p>
          <a:p>
            <a:pPr algn="l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× 2 seeds</a:t>
            </a:r>
          </a:p>
        </p:txBody>
      </p:sp>
      <p:sp>
        <p:nvSpPr>
          <p:cNvPr id="1487" name="1487_textbox">
            <a:extLst>
              <a:ext uri="{FF2B5EF4-FFF2-40B4-BE49-F238E27FC236}">
                <a16:creationId xmlns:a16="http://schemas.microsoft.com/office/drawing/2014/main" id="{ED41A4A7-3A84-4217-AE65-1529FA931C7E}"/>
              </a:ext>
            </a:extLst>
          </p:cNvPr>
          <p:cNvSpPr>
            <a:spLocks noGrp="1"/>
          </p:cNvSpPr>
          <p:nvPr/>
        </p:nvSpPr>
        <p:spPr>
          <a:xfrm>
            <a:off x="1162050" y="9153525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OOF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proposals</a:t>
            </a:r>
          </a:p>
        </p:txBody>
      </p:sp>
      <p:sp>
        <p:nvSpPr>
          <p:cNvPr id="1488" name="1488_textbox">
            <a:extLst>
              <a:ext uri="{FF2B5EF4-FFF2-40B4-BE49-F238E27FC236}">
                <a16:creationId xmlns:a16="http://schemas.microsoft.com/office/drawing/2014/main" id="{F7E95ADA-CC1A-49EE-91FE-A6E3B52CA075}"/>
              </a:ext>
            </a:extLst>
          </p:cNvPr>
          <p:cNvSpPr>
            <a:spLocks noGrp="1"/>
          </p:cNvSpPr>
          <p:nvPr/>
        </p:nvSpPr>
        <p:spPr>
          <a:xfrm>
            <a:off x="1962150" y="915352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Meta 5-fold</a:t>
            </a:r>
          </a:p>
          <a:p>
            <a:pPr algn="ctr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crossfit</a:t>
            </a:r>
          </a:p>
        </p:txBody>
      </p:sp>
      <p:sp>
        <p:nvSpPr>
          <p:cNvPr id="1489" name="1489_path">
            <a:extLst>
              <a:ext uri="{FF2B5EF4-FFF2-40B4-BE49-F238E27FC236}">
                <a16:creationId xmlns:a16="http://schemas.microsoft.com/office/drawing/2014/main" id="{175955B1-6E31-4305-8C8E-250571D0AE08}"/>
              </a:ext>
            </a:extLst>
          </p:cNvPr>
          <p:cNvSpPr>
            <a:spLocks noGrp="1"/>
          </p:cNvSpPr>
          <p:nvPr/>
        </p:nvSpPr>
        <p:spPr>
          <a:xfrm>
            <a:off x="2809875" y="8429625"/>
            <a:ext cx="95" cy="952500"/>
          </a:xfrm>
          <a:custGeom>
            <a:avLst/>
            <a:gdLst/>
            <a:ahLst/>
            <a:cxnLst/>
            <a:rect l="0" t="0" r="0" b="0"/>
            <a:pathLst>
              <a:path w="9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13335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0" name="1490_path">
            <a:extLst>
              <a:ext uri="{FF2B5EF4-FFF2-40B4-BE49-F238E27FC236}">
                <a16:creationId xmlns:a16="http://schemas.microsoft.com/office/drawing/2014/main" id="{2A3F15A0-13A7-4EDD-9FC8-F94034471F10}"/>
              </a:ext>
            </a:extLst>
          </p:cNvPr>
          <p:cNvSpPr>
            <a:spLocks noGrp="1"/>
          </p:cNvSpPr>
          <p:nvPr/>
        </p:nvSpPr>
        <p:spPr>
          <a:xfrm>
            <a:off x="2809875" y="8429625"/>
            <a:ext cx="390525" cy="95"/>
          </a:xfrm>
          <a:custGeom>
            <a:avLst/>
            <a:gdLst/>
            <a:ahLst/>
            <a:cxnLst/>
            <a:rect l="0" t="0" r="0" b="0"/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1" name="1491_path">
            <a:extLst>
              <a:ext uri="{FF2B5EF4-FFF2-40B4-BE49-F238E27FC236}">
                <a16:creationId xmlns:a16="http://schemas.microsoft.com/office/drawing/2014/main" id="{D5844619-B460-451F-A82F-1D0FD9341AD0}"/>
              </a:ext>
            </a:extLst>
          </p:cNvPr>
          <p:cNvSpPr>
            <a:spLocks noGrp="1"/>
          </p:cNvSpPr>
          <p:nvPr/>
        </p:nvSpPr>
        <p:spPr>
          <a:xfrm>
            <a:off x="3159995" y="84021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2" name="1492_path">
            <a:extLst>
              <a:ext uri="{FF2B5EF4-FFF2-40B4-BE49-F238E27FC236}">
                <a16:creationId xmlns:a16="http://schemas.microsoft.com/office/drawing/2014/main" id="{BE569856-8399-4DB8-A254-D704DFF21FD9}"/>
              </a:ext>
            </a:extLst>
          </p:cNvPr>
          <p:cNvSpPr>
            <a:spLocks noGrp="1"/>
          </p:cNvSpPr>
          <p:nvPr/>
        </p:nvSpPr>
        <p:spPr>
          <a:xfrm>
            <a:off x="2809875" y="8924925"/>
            <a:ext cx="390525" cy="95"/>
          </a:xfrm>
          <a:custGeom>
            <a:avLst/>
            <a:gdLst/>
            <a:ahLst/>
            <a:cxnLst/>
            <a:rect l="0" t="0" r="0" b="0"/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3" name="1493_path">
            <a:extLst>
              <a:ext uri="{FF2B5EF4-FFF2-40B4-BE49-F238E27FC236}">
                <a16:creationId xmlns:a16="http://schemas.microsoft.com/office/drawing/2014/main" id="{18601E57-4916-4BB6-93EB-0AAE07B15C08}"/>
              </a:ext>
            </a:extLst>
          </p:cNvPr>
          <p:cNvSpPr>
            <a:spLocks noGrp="1"/>
          </p:cNvSpPr>
          <p:nvPr/>
        </p:nvSpPr>
        <p:spPr>
          <a:xfrm>
            <a:off x="3159995" y="88974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4" name="1494_path">
            <a:extLst>
              <a:ext uri="{FF2B5EF4-FFF2-40B4-BE49-F238E27FC236}">
                <a16:creationId xmlns:a16="http://schemas.microsoft.com/office/drawing/2014/main" id="{719D08A6-A34A-4DCD-A3E0-AB02856E7E4D}"/>
              </a:ext>
            </a:extLst>
          </p:cNvPr>
          <p:cNvSpPr>
            <a:spLocks noGrp="1"/>
          </p:cNvSpPr>
          <p:nvPr/>
        </p:nvSpPr>
        <p:spPr>
          <a:xfrm>
            <a:off x="2809875" y="9382125"/>
            <a:ext cx="390525" cy="95"/>
          </a:xfrm>
          <a:custGeom>
            <a:avLst/>
            <a:gdLst/>
            <a:ahLst/>
            <a:cxnLst/>
            <a:rect l="0" t="0" r="0" b="0"/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5" name="1495_path">
            <a:extLst>
              <a:ext uri="{FF2B5EF4-FFF2-40B4-BE49-F238E27FC236}">
                <a16:creationId xmlns:a16="http://schemas.microsoft.com/office/drawing/2014/main" id="{4E614B87-10AE-46E2-8AA3-DE1FDB65C54A}"/>
              </a:ext>
            </a:extLst>
          </p:cNvPr>
          <p:cNvSpPr>
            <a:spLocks noGrp="1"/>
          </p:cNvSpPr>
          <p:nvPr/>
        </p:nvSpPr>
        <p:spPr>
          <a:xfrm>
            <a:off x="3159995" y="9354693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6" name="1496_rect">
            <a:extLst>
              <a:ext uri="{FF2B5EF4-FFF2-40B4-BE49-F238E27FC236}">
                <a16:creationId xmlns:a16="http://schemas.microsoft.com/office/drawing/2014/main" id="{AD7A9B15-86CC-4524-87AD-0DB7A73A785E}"/>
              </a:ext>
            </a:extLst>
          </p:cNvPr>
          <p:cNvSpPr>
            <a:spLocks noGrp="1"/>
          </p:cNvSpPr>
          <p:nvPr/>
        </p:nvSpPr>
        <p:spPr>
          <a:xfrm>
            <a:off x="3248025" y="8258175"/>
            <a:ext cx="2981325" cy="36195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7" name="1497_textbox">
            <a:extLst>
              <a:ext uri="{FF2B5EF4-FFF2-40B4-BE49-F238E27FC236}">
                <a16:creationId xmlns:a16="http://schemas.microsoft.com/office/drawing/2014/main" id="{BD6C377D-B087-49BD-B329-BD0450B8D88F}"/>
              </a:ext>
            </a:extLst>
          </p:cNvPr>
          <p:cNvSpPr>
            <a:spLocks noGrp="1"/>
          </p:cNvSpPr>
          <p:nvPr/>
        </p:nvSpPr>
        <p:spPr>
          <a:xfrm>
            <a:off x="3333750" y="8267700"/>
            <a:ext cx="2619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Residual scale α ∈ {0, .25, .5, .75, 1}</a:t>
            </a:r>
          </a:p>
        </p:txBody>
      </p:sp>
      <p:sp>
        <p:nvSpPr>
          <p:cNvPr id="1498" name="lock_1497::1498_ellipse">
            <a:extLst>
              <a:ext uri="{FF2B5EF4-FFF2-40B4-BE49-F238E27FC236}">
                <a16:creationId xmlns:a16="http://schemas.microsoft.com/office/drawing/2014/main" id="{8558A8F2-C0D5-440F-BB73-1C961869DFAE}"/>
              </a:ext>
            </a:extLst>
          </p:cNvPr>
          <p:cNvSpPr>
            <a:spLocks noGrp="1"/>
          </p:cNvSpPr>
          <p:nvPr/>
        </p:nvSpPr>
        <p:spPr>
          <a:xfrm>
            <a:off x="6043422" y="8343900"/>
            <a:ext cx="70866" cy="133350"/>
          </a:xfrm>
          <a:prstGeom prst="ellipse">
            <a:avLst/>
          </a:prstGeom>
          <a:noFill/>
          <a:ln w="2286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9" name="lock_1497::1499_roundRect">
            <a:extLst>
              <a:ext uri="{FF2B5EF4-FFF2-40B4-BE49-F238E27FC236}">
                <a16:creationId xmlns:a16="http://schemas.microsoft.com/office/drawing/2014/main" id="{10C786B3-7A42-4E70-B54A-B20E1C84F8E7}"/>
              </a:ext>
            </a:extLst>
          </p:cNvPr>
          <p:cNvSpPr>
            <a:spLocks noGrp="1"/>
          </p:cNvSpPr>
          <p:nvPr/>
        </p:nvSpPr>
        <p:spPr>
          <a:xfrm>
            <a:off x="6019800" y="8420100"/>
            <a:ext cx="118110" cy="114300"/>
          </a:xfrm>
          <a:prstGeom prst="roundRect">
            <a:avLst>
              <a:gd name="adj" fmla="val 11667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0" name="lock_1497::1500_ellipse">
            <a:extLst>
              <a:ext uri="{FF2B5EF4-FFF2-40B4-BE49-F238E27FC236}">
                <a16:creationId xmlns:a16="http://schemas.microsoft.com/office/drawing/2014/main" id="{CB02DF5D-8EE7-4447-A39C-AFEE85A4575D}"/>
              </a:ext>
            </a:extLst>
          </p:cNvPr>
          <p:cNvSpPr>
            <a:spLocks noGrp="1"/>
          </p:cNvSpPr>
          <p:nvPr/>
        </p:nvSpPr>
        <p:spPr>
          <a:xfrm>
            <a:off x="6067044" y="8452485"/>
            <a:ext cx="23622" cy="3048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1" name="lock_1497::1501_rect">
            <a:extLst>
              <a:ext uri="{FF2B5EF4-FFF2-40B4-BE49-F238E27FC236}">
                <a16:creationId xmlns:a16="http://schemas.microsoft.com/office/drawing/2014/main" id="{A162A911-2E37-4233-A0C2-86A50A377E23}"/>
              </a:ext>
            </a:extLst>
          </p:cNvPr>
          <p:cNvSpPr>
            <a:spLocks noGrp="1"/>
          </p:cNvSpPr>
          <p:nvPr/>
        </p:nvSpPr>
        <p:spPr>
          <a:xfrm>
            <a:off x="6073540" y="8473440"/>
            <a:ext cx="10630" cy="3238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2" name="1502_rect">
            <a:extLst>
              <a:ext uri="{FF2B5EF4-FFF2-40B4-BE49-F238E27FC236}">
                <a16:creationId xmlns:a16="http://schemas.microsoft.com/office/drawing/2014/main" id="{34C92002-9B9A-4546-B5A0-74CA98CB4B95}"/>
              </a:ext>
            </a:extLst>
          </p:cNvPr>
          <p:cNvSpPr>
            <a:spLocks noGrp="1"/>
          </p:cNvSpPr>
          <p:nvPr/>
        </p:nvSpPr>
        <p:spPr>
          <a:xfrm>
            <a:off x="3248025" y="8724900"/>
            <a:ext cx="2981325" cy="36195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3" name="1503_textbox">
            <a:extLst>
              <a:ext uri="{FF2B5EF4-FFF2-40B4-BE49-F238E27FC236}">
                <a16:creationId xmlns:a16="http://schemas.microsoft.com/office/drawing/2014/main" id="{332C3A7E-8197-46AE-B9CC-D2E7173178CF}"/>
              </a:ext>
            </a:extLst>
          </p:cNvPr>
          <p:cNvSpPr>
            <a:spLocks noGrp="1"/>
          </p:cNvSpPr>
          <p:nvPr/>
        </p:nvSpPr>
        <p:spPr>
          <a:xfrm>
            <a:off x="3333750" y="8734425"/>
            <a:ext cx="2619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Task certificate · bootstrap ×400</a:t>
            </a:r>
          </a:p>
        </p:txBody>
      </p:sp>
      <p:sp>
        <p:nvSpPr>
          <p:cNvPr id="1504" name="lock_1503::1504_ellipse">
            <a:extLst>
              <a:ext uri="{FF2B5EF4-FFF2-40B4-BE49-F238E27FC236}">
                <a16:creationId xmlns:a16="http://schemas.microsoft.com/office/drawing/2014/main" id="{A107F841-A83E-44B4-B746-8604C5A36875}"/>
              </a:ext>
            </a:extLst>
          </p:cNvPr>
          <p:cNvSpPr>
            <a:spLocks noGrp="1"/>
          </p:cNvSpPr>
          <p:nvPr/>
        </p:nvSpPr>
        <p:spPr>
          <a:xfrm>
            <a:off x="6043422" y="8810625"/>
            <a:ext cx="70866" cy="133350"/>
          </a:xfrm>
          <a:prstGeom prst="ellipse">
            <a:avLst/>
          </a:prstGeom>
          <a:noFill/>
          <a:ln w="2286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5" name="lock_1503::1505_roundRect">
            <a:extLst>
              <a:ext uri="{FF2B5EF4-FFF2-40B4-BE49-F238E27FC236}">
                <a16:creationId xmlns:a16="http://schemas.microsoft.com/office/drawing/2014/main" id="{1AD53FFE-149C-49E7-BD33-EEF76D8D8B2D}"/>
              </a:ext>
            </a:extLst>
          </p:cNvPr>
          <p:cNvSpPr>
            <a:spLocks noGrp="1"/>
          </p:cNvSpPr>
          <p:nvPr/>
        </p:nvSpPr>
        <p:spPr>
          <a:xfrm>
            <a:off x="6019800" y="8886825"/>
            <a:ext cx="118110" cy="114300"/>
          </a:xfrm>
          <a:prstGeom prst="roundRect">
            <a:avLst>
              <a:gd name="adj" fmla="val 11667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6" name="lock_1503::1506_ellipse">
            <a:extLst>
              <a:ext uri="{FF2B5EF4-FFF2-40B4-BE49-F238E27FC236}">
                <a16:creationId xmlns:a16="http://schemas.microsoft.com/office/drawing/2014/main" id="{24AF3B12-98AA-433C-A804-164742C1B02A}"/>
              </a:ext>
            </a:extLst>
          </p:cNvPr>
          <p:cNvSpPr>
            <a:spLocks noGrp="1"/>
          </p:cNvSpPr>
          <p:nvPr/>
        </p:nvSpPr>
        <p:spPr>
          <a:xfrm>
            <a:off x="6067044" y="8919210"/>
            <a:ext cx="23622" cy="3048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7" name="lock_1503::1507_rect">
            <a:extLst>
              <a:ext uri="{FF2B5EF4-FFF2-40B4-BE49-F238E27FC236}">
                <a16:creationId xmlns:a16="http://schemas.microsoft.com/office/drawing/2014/main" id="{31E75586-0E4F-4D6A-8759-88C51049FAC5}"/>
              </a:ext>
            </a:extLst>
          </p:cNvPr>
          <p:cNvSpPr>
            <a:spLocks noGrp="1"/>
          </p:cNvSpPr>
          <p:nvPr/>
        </p:nvSpPr>
        <p:spPr>
          <a:xfrm>
            <a:off x="6073540" y="8940165"/>
            <a:ext cx="10630" cy="3238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8" name="1508_rect">
            <a:extLst>
              <a:ext uri="{FF2B5EF4-FFF2-40B4-BE49-F238E27FC236}">
                <a16:creationId xmlns:a16="http://schemas.microsoft.com/office/drawing/2014/main" id="{1FE663F9-372D-4DE7-844A-286D54F2F816}"/>
              </a:ext>
            </a:extLst>
          </p:cNvPr>
          <p:cNvSpPr>
            <a:spLocks noGrp="1"/>
          </p:cNvSpPr>
          <p:nvPr/>
        </p:nvSpPr>
        <p:spPr>
          <a:xfrm>
            <a:off x="3248025" y="9210675"/>
            <a:ext cx="2981325" cy="38100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9" name="1509_textbox">
            <a:extLst>
              <a:ext uri="{FF2B5EF4-FFF2-40B4-BE49-F238E27FC236}">
                <a16:creationId xmlns:a16="http://schemas.microsoft.com/office/drawing/2014/main" id="{DF9FB123-7AEA-44B4-B6C8-B998F466E8DA}"/>
              </a:ext>
            </a:extLst>
          </p:cNvPr>
          <p:cNvSpPr>
            <a:spLocks noGrp="1"/>
          </p:cNvSpPr>
          <p:nvPr/>
        </p:nvSpPr>
        <p:spPr>
          <a:xfrm>
            <a:off x="3333750" y="9220200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26D sample benefit gate (regression only)</a:t>
            </a:r>
          </a:p>
        </p:txBody>
      </p:sp>
      <p:sp>
        <p:nvSpPr>
          <p:cNvPr id="1510" name="lock_1509::1510_ellipse">
            <a:extLst>
              <a:ext uri="{FF2B5EF4-FFF2-40B4-BE49-F238E27FC236}">
                <a16:creationId xmlns:a16="http://schemas.microsoft.com/office/drawing/2014/main" id="{550371D0-273E-43ED-8AE5-0B732127A414}"/>
              </a:ext>
            </a:extLst>
          </p:cNvPr>
          <p:cNvSpPr>
            <a:spLocks noGrp="1"/>
          </p:cNvSpPr>
          <p:nvPr/>
        </p:nvSpPr>
        <p:spPr>
          <a:xfrm>
            <a:off x="6043422" y="9296400"/>
            <a:ext cx="70866" cy="133350"/>
          </a:xfrm>
          <a:prstGeom prst="ellipse">
            <a:avLst/>
          </a:prstGeom>
          <a:noFill/>
          <a:ln w="2286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1" name="lock_1509::1511_roundRect">
            <a:extLst>
              <a:ext uri="{FF2B5EF4-FFF2-40B4-BE49-F238E27FC236}">
                <a16:creationId xmlns:a16="http://schemas.microsoft.com/office/drawing/2014/main" id="{262D3EC0-1B02-484C-90A2-558388DF35AB}"/>
              </a:ext>
            </a:extLst>
          </p:cNvPr>
          <p:cNvSpPr>
            <a:spLocks noGrp="1"/>
          </p:cNvSpPr>
          <p:nvPr/>
        </p:nvSpPr>
        <p:spPr>
          <a:xfrm>
            <a:off x="6019800" y="9372600"/>
            <a:ext cx="118110" cy="114300"/>
          </a:xfrm>
          <a:prstGeom prst="roundRect">
            <a:avLst>
              <a:gd name="adj" fmla="val 11667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2" name="lock_1509::1512_ellipse">
            <a:extLst>
              <a:ext uri="{FF2B5EF4-FFF2-40B4-BE49-F238E27FC236}">
                <a16:creationId xmlns:a16="http://schemas.microsoft.com/office/drawing/2014/main" id="{DD27A352-0E8D-4DEE-9738-F851A6D5D15C}"/>
              </a:ext>
            </a:extLst>
          </p:cNvPr>
          <p:cNvSpPr>
            <a:spLocks noGrp="1"/>
          </p:cNvSpPr>
          <p:nvPr/>
        </p:nvSpPr>
        <p:spPr>
          <a:xfrm>
            <a:off x="6067044" y="9404985"/>
            <a:ext cx="23622" cy="3048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3" name="lock_1509::1513_rect">
            <a:extLst>
              <a:ext uri="{FF2B5EF4-FFF2-40B4-BE49-F238E27FC236}">
                <a16:creationId xmlns:a16="http://schemas.microsoft.com/office/drawing/2014/main" id="{911D48C9-D1AB-45C0-8B39-663BA03AFB4C}"/>
              </a:ext>
            </a:extLst>
          </p:cNvPr>
          <p:cNvSpPr>
            <a:spLocks noGrp="1"/>
          </p:cNvSpPr>
          <p:nvPr/>
        </p:nvSpPr>
        <p:spPr>
          <a:xfrm>
            <a:off x="6073540" y="9425940"/>
            <a:ext cx="10630" cy="3238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4" name="1514_textbox">
            <a:extLst>
              <a:ext uri="{FF2B5EF4-FFF2-40B4-BE49-F238E27FC236}">
                <a16:creationId xmlns:a16="http://schemas.microsoft.com/office/drawing/2014/main" id="{71B9D17F-320D-4FA6-98D4-2B0D355E7A00}"/>
              </a:ext>
            </a:extLst>
          </p:cNvPr>
          <p:cNvSpPr>
            <a:spLocks noGrp="1"/>
          </p:cNvSpPr>
          <p:nvPr/>
        </p:nvSpPr>
        <p:spPr>
          <a:xfrm>
            <a:off x="609600" y="9667875"/>
            <a:ext cx="2847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One locked profile per fold</a:t>
            </a:r>
          </a:p>
        </p:txBody>
      </p:sp>
      <p:sp>
        <p:nvSpPr>
          <p:cNvPr id="1515" name="1515_rect">
            <a:extLst>
              <a:ext uri="{FF2B5EF4-FFF2-40B4-BE49-F238E27FC236}">
                <a16:creationId xmlns:a16="http://schemas.microsoft.com/office/drawing/2014/main" id="{62F4F5ED-1BF2-4000-ADDF-00ADE648E61B}"/>
              </a:ext>
            </a:extLst>
          </p:cNvPr>
          <p:cNvSpPr>
            <a:spLocks noGrp="1"/>
          </p:cNvSpPr>
          <p:nvPr/>
        </p:nvSpPr>
        <p:spPr>
          <a:xfrm>
            <a:off x="6515100" y="7981950"/>
            <a:ext cx="5753100" cy="2133600"/>
          </a:xfrm>
          <a:prstGeom prst="rect">
            <a:avLst/>
          </a:prstGeom>
          <a:noFill/>
          <a:ln w="10478">
            <a:solidFill>
              <a:srgbClr val="9CBFD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16" name="lock_1515::1516_ellipse">
            <a:extLst>
              <a:ext uri="{FF2B5EF4-FFF2-40B4-BE49-F238E27FC236}">
                <a16:creationId xmlns:a16="http://schemas.microsoft.com/office/drawing/2014/main" id="{204FE545-C247-4DEF-8BB3-C962A59567D5}"/>
              </a:ext>
            </a:extLst>
          </p:cNvPr>
          <p:cNvSpPr>
            <a:spLocks noGrp="1"/>
          </p:cNvSpPr>
          <p:nvPr/>
        </p:nvSpPr>
        <p:spPr>
          <a:xfrm>
            <a:off x="6730403" y="8077200"/>
            <a:ext cx="74409" cy="140018"/>
          </a:xfrm>
          <a:prstGeom prst="ellipse">
            <a:avLst/>
          </a:prstGeom>
          <a:noFill/>
          <a:ln w="24003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7" name="lock_1515::1517_roundRect">
            <a:extLst>
              <a:ext uri="{FF2B5EF4-FFF2-40B4-BE49-F238E27FC236}">
                <a16:creationId xmlns:a16="http://schemas.microsoft.com/office/drawing/2014/main" id="{AF780D67-82F6-4038-882C-FAB58FEE4A84}"/>
              </a:ext>
            </a:extLst>
          </p:cNvPr>
          <p:cNvSpPr>
            <a:spLocks noGrp="1"/>
          </p:cNvSpPr>
          <p:nvPr/>
        </p:nvSpPr>
        <p:spPr>
          <a:xfrm>
            <a:off x="6705600" y="8157210"/>
            <a:ext cx="124016" cy="120015"/>
          </a:xfrm>
          <a:prstGeom prst="roundRect">
            <a:avLst>
              <a:gd name="adj" fmla="val 11111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8" name="lock_1515::1518_ellipse">
            <a:extLst>
              <a:ext uri="{FF2B5EF4-FFF2-40B4-BE49-F238E27FC236}">
                <a16:creationId xmlns:a16="http://schemas.microsoft.com/office/drawing/2014/main" id="{6538D4A2-8782-4386-810C-905A7ABE98AE}"/>
              </a:ext>
            </a:extLst>
          </p:cNvPr>
          <p:cNvSpPr>
            <a:spLocks noGrp="1"/>
          </p:cNvSpPr>
          <p:nvPr/>
        </p:nvSpPr>
        <p:spPr>
          <a:xfrm>
            <a:off x="6755206" y="8191214"/>
            <a:ext cx="24803" cy="32004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9" name="lock_1515::1519_rect">
            <a:extLst>
              <a:ext uri="{FF2B5EF4-FFF2-40B4-BE49-F238E27FC236}">
                <a16:creationId xmlns:a16="http://schemas.microsoft.com/office/drawing/2014/main" id="{57FB56DF-5527-4039-BEB9-8DBA15A6803E}"/>
              </a:ext>
            </a:extLst>
          </p:cNvPr>
          <p:cNvSpPr>
            <a:spLocks noGrp="1"/>
          </p:cNvSpPr>
          <p:nvPr/>
        </p:nvSpPr>
        <p:spPr>
          <a:xfrm>
            <a:off x="6762027" y="8213217"/>
            <a:ext cx="11161" cy="34004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0" name="1520_textbox">
            <a:extLst>
              <a:ext uri="{FF2B5EF4-FFF2-40B4-BE49-F238E27FC236}">
                <a16:creationId xmlns:a16="http://schemas.microsoft.com/office/drawing/2014/main" id="{965D0304-BCED-444E-8DF2-97C9ED5E1AD8}"/>
              </a:ext>
            </a:extLst>
          </p:cNvPr>
          <p:cNvSpPr>
            <a:spLocks noGrp="1"/>
          </p:cNvSpPr>
          <p:nvPr/>
        </p:nvSpPr>
        <p:spPr>
          <a:xfrm>
            <a:off x="7048500" y="8039100"/>
            <a:ext cx="28670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4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Locked update</a:t>
            </a:r>
          </a:p>
        </p:txBody>
      </p:sp>
      <p:sp>
        <p:nvSpPr>
          <p:cNvPr id="1521" name="1521_path">
            <a:extLst>
              <a:ext uri="{FF2B5EF4-FFF2-40B4-BE49-F238E27FC236}">
                <a16:creationId xmlns:a16="http://schemas.microsoft.com/office/drawing/2014/main" id="{077E8645-6257-4D65-B6D0-5FE296D40E50}"/>
              </a:ext>
            </a:extLst>
          </p:cNvPr>
          <p:cNvSpPr>
            <a:spLocks noGrp="1"/>
          </p:cNvSpPr>
          <p:nvPr/>
        </p:nvSpPr>
        <p:spPr>
          <a:xfrm>
            <a:off x="6296025" y="8458200"/>
            <a:ext cx="114300" cy="933450"/>
          </a:xfrm>
          <a:custGeom>
            <a:avLst/>
            <a:gdLst/>
            <a:ahLst/>
            <a:cxnLst/>
            <a:rect l="0" t="0" r="0" b="0"/>
            <a:pathLst>
              <a:path w="114300" h="933450">
                <a:moveTo>
                  <a:pt x="9525" y="0"/>
                </a:moveTo>
                <a:lnTo>
                  <a:pt x="114300" y="0"/>
                </a:lnTo>
                <a:lnTo>
                  <a:pt x="114300" y="933450"/>
                </a:lnTo>
                <a:lnTo>
                  <a:pt x="0" y="933450"/>
                </a:lnTo>
              </a:path>
            </a:pathLst>
          </a:custGeom>
          <a:noFill/>
          <a:ln w="12383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2" name="1522_path">
            <a:extLst>
              <a:ext uri="{FF2B5EF4-FFF2-40B4-BE49-F238E27FC236}">
                <a16:creationId xmlns:a16="http://schemas.microsoft.com/office/drawing/2014/main" id="{269AE45A-5EC3-432F-BD1B-253B1E09CBF7}"/>
              </a:ext>
            </a:extLst>
          </p:cNvPr>
          <p:cNvSpPr>
            <a:spLocks noGrp="1"/>
          </p:cNvSpPr>
          <p:nvPr/>
        </p:nvSpPr>
        <p:spPr>
          <a:xfrm>
            <a:off x="6305550" y="8924925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2383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3" name="1523_path">
            <a:extLst>
              <a:ext uri="{FF2B5EF4-FFF2-40B4-BE49-F238E27FC236}">
                <a16:creationId xmlns:a16="http://schemas.microsoft.com/office/drawing/2014/main" id="{532C5A18-E250-402D-A296-6EED3FB6C0F6}"/>
              </a:ext>
            </a:extLst>
          </p:cNvPr>
          <p:cNvSpPr>
            <a:spLocks noGrp="1"/>
          </p:cNvSpPr>
          <p:nvPr/>
        </p:nvSpPr>
        <p:spPr>
          <a:xfrm>
            <a:off x="6419850" y="8601075"/>
            <a:ext cx="295275" cy="95"/>
          </a:xfrm>
          <a:custGeom>
            <a:avLst/>
            <a:gdLst/>
            <a:ahLst/>
            <a:cxnLst/>
            <a:rect l="0" t="0" r="0" b="0"/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0478">
            <a:solidFill>
              <a:srgbClr val="203C6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24" name="1524_path">
            <a:extLst>
              <a:ext uri="{FF2B5EF4-FFF2-40B4-BE49-F238E27FC236}">
                <a16:creationId xmlns:a16="http://schemas.microsoft.com/office/drawing/2014/main" id="{A40F0F4F-1FCC-4EE5-A484-AE3DEE7541A3}"/>
              </a:ext>
            </a:extLst>
          </p:cNvPr>
          <p:cNvSpPr>
            <a:spLocks noGrp="1"/>
          </p:cNvSpPr>
          <p:nvPr/>
        </p:nvSpPr>
        <p:spPr>
          <a:xfrm>
            <a:off x="6724650" y="8410575"/>
            <a:ext cx="762000" cy="1200150"/>
          </a:xfrm>
          <a:custGeom>
            <a:avLst/>
            <a:gdLst/>
            <a:ahLst/>
            <a:cxnLst/>
            <a:rect l="0" t="0" r="0" b="0"/>
            <a:pathLst>
              <a:path w="762000" h="1200150">
                <a:moveTo>
                  <a:pt x="571500" y="1200150"/>
                </a:moveTo>
                <a:lnTo>
                  <a:pt x="0" y="1200150"/>
                </a:lnTo>
                <a:lnTo>
                  <a:pt x="0" y="0"/>
                </a:lnTo>
                <a:lnTo>
                  <a:pt x="762000" y="0"/>
                </a:lnTo>
              </a:path>
            </a:pathLst>
          </a:custGeom>
          <a:noFill/>
          <a:ln w="10478">
            <a:solidFill>
              <a:srgbClr val="203C6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25" name="symbol_1524::1525_textbox">
            <a:extLst>
              <a:ext uri="{FF2B5EF4-FFF2-40B4-BE49-F238E27FC236}">
                <a16:creationId xmlns:a16="http://schemas.microsoft.com/office/drawing/2014/main" id="{8210A904-22FE-4726-90CF-DB8B2EE77A70}"/>
              </a:ext>
            </a:extLst>
          </p:cNvPr>
          <p:cNvSpPr>
            <a:spLocks noGrp="1"/>
          </p:cNvSpPr>
          <p:nvPr/>
        </p:nvSpPr>
        <p:spPr>
          <a:xfrm>
            <a:off x="6858000" y="8591550"/>
            <a:ext cx="133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26" name="symbol_1524::1526_textbox">
            <a:extLst>
              <a:ext uri="{FF2B5EF4-FFF2-40B4-BE49-F238E27FC236}">
                <a16:creationId xmlns:a16="http://schemas.microsoft.com/office/drawing/2014/main" id="{F0C39A25-09A0-4C36-8C59-80B927FADF6A}"/>
              </a:ext>
            </a:extLst>
          </p:cNvPr>
          <p:cNvSpPr>
            <a:spLocks noGrp="1"/>
          </p:cNvSpPr>
          <p:nvPr/>
        </p:nvSpPr>
        <p:spPr>
          <a:xfrm>
            <a:off x="6953250" y="8681085"/>
            <a:ext cx="2571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97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raw</a:t>
            </a:r>
          </a:p>
        </p:txBody>
      </p:sp>
      <p:sp>
        <p:nvSpPr>
          <p:cNvPr id="1527" name="1527_path">
            <a:extLst>
              <a:ext uri="{FF2B5EF4-FFF2-40B4-BE49-F238E27FC236}">
                <a16:creationId xmlns:a16="http://schemas.microsoft.com/office/drawing/2014/main" id="{8D58072D-CB02-411E-A1C5-E78DA259D108}"/>
              </a:ext>
            </a:extLst>
          </p:cNvPr>
          <p:cNvSpPr>
            <a:spLocks noGrp="1"/>
          </p:cNvSpPr>
          <p:nvPr/>
        </p:nvSpPr>
        <p:spPr>
          <a:xfrm>
            <a:off x="6796979" y="8839200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8" name="1528_path">
            <a:extLst>
              <a:ext uri="{FF2B5EF4-FFF2-40B4-BE49-F238E27FC236}">
                <a16:creationId xmlns:a16="http://schemas.microsoft.com/office/drawing/2014/main" id="{1F191A40-90FD-415B-976C-10E72677030F}"/>
              </a:ext>
            </a:extLst>
          </p:cNvPr>
          <p:cNvSpPr>
            <a:spLocks noGrp="1"/>
          </p:cNvSpPr>
          <p:nvPr/>
        </p:nvSpPr>
        <p:spPr>
          <a:xfrm>
            <a:off x="7293323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9" name="1529_ellipse">
            <a:extLst>
              <a:ext uri="{FF2B5EF4-FFF2-40B4-BE49-F238E27FC236}">
                <a16:creationId xmlns:a16="http://schemas.microsoft.com/office/drawing/2014/main" id="{7D1D63EE-C25A-4FC5-8507-DEEA1DDF26C8}"/>
              </a:ext>
            </a:extLst>
          </p:cNvPr>
          <p:cNvSpPr>
            <a:spLocks noGrp="1"/>
          </p:cNvSpPr>
          <p:nvPr/>
        </p:nvSpPr>
        <p:spPr>
          <a:xfrm>
            <a:off x="7353300" y="8696325"/>
            <a:ext cx="285750" cy="2857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0" name="1530_textbox">
            <a:extLst>
              <a:ext uri="{FF2B5EF4-FFF2-40B4-BE49-F238E27FC236}">
                <a16:creationId xmlns:a16="http://schemas.microsoft.com/office/drawing/2014/main" id="{7CB4D962-5382-41CE-B094-1F5C258ECBA6}"/>
              </a:ext>
            </a:extLst>
          </p:cNvPr>
          <p:cNvSpPr>
            <a:spLocks noGrp="1"/>
          </p:cNvSpPr>
          <p:nvPr/>
        </p:nvSpPr>
        <p:spPr>
          <a:xfrm>
            <a:off x="7353300" y="86868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−</a:t>
            </a:r>
          </a:p>
        </p:txBody>
      </p:sp>
      <p:sp>
        <p:nvSpPr>
          <p:cNvPr id="1531" name="symbol_1530::1531_textbox">
            <a:extLst>
              <a:ext uri="{FF2B5EF4-FFF2-40B4-BE49-F238E27FC236}">
                <a16:creationId xmlns:a16="http://schemas.microsoft.com/office/drawing/2014/main" id="{1AD183FA-2A86-41FC-8EB0-8AAFD16897E4}"/>
              </a:ext>
            </a:extLst>
          </p:cNvPr>
          <p:cNvSpPr>
            <a:spLocks noGrp="1"/>
          </p:cNvSpPr>
          <p:nvPr/>
        </p:nvSpPr>
        <p:spPr>
          <a:xfrm>
            <a:off x="7743825" y="8601075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32" name="symbol_1530::1532_textbox">
            <a:extLst>
              <a:ext uri="{FF2B5EF4-FFF2-40B4-BE49-F238E27FC236}">
                <a16:creationId xmlns:a16="http://schemas.microsoft.com/office/drawing/2014/main" id="{8004C2DB-27F9-4ECC-AE8C-872C5A77FF89}"/>
              </a:ext>
            </a:extLst>
          </p:cNvPr>
          <p:cNvSpPr>
            <a:spLocks noGrp="1"/>
          </p:cNvSpPr>
          <p:nvPr/>
        </p:nvSpPr>
        <p:spPr>
          <a:xfrm>
            <a:off x="7829550" y="8681657"/>
            <a:ext cx="257175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raw</a:t>
            </a:r>
          </a:p>
        </p:txBody>
      </p:sp>
      <p:sp>
        <p:nvSpPr>
          <p:cNvPr id="1533" name="1533_textbox">
            <a:extLst>
              <a:ext uri="{FF2B5EF4-FFF2-40B4-BE49-F238E27FC236}">
                <a16:creationId xmlns:a16="http://schemas.microsoft.com/office/drawing/2014/main" id="{4FC99039-F2E8-44D7-A5FB-1F9F1B6436FF}"/>
              </a:ext>
            </a:extLst>
          </p:cNvPr>
          <p:cNvSpPr>
            <a:spLocks noGrp="1"/>
          </p:cNvSpPr>
          <p:nvPr/>
        </p:nvSpPr>
        <p:spPr>
          <a:xfrm>
            <a:off x="8020050" y="8629650"/>
            <a:ext cx="13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−</a:t>
            </a:r>
          </a:p>
        </p:txBody>
      </p:sp>
      <p:sp>
        <p:nvSpPr>
          <p:cNvPr id="1534" name="symbol_1533::1534_textbox">
            <a:extLst>
              <a:ext uri="{FF2B5EF4-FFF2-40B4-BE49-F238E27FC236}">
                <a16:creationId xmlns:a16="http://schemas.microsoft.com/office/drawing/2014/main" id="{EFCBFD27-5B4B-4BAF-8765-A9D2418B4C79}"/>
              </a:ext>
            </a:extLst>
          </p:cNvPr>
          <p:cNvSpPr>
            <a:spLocks noGrp="1"/>
          </p:cNvSpPr>
          <p:nvPr/>
        </p:nvSpPr>
        <p:spPr>
          <a:xfrm>
            <a:off x="8162925" y="8601075"/>
            <a:ext cx="123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35" name="symbol_1533::1535_textbox">
            <a:extLst>
              <a:ext uri="{FF2B5EF4-FFF2-40B4-BE49-F238E27FC236}">
                <a16:creationId xmlns:a16="http://schemas.microsoft.com/office/drawing/2014/main" id="{ED2E5E73-5EE4-4F3C-B6C2-AC69E1559691}"/>
              </a:ext>
            </a:extLst>
          </p:cNvPr>
          <p:cNvSpPr>
            <a:spLocks noGrp="1"/>
          </p:cNvSpPr>
          <p:nvPr/>
        </p:nvSpPr>
        <p:spPr>
          <a:xfrm>
            <a:off x="8248650" y="8681657"/>
            <a:ext cx="190500" cy="120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878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536" name="1536_path">
            <a:extLst>
              <a:ext uri="{FF2B5EF4-FFF2-40B4-BE49-F238E27FC236}">
                <a16:creationId xmlns:a16="http://schemas.microsoft.com/office/drawing/2014/main" id="{38C9514D-C2B8-4606-9512-0FD3DF1F7F16}"/>
              </a:ext>
            </a:extLst>
          </p:cNvPr>
          <p:cNvSpPr>
            <a:spLocks noGrp="1"/>
          </p:cNvSpPr>
          <p:nvPr/>
        </p:nvSpPr>
        <p:spPr>
          <a:xfrm>
            <a:off x="7651402" y="88392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5240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7" name="1537_path">
            <a:extLst>
              <a:ext uri="{FF2B5EF4-FFF2-40B4-BE49-F238E27FC236}">
                <a16:creationId xmlns:a16="http://schemas.microsoft.com/office/drawing/2014/main" id="{83AE238C-8A36-475D-9521-F9714200E47F}"/>
              </a:ext>
            </a:extLst>
          </p:cNvPr>
          <p:cNvSpPr>
            <a:spLocks noGrp="1"/>
          </p:cNvSpPr>
          <p:nvPr/>
        </p:nvSpPr>
        <p:spPr>
          <a:xfrm>
            <a:off x="8300146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8" name="1538_ellipse">
            <a:extLst>
              <a:ext uri="{FF2B5EF4-FFF2-40B4-BE49-F238E27FC236}">
                <a16:creationId xmlns:a16="http://schemas.microsoft.com/office/drawing/2014/main" id="{8846A229-DEB9-4914-A613-5D3C9EC63D03}"/>
              </a:ext>
            </a:extLst>
          </p:cNvPr>
          <p:cNvSpPr>
            <a:spLocks noGrp="1"/>
          </p:cNvSpPr>
          <p:nvPr/>
        </p:nvSpPr>
        <p:spPr>
          <a:xfrm>
            <a:off x="8362950" y="8696325"/>
            <a:ext cx="285750" cy="2857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9" name="1539_textbox">
            <a:extLst>
              <a:ext uri="{FF2B5EF4-FFF2-40B4-BE49-F238E27FC236}">
                <a16:creationId xmlns:a16="http://schemas.microsoft.com/office/drawing/2014/main" id="{BE2473CB-49EA-4E80-BAA3-D862001FB980}"/>
              </a:ext>
            </a:extLst>
          </p:cNvPr>
          <p:cNvSpPr>
            <a:spLocks noGrp="1"/>
          </p:cNvSpPr>
          <p:nvPr/>
        </p:nvSpPr>
        <p:spPr>
          <a:xfrm>
            <a:off x="8362950" y="86868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×</a:t>
            </a:r>
          </a:p>
        </p:txBody>
      </p:sp>
      <p:sp>
        <p:nvSpPr>
          <p:cNvPr id="1540" name="1540_path">
            <a:extLst>
              <a:ext uri="{FF2B5EF4-FFF2-40B4-BE49-F238E27FC236}">
                <a16:creationId xmlns:a16="http://schemas.microsoft.com/office/drawing/2014/main" id="{57A46D9C-1118-483F-A07F-89DFB411D001}"/>
              </a:ext>
            </a:extLst>
          </p:cNvPr>
          <p:cNvSpPr>
            <a:spLocks noGrp="1"/>
          </p:cNvSpPr>
          <p:nvPr/>
        </p:nvSpPr>
        <p:spPr>
          <a:xfrm>
            <a:off x="8658225" y="8839200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1" name="1541_path">
            <a:extLst>
              <a:ext uri="{FF2B5EF4-FFF2-40B4-BE49-F238E27FC236}">
                <a16:creationId xmlns:a16="http://schemas.microsoft.com/office/drawing/2014/main" id="{F9257058-B1B4-4857-A9C2-4D6D5B11D688}"/>
              </a:ext>
            </a:extLst>
          </p:cNvPr>
          <p:cNvSpPr>
            <a:spLocks noGrp="1"/>
          </p:cNvSpPr>
          <p:nvPr/>
        </p:nvSpPr>
        <p:spPr>
          <a:xfrm>
            <a:off x="8770220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2" name="1542_rect">
            <a:extLst>
              <a:ext uri="{FF2B5EF4-FFF2-40B4-BE49-F238E27FC236}">
                <a16:creationId xmlns:a16="http://schemas.microsoft.com/office/drawing/2014/main" id="{6DB101BA-7298-406F-991C-4A52C7E117BC}"/>
              </a:ext>
            </a:extLst>
          </p:cNvPr>
          <p:cNvSpPr>
            <a:spLocks noGrp="1"/>
          </p:cNvSpPr>
          <p:nvPr/>
        </p:nvSpPr>
        <p:spPr>
          <a:xfrm>
            <a:off x="8829675" y="8648700"/>
            <a:ext cx="314325" cy="34290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3" name="1543_textbox">
            <a:extLst>
              <a:ext uri="{FF2B5EF4-FFF2-40B4-BE49-F238E27FC236}">
                <a16:creationId xmlns:a16="http://schemas.microsoft.com/office/drawing/2014/main" id="{D45850F4-FB05-447B-B4B2-F6E54D2B964D}"/>
              </a:ext>
            </a:extLst>
          </p:cNvPr>
          <p:cNvSpPr>
            <a:spLocks noGrp="1"/>
          </p:cNvSpPr>
          <p:nvPr/>
        </p:nvSpPr>
        <p:spPr>
          <a:xfrm>
            <a:off x="8858250" y="8658225"/>
            <a:ext cx="257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αₜ</a:t>
            </a:r>
          </a:p>
        </p:txBody>
      </p:sp>
      <p:sp>
        <p:nvSpPr>
          <p:cNvPr id="1544" name="1544_path">
            <a:extLst>
              <a:ext uri="{FF2B5EF4-FFF2-40B4-BE49-F238E27FC236}">
                <a16:creationId xmlns:a16="http://schemas.microsoft.com/office/drawing/2014/main" id="{6D602375-EDCE-4016-A766-130BFE81B422}"/>
              </a:ext>
            </a:extLst>
          </p:cNvPr>
          <p:cNvSpPr>
            <a:spLocks noGrp="1"/>
          </p:cNvSpPr>
          <p:nvPr/>
        </p:nvSpPr>
        <p:spPr>
          <a:xfrm>
            <a:off x="9142956" y="8839200"/>
            <a:ext cx="114300" cy="95"/>
          </a:xfrm>
          <a:custGeom>
            <a:avLst/>
            <a:gdLst/>
            <a:ahLst/>
            <a:cxnLst/>
            <a:rect l="0" t="0" r="0" b="0"/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5" name="1545_path">
            <a:extLst>
              <a:ext uri="{FF2B5EF4-FFF2-40B4-BE49-F238E27FC236}">
                <a16:creationId xmlns:a16="http://schemas.microsoft.com/office/drawing/2014/main" id="{E3864BF1-1C4E-4871-B2A0-A186C4DE7768}"/>
              </a:ext>
            </a:extLst>
          </p:cNvPr>
          <p:cNvSpPr>
            <a:spLocks noGrp="1"/>
          </p:cNvSpPr>
          <p:nvPr/>
        </p:nvSpPr>
        <p:spPr>
          <a:xfrm>
            <a:off x="9223549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6" name="1546_ellipse">
            <a:extLst>
              <a:ext uri="{FF2B5EF4-FFF2-40B4-BE49-F238E27FC236}">
                <a16:creationId xmlns:a16="http://schemas.microsoft.com/office/drawing/2014/main" id="{BDBBB6BF-0AC2-49FC-AA0C-BAEA3AF7560D}"/>
              </a:ext>
            </a:extLst>
          </p:cNvPr>
          <p:cNvSpPr>
            <a:spLocks noGrp="1"/>
          </p:cNvSpPr>
          <p:nvPr/>
        </p:nvSpPr>
        <p:spPr>
          <a:xfrm>
            <a:off x="9277350" y="8696325"/>
            <a:ext cx="285750" cy="2857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7" name="1547_textbox">
            <a:extLst>
              <a:ext uri="{FF2B5EF4-FFF2-40B4-BE49-F238E27FC236}">
                <a16:creationId xmlns:a16="http://schemas.microsoft.com/office/drawing/2014/main" id="{04AD3F3A-FC5F-4485-B223-E71E8B01C052}"/>
              </a:ext>
            </a:extLst>
          </p:cNvPr>
          <p:cNvSpPr>
            <a:spLocks noGrp="1"/>
          </p:cNvSpPr>
          <p:nvPr/>
        </p:nvSpPr>
        <p:spPr>
          <a:xfrm>
            <a:off x="9277350" y="86868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×</a:t>
            </a:r>
          </a:p>
        </p:txBody>
      </p:sp>
      <p:sp>
        <p:nvSpPr>
          <p:cNvPr id="1548" name="1548_path">
            <a:extLst>
              <a:ext uri="{FF2B5EF4-FFF2-40B4-BE49-F238E27FC236}">
                <a16:creationId xmlns:a16="http://schemas.microsoft.com/office/drawing/2014/main" id="{F9179092-F783-4684-91A8-09B19F16D632}"/>
              </a:ext>
            </a:extLst>
          </p:cNvPr>
          <p:cNvSpPr>
            <a:spLocks noGrp="1"/>
          </p:cNvSpPr>
          <p:nvPr/>
        </p:nvSpPr>
        <p:spPr>
          <a:xfrm>
            <a:off x="9568754" y="8839200"/>
            <a:ext cx="142875" cy="95"/>
          </a:xfrm>
          <a:custGeom>
            <a:avLst/>
            <a:gdLst/>
            <a:ahLst/>
            <a:cxnLst/>
            <a:rect l="0" t="0" r="0" b="0"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9" name="1549_path">
            <a:extLst>
              <a:ext uri="{FF2B5EF4-FFF2-40B4-BE49-F238E27FC236}">
                <a16:creationId xmlns:a16="http://schemas.microsoft.com/office/drawing/2014/main" id="{14848778-BAE7-47EA-B7AE-BD158CFC8CC4}"/>
              </a:ext>
            </a:extLst>
          </p:cNvPr>
          <p:cNvSpPr>
            <a:spLocks noGrp="1"/>
          </p:cNvSpPr>
          <p:nvPr/>
        </p:nvSpPr>
        <p:spPr>
          <a:xfrm>
            <a:off x="9681271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0" name="1550_rect">
            <a:extLst>
              <a:ext uri="{FF2B5EF4-FFF2-40B4-BE49-F238E27FC236}">
                <a16:creationId xmlns:a16="http://schemas.microsoft.com/office/drawing/2014/main" id="{94C15D97-1AB8-48F6-AC78-B19E6832B51E}"/>
              </a:ext>
            </a:extLst>
          </p:cNvPr>
          <p:cNvSpPr>
            <a:spLocks noGrp="1"/>
          </p:cNvSpPr>
          <p:nvPr/>
        </p:nvSpPr>
        <p:spPr>
          <a:xfrm>
            <a:off x="9744075" y="8648700"/>
            <a:ext cx="304800" cy="34290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1" name="1551_textbox">
            <a:extLst>
              <a:ext uri="{FF2B5EF4-FFF2-40B4-BE49-F238E27FC236}">
                <a16:creationId xmlns:a16="http://schemas.microsoft.com/office/drawing/2014/main" id="{41440B74-FA56-40E8-8AA5-CC82DF3C28A9}"/>
              </a:ext>
            </a:extLst>
          </p:cNvPr>
          <p:cNvSpPr>
            <a:spLocks noGrp="1"/>
          </p:cNvSpPr>
          <p:nvPr/>
        </p:nvSpPr>
        <p:spPr>
          <a:xfrm>
            <a:off x="9772650" y="8658225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Cₜ</a:t>
            </a:r>
          </a:p>
        </p:txBody>
      </p:sp>
      <p:sp>
        <p:nvSpPr>
          <p:cNvPr id="1552" name="1552_path">
            <a:extLst>
              <a:ext uri="{FF2B5EF4-FFF2-40B4-BE49-F238E27FC236}">
                <a16:creationId xmlns:a16="http://schemas.microsoft.com/office/drawing/2014/main" id="{028EBF86-C952-4C37-8228-783806CA2E17}"/>
              </a:ext>
            </a:extLst>
          </p:cNvPr>
          <p:cNvSpPr>
            <a:spLocks noGrp="1"/>
          </p:cNvSpPr>
          <p:nvPr/>
        </p:nvSpPr>
        <p:spPr>
          <a:xfrm>
            <a:off x="10051180" y="88392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3" name="1553_path">
            <a:extLst>
              <a:ext uri="{FF2B5EF4-FFF2-40B4-BE49-F238E27FC236}">
                <a16:creationId xmlns:a16="http://schemas.microsoft.com/office/drawing/2014/main" id="{B1EE2ED4-BA2F-49BD-9174-101B03F10ABD}"/>
              </a:ext>
            </a:extLst>
          </p:cNvPr>
          <p:cNvSpPr>
            <a:spLocks noGrp="1"/>
          </p:cNvSpPr>
          <p:nvPr/>
        </p:nvSpPr>
        <p:spPr>
          <a:xfrm>
            <a:off x="10125597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4" name="1554_ellipse">
            <a:extLst>
              <a:ext uri="{FF2B5EF4-FFF2-40B4-BE49-F238E27FC236}">
                <a16:creationId xmlns:a16="http://schemas.microsoft.com/office/drawing/2014/main" id="{12DBD9CE-2753-4038-8FE8-C470810D0317}"/>
              </a:ext>
            </a:extLst>
          </p:cNvPr>
          <p:cNvSpPr>
            <a:spLocks noGrp="1"/>
          </p:cNvSpPr>
          <p:nvPr/>
        </p:nvSpPr>
        <p:spPr>
          <a:xfrm>
            <a:off x="10182225" y="8696325"/>
            <a:ext cx="285750" cy="2857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5" name="1555_textbox">
            <a:extLst>
              <a:ext uri="{FF2B5EF4-FFF2-40B4-BE49-F238E27FC236}">
                <a16:creationId xmlns:a16="http://schemas.microsoft.com/office/drawing/2014/main" id="{454F79A2-A0F6-41F4-BE5A-F0445FEC16F2}"/>
              </a:ext>
            </a:extLst>
          </p:cNvPr>
          <p:cNvSpPr>
            <a:spLocks noGrp="1"/>
          </p:cNvSpPr>
          <p:nvPr/>
        </p:nvSpPr>
        <p:spPr>
          <a:xfrm>
            <a:off x="10182225" y="86868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×</a:t>
            </a:r>
          </a:p>
        </p:txBody>
      </p:sp>
      <p:sp>
        <p:nvSpPr>
          <p:cNvPr id="1556" name="1556_path">
            <a:extLst>
              <a:ext uri="{FF2B5EF4-FFF2-40B4-BE49-F238E27FC236}">
                <a16:creationId xmlns:a16="http://schemas.microsoft.com/office/drawing/2014/main" id="{FB2C3494-8944-4992-88A0-C5DCEA11A75B}"/>
              </a:ext>
            </a:extLst>
          </p:cNvPr>
          <p:cNvSpPr>
            <a:spLocks noGrp="1"/>
          </p:cNvSpPr>
          <p:nvPr/>
        </p:nvSpPr>
        <p:spPr>
          <a:xfrm>
            <a:off x="10467453" y="8839200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7" name="1557_path">
            <a:extLst>
              <a:ext uri="{FF2B5EF4-FFF2-40B4-BE49-F238E27FC236}">
                <a16:creationId xmlns:a16="http://schemas.microsoft.com/office/drawing/2014/main" id="{30114B32-7516-4B89-80E9-5B296B50C52C}"/>
              </a:ext>
            </a:extLst>
          </p:cNvPr>
          <p:cNvSpPr>
            <a:spLocks noGrp="1"/>
          </p:cNvSpPr>
          <p:nvPr/>
        </p:nvSpPr>
        <p:spPr>
          <a:xfrm>
            <a:off x="10586146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8" name="1558_rect">
            <a:extLst>
              <a:ext uri="{FF2B5EF4-FFF2-40B4-BE49-F238E27FC236}">
                <a16:creationId xmlns:a16="http://schemas.microsoft.com/office/drawing/2014/main" id="{0D872FAB-71B7-48D0-9EAF-01951A5A8C1D}"/>
              </a:ext>
            </a:extLst>
          </p:cNvPr>
          <p:cNvSpPr>
            <a:spLocks noGrp="1"/>
          </p:cNvSpPr>
          <p:nvPr/>
        </p:nvSpPr>
        <p:spPr>
          <a:xfrm>
            <a:off x="10648950" y="8648700"/>
            <a:ext cx="409575" cy="361950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9" name="1559_textbox">
            <a:extLst>
              <a:ext uri="{FF2B5EF4-FFF2-40B4-BE49-F238E27FC236}">
                <a16:creationId xmlns:a16="http://schemas.microsoft.com/office/drawing/2014/main" id="{C0DD0CA7-9D83-482E-9823-94FD0C9F0034}"/>
              </a:ext>
            </a:extLst>
          </p:cNvPr>
          <p:cNvSpPr>
            <a:spLocks noGrp="1"/>
          </p:cNvSpPr>
          <p:nvPr/>
        </p:nvSpPr>
        <p:spPr>
          <a:xfrm>
            <a:off x="10677525" y="8658225"/>
            <a:ext cx="3524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gₜ(x)</a:t>
            </a:r>
          </a:p>
        </p:txBody>
      </p:sp>
      <p:sp>
        <p:nvSpPr>
          <p:cNvPr id="1560" name="1560_path">
            <a:extLst>
              <a:ext uri="{FF2B5EF4-FFF2-40B4-BE49-F238E27FC236}">
                <a16:creationId xmlns:a16="http://schemas.microsoft.com/office/drawing/2014/main" id="{273F1666-2B69-4888-9B25-E0F6183436AD}"/>
              </a:ext>
            </a:extLst>
          </p:cNvPr>
          <p:cNvSpPr>
            <a:spLocks noGrp="1"/>
          </p:cNvSpPr>
          <p:nvPr/>
        </p:nvSpPr>
        <p:spPr>
          <a:xfrm>
            <a:off x="11064179" y="8839200"/>
            <a:ext cx="142875" cy="95"/>
          </a:xfrm>
          <a:custGeom>
            <a:avLst/>
            <a:gdLst/>
            <a:ahLst/>
            <a:cxnLst/>
            <a:rect l="0" t="0" r="0" b="0"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1" name="1561_path">
            <a:extLst>
              <a:ext uri="{FF2B5EF4-FFF2-40B4-BE49-F238E27FC236}">
                <a16:creationId xmlns:a16="http://schemas.microsoft.com/office/drawing/2014/main" id="{B143D9C7-8097-4AC1-A467-2327A6060547}"/>
              </a:ext>
            </a:extLst>
          </p:cNvPr>
          <p:cNvSpPr>
            <a:spLocks noGrp="1"/>
          </p:cNvSpPr>
          <p:nvPr/>
        </p:nvSpPr>
        <p:spPr>
          <a:xfrm>
            <a:off x="11176696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2" name="1562_ellipse">
            <a:extLst>
              <a:ext uri="{FF2B5EF4-FFF2-40B4-BE49-F238E27FC236}">
                <a16:creationId xmlns:a16="http://schemas.microsoft.com/office/drawing/2014/main" id="{8C2F8F39-E76C-47C6-8EC3-1D5EA81FC396}"/>
              </a:ext>
            </a:extLst>
          </p:cNvPr>
          <p:cNvSpPr>
            <a:spLocks noGrp="1"/>
          </p:cNvSpPr>
          <p:nvPr/>
        </p:nvSpPr>
        <p:spPr>
          <a:xfrm>
            <a:off x="11229975" y="8696325"/>
            <a:ext cx="285750" cy="285750"/>
          </a:xfrm>
          <a:prstGeom prst="ellipse">
            <a:avLst/>
          </a:prstGeom>
          <a:solidFill>
            <a:srgbClr val="FCFEFF"/>
          </a:solidFill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3" name="1563_textbox">
            <a:extLst>
              <a:ext uri="{FF2B5EF4-FFF2-40B4-BE49-F238E27FC236}">
                <a16:creationId xmlns:a16="http://schemas.microsoft.com/office/drawing/2014/main" id="{373CF0CB-6186-4F75-A719-E2053A2A4210}"/>
              </a:ext>
            </a:extLst>
          </p:cNvPr>
          <p:cNvSpPr>
            <a:spLocks noGrp="1"/>
          </p:cNvSpPr>
          <p:nvPr/>
        </p:nvSpPr>
        <p:spPr>
          <a:xfrm>
            <a:off x="11229975" y="86868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1564" name="1564_path">
            <a:extLst>
              <a:ext uri="{FF2B5EF4-FFF2-40B4-BE49-F238E27FC236}">
                <a16:creationId xmlns:a16="http://schemas.microsoft.com/office/drawing/2014/main" id="{A65D5669-142B-4FB7-A4E8-B37564F7325A}"/>
              </a:ext>
            </a:extLst>
          </p:cNvPr>
          <p:cNvSpPr>
            <a:spLocks noGrp="1"/>
          </p:cNvSpPr>
          <p:nvPr/>
        </p:nvSpPr>
        <p:spPr>
          <a:xfrm>
            <a:off x="11525250" y="8839200"/>
            <a:ext cx="657225" cy="95"/>
          </a:xfrm>
          <a:custGeom>
            <a:avLst/>
            <a:gdLst/>
            <a:ahLst/>
            <a:cxnLst/>
            <a:rect l="0" t="0" r="0" b="0"/>
            <a:pathLst>
              <a:path w="657225" h="9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/>
          <a:ln w="1428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5" name="1565_path">
            <a:extLst>
              <a:ext uri="{FF2B5EF4-FFF2-40B4-BE49-F238E27FC236}">
                <a16:creationId xmlns:a16="http://schemas.microsoft.com/office/drawing/2014/main" id="{39F7F05C-AEF9-46B0-8D1D-13938922A311}"/>
              </a:ext>
            </a:extLst>
          </p:cNvPr>
          <p:cNvSpPr>
            <a:spLocks noGrp="1"/>
          </p:cNvSpPr>
          <p:nvPr/>
        </p:nvSpPr>
        <p:spPr>
          <a:xfrm>
            <a:off x="12142070" y="8811768"/>
            <a:ext cx="57150" cy="54864"/>
          </a:xfrm>
          <a:custGeom>
            <a:avLst/>
            <a:gdLst/>
            <a:ahLst/>
            <a:cxnLst/>
            <a:rect l="0" t="0" r="0" b="0"/>
            <a:pathLst>
              <a:path w="57150" h="54864">
                <a:moveTo>
                  <a:pt x="57150" y="27432"/>
                </a:moveTo>
                <a:lnTo>
                  <a:pt x="0" y="0"/>
                </a:lnTo>
                <a:lnTo>
                  <a:pt x="0" y="54864"/>
                </a:lnTo>
                <a:close/>
              </a:path>
            </a:pathLst>
          </a:custGeom>
          <a:solidFill>
            <a:srgbClr val="203C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6" name="symbol_1565::1566_textbox">
            <a:extLst>
              <a:ext uri="{FF2B5EF4-FFF2-40B4-BE49-F238E27FC236}">
                <a16:creationId xmlns:a16="http://schemas.microsoft.com/office/drawing/2014/main" id="{2BDBEAE0-8D93-4894-B41E-14FFD99B5EEE}"/>
              </a:ext>
            </a:extLst>
          </p:cNvPr>
          <p:cNvSpPr>
            <a:spLocks noGrp="1"/>
          </p:cNvSpPr>
          <p:nvPr/>
        </p:nvSpPr>
        <p:spPr>
          <a:xfrm>
            <a:off x="11858625" y="85439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67" name="symbol_1565::1567_textbox">
            <a:extLst>
              <a:ext uri="{FF2B5EF4-FFF2-40B4-BE49-F238E27FC236}">
                <a16:creationId xmlns:a16="http://schemas.microsoft.com/office/drawing/2014/main" id="{B894713B-3AD8-4F41-8920-A49BF220F5B4}"/>
              </a:ext>
            </a:extLst>
          </p:cNvPr>
          <p:cNvSpPr>
            <a:spLocks noGrp="1"/>
          </p:cNvSpPr>
          <p:nvPr/>
        </p:nvSpPr>
        <p:spPr>
          <a:xfrm>
            <a:off x="11953875" y="8637937"/>
            <a:ext cx="428625" cy="140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024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final</a:t>
            </a:r>
          </a:p>
        </p:txBody>
      </p:sp>
      <p:sp>
        <p:nvSpPr>
          <p:cNvPr id="1568" name="1568_path">
            <a:extLst>
              <a:ext uri="{FF2B5EF4-FFF2-40B4-BE49-F238E27FC236}">
                <a16:creationId xmlns:a16="http://schemas.microsoft.com/office/drawing/2014/main" id="{2EC1C8E9-3397-464F-B33A-43A2087CD39A}"/>
              </a:ext>
            </a:extLst>
          </p:cNvPr>
          <p:cNvSpPr>
            <a:spLocks noGrp="1"/>
          </p:cNvSpPr>
          <p:nvPr/>
        </p:nvSpPr>
        <p:spPr>
          <a:xfrm>
            <a:off x="7486650" y="9001125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9" name="1569_path">
            <a:extLst>
              <a:ext uri="{FF2B5EF4-FFF2-40B4-BE49-F238E27FC236}">
                <a16:creationId xmlns:a16="http://schemas.microsoft.com/office/drawing/2014/main" id="{BEEA4E1F-6E0D-492B-AE12-C669F7A1BA82}"/>
              </a:ext>
            </a:extLst>
          </p:cNvPr>
          <p:cNvSpPr>
            <a:spLocks noGrp="1"/>
          </p:cNvSpPr>
          <p:nvPr/>
        </p:nvSpPr>
        <p:spPr>
          <a:xfrm>
            <a:off x="7450074" y="8984380"/>
            <a:ext cx="73152" cy="76200"/>
          </a:xfrm>
          <a:custGeom>
            <a:avLst/>
            <a:gdLst/>
            <a:ahLst/>
            <a:cxnLst/>
            <a:rect l="0" t="0" r="0" b="0"/>
            <a:pathLst>
              <a:path w="73152" h="76200">
                <a:moveTo>
                  <a:pt x="36576" y="0"/>
                </a:moveTo>
                <a:lnTo>
                  <a:pt x="0" y="76200"/>
                </a:lnTo>
                <a:lnTo>
                  <a:pt x="73152" y="76200"/>
                </a:lnTo>
                <a:close/>
              </a:path>
            </a:pathLst>
          </a:custGeom>
          <a:solidFill>
            <a:srgbClr val="AC79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0" name="symbol_1569::1570_textbox">
            <a:extLst>
              <a:ext uri="{FF2B5EF4-FFF2-40B4-BE49-F238E27FC236}">
                <a16:creationId xmlns:a16="http://schemas.microsoft.com/office/drawing/2014/main" id="{BA13E494-F350-4339-B5F6-B47A0B2AD4D7}"/>
              </a:ext>
            </a:extLst>
          </p:cNvPr>
          <p:cNvSpPr>
            <a:spLocks noGrp="1"/>
          </p:cNvSpPr>
          <p:nvPr/>
        </p:nvSpPr>
        <p:spPr>
          <a:xfrm>
            <a:off x="7200900" y="91154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 i="1">
                <a:solidFill>
                  <a:srgbClr val="AC7900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AC7900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71" name="symbol_1569::1571_textbox">
            <a:extLst>
              <a:ext uri="{FF2B5EF4-FFF2-40B4-BE49-F238E27FC236}">
                <a16:creationId xmlns:a16="http://schemas.microsoft.com/office/drawing/2014/main" id="{2752AC0E-0ABC-445C-8A23-968C67363FA9}"/>
              </a:ext>
            </a:extLst>
          </p:cNvPr>
          <p:cNvSpPr>
            <a:spLocks noGrp="1"/>
          </p:cNvSpPr>
          <p:nvPr/>
        </p:nvSpPr>
        <p:spPr>
          <a:xfrm>
            <a:off x="7296150" y="9209437"/>
            <a:ext cx="190500" cy="140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24" b="0" i="0">
                <a:solidFill>
                  <a:srgbClr val="AC7900"/>
                </a:solidFill>
                <a:latin typeface="Nimbus Roman"/>
                <a:ea typeface="Nimbus Roman"/>
                <a:cs typeface="Nimbus Roman"/>
              </a:defRPr>
            </a:pPr>
            <a:r>
              <a:rPr sz="1024" b="0" i="0">
                <a:solidFill>
                  <a:srgbClr val="AC7900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572" name="1572_path">
            <a:extLst>
              <a:ext uri="{FF2B5EF4-FFF2-40B4-BE49-F238E27FC236}">
                <a16:creationId xmlns:a16="http://schemas.microsoft.com/office/drawing/2014/main" id="{3343C577-AEE4-4980-81BD-B68BC8AE96B7}"/>
              </a:ext>
            </a:extLst>
          </p:cNvPr>
          <p:cNvSpPr>
            <a:spLocks noGrp="1"/>
          </p:cNvSpPr>
          <p:nvPr/>
        </p:nvSpPr>
        <p:spPr>
          <a:xfrm>
            <a:off x="7296150" y="9382125"/>
            <a:ext cx="45719" cy="228914"/>
          </a:xfrm>
          <a:custGeom>
            <a:avLst/>
            <a:gdLst/>
            <a:ahLst/>
            <a:cxnLst/>
            <a:rect l="0" t="0" r="0" b="0"/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3" name="1573_path">
            <a:extLst>
              <a:ext uri="{FF2B5EF4-FFF2-40B4-BE49-F238E27FC236}">
                <a16:creationId xmlns:a16="http://schemas.microsoft.com/office/drawing/2014/main" id="{62128764-53BA-41B7-B57C-647BD21ADF29}"/>
              </a:ext>
            </a:extLst>
          </p:cNvPr>
          <p:cNvSpPr>
            <a:spLocks noGrp="1"/>
          </p:cNvSpPr>
          <p:nvPr/>
        </p:nvSpPr>
        <p:spPr>
          <a:xfrm>
            <a:off x="7259574" y="9365380"/>
            <a:ext cx="73152" cy="76200"/>
          </a:xfrm>
          <a:custGeom>
            <a:avLst/>
            <a:gdLst/>
            <a:ahLst/>
            <a:cxnLst/>
            <a:rect l="0" t="0" r="0" b="0"/>
            <a:pathLst>
              <a:path w="73152" h="76200">
                <a:moveTo>
                  <a:pt x="36576" y="0"/>
                </a:moveTo>
                <a:lnTo>
                  <a:pt x="0" y="76200"/>
                </a:lnTo>
                <a:lnTo>
                  <a:pt x="73152" y="76200"/>
                </a:lnTo>
                <a:close/>
              </a:path>
            </a:pathLst>
          </a:custGeom>
          <a:solidFill>
            <a:srgbClr val="AC79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4" name="1574_path">
            <a:extLst>
              <a:ext uri="{FF2B5EF4-FFF2-40B4-BE49-F238E27FC236}">
                <a16:creationId xmlns:a16="http://schemas.microsoft.com/office/drawing/2014/main" id="{7C9C14D1-EBF5-4FEA-9C19-EB106A1217C4}"/>
              </a:ext>
            </a:extLst>
          </p:cNvPr>
          <p:cNvSpPr>
            <a:spLocks noGrp="1"/>
          </p:cNvSpPr>
          <p:nvPr/>
        </p:nvSpPr>
        <p:spPr>
          <a:xfrm>
            <a:off x="7496175" y="8420100"/>
            <a:ext cx="3876675" cy="266700"/>
          </a:xfrm>
          <a:custGeom>
            <a:avLst/>
            <a:gdLst/>
            <a:ahLst/>
            <a:cxnLst/>
            <a:rect l="0" t="0" r="0" b="0"/>
            <a:pathLst>
              <a:path w="3876675" h="266700">
                <a:moveTo>
                  <a:pt x="0" y="266700"/>
                </a:moveTo>
                <a:lnTo>
                  <a:pt x="0" y="0"/>
                </a:lnTo>
                <a:lnTo>
                  <a:pt x="3876675" y="0"/>
                </a:lnTo>
                <a:lnTo>
                  <a:pt x="3876675" y="247650"/>
                </a:lnTo>
              </a:path>
            </a:pathLst>
          </a:custGeom>
          <a:noFill/>
          <a:ln w="15240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5" name="1575_path">
            <a:extLst>
              <a:ext uri="{FF2B5EF4-FFF2-40B4-BE49-F238E27FC236}">
                <a16:creationId xmlns:a16="http://schemas.microsoft.com/office/drawing/2014/main" id="{2FF8E9A5-D651-4359-9DE4-4D50CACF690B}"/>
              </a:ext>
            </a:extLst>
          </p:cNvPr>
          <p:cNvSpPr>
            <a:spLocks noGrp="1"/>
          </p:cNvSpPr>
          <p:nvPr/>
        </p:nvSpPr>
        <p:spPr>
          <a:xfrm>
            <a:off x="11336274" y="8608295"/>
            <a:ext cx="73152" cy="76200"/>
          </a:xfrm>
          <a:custGeom>
            <a:avLst/>
            <a:gdLst/>
            <a:ahLst/>
            <a:cxnLst/>
            <a:rect l="0" t="0" r="0" b="0"/>
            <a:pathLst>
              <a:path w="73152" h="76200">
                <a:moveTo>
                  <a:pt x="36576" y="76200"/>
                </a:moveTo>
                <a:lnTo>
                  <a:pt x="7315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9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6" name="1576_path">
            <a:extLst>
              <a:ext uri="{FF2B5EF4-FFF2-40B4-BE49-F238E27FC236}">
                <a16:creationId xmlns:a16="http://schemas.microsoft.com/office/drawing/2014/main" id="{FBCEB467-82FB-4605-BA60-84140D6FAEDD}"/>
              </a:ext>
            </a:extLst>
          </p:cNvPr>
          <p:cNvSpPr>
            <a:spLocks noGrp="1"/>
          </p:cNvSpPr>
          <p:nvPr/>
        </p:nvSpPr>
        <p:spPr>
          <a:xfrm>
            <a:off x="10020300" y="9010650"/>
            <a:ext cx="1352550" cy="466725"/>
          </a:xfrm>
          <a:custGeom>
            <a:avLst/>
            <a:gdLst/>
            <a:ahLst/>
            <a:cxnLst/>
            <a:rect l="0" t="0" r="0" b="0"/>
            <a:pathLst>
              <a:path w="1352550" h="466725">
                <a:moveTo>
                  <a:pt x="0" y="466725"/>
                </a:moveTo>
                <a:lnTo>
                  <a:pt x="1352550" y="466725"/>
                </a:lnTo>
                <a:lnTo>
                  <a:pt x="1352550" y="0"/>
                </a:lnTo>
              </a:path>
            </a:pathLst>
          </a:custGeom>
          <a:noFill/>
          <a:ln w="15240">
            <a:solidFill>
              <a:srgbClr val="AC79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7" name="1577_path">
            <a:extLst>
              <a:ext uri="{FF2B5EF4-FFF2-40B4-BE49-F238E27FC236}">
                <a16:creationId xmlns:a16="http://schemas.microsoft.com/office/drawing/2014/main" id="{8621E1A5-6064-4458-9F07-07305B1A4B04}"/>
              </a:ext>
            </a:extLst>
          </p:cNvPr>
          <p:cNvSpPr>
            <a:spLocks noGrp="1"/>
          </p:cNvSpPr>
          <p:nvPr/>
        </p:nvSpPr>
        <p:spPr>
          <a:xfrm>
            <a:off x="11336274" y="8990556"/>
            <a:ext cx="73152" cy="76200"/>
          </a:xfrm>
          <a:custGeom>
            <a:avLst/>
            <a:gdLst/>
            <a:ahLst/>
            <a:cxnLst/>
            <a:rect l="0" t="0" r="0" b="0"/>
            <a:pathLst>
              <a:path w="73152" h="76200">
                <a:moveTo>
                  <a:pt x="36576" y="0"/>
                </a:moveTo>
                <a:lnTo>
                  <a:pt x="0" y="76200"/>
                </a:lnTo>
                <a:lnTo>
                  <a:pt x="73152" y="76200"/>
                </a:lnTo>
                <a:close/>
              </a:path>
            </a:pathLst>
          </a:custGeom>
          <a:solidFill>
            <a:srgbClr val="AC79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8" name="1578_path">
            <a:extLst>
              <a:ext uri="{FF2B5EF4-FFF2-40B4-BE49-F238E27FC236}">
                <a16:creationId xmlns:a16="http://schemas.microsoft.com/office/drawing/2014/main" id="{7ECA8192-9E3C-48CF-99C6-3DF2D4E3B7A2}"/>
              </a:ext>
            </a:extLst>
          </p:cNvPr>
          <p:cNvSpPr>
            <a:spLocks noGrp="1"/>
          </p:cNvSpPr>
          <p:nvPr/>
        </p:nvSpPr>
        <p:spPr>
          <a:xfrm>
            <a:off x="8496300" y="9010650"/>
            <a:ext cx="95" cy="285750"/>
          </a:xfrm>
          <a:custGeom>
            <a:avLst/>
            <a:gdLst/>
            <a:ahLst/>
            <a:cxnLst/>
            <a:rect l="0" t="0" r="0" b="0"/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6384A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79" name="1579_path">
            <a:extLst>
              <a:ext uri="{FF2B5EF4-FFF2-40B4-BE49-F238E27FC236}">
                <a16:creationId xmlns:a16="http://schemas.microsoft.com/office/drawing/2014/main" id="{B0E985AE-55AF-4C5C-B0E6-911F31769430}"/>
              </a:ext>
            </a:extLst>
          </p:cNvPr>
          <p:cNvSpPr>
            <a:spLocks noGrp="1"/>
          </p:cNvSpPr>
          <p:nvPr/>
        </p:nvSpPr>
        <p:spPr>
          <a:xfrm>
            <a:off x="8464296" y="9010650"/>
            <a:ext cx="64008" cy="66675"/>
          </a:xfrm>
          <a:custGeom>
            <a:avLst/>
            <a:gdLst/>
            <a:ahLst/>
            <a:cxnLst/>
            <a:rect l="0" t="0" r="0" b="0"/>
            <a:pathLst>
              <a:path w="64008" h="66675">
                <a:moveTo>
                  <a:pt x="32004" y="0"/>
                </a:moveTo>
                <a:lnTo>
                  <a:pt x="0" y="66675"/>
                </a:lnTo>
                <a:lnTo>
                  <a:pt x="64008" y="66675"/>
                </a:lnTo>
                <a:close/>
              </a:path>
            </a:pathLst>
          </a:custGeom>
          <a:solidFill>
            <a:srgbClr val="6384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0" name="1580_path">
            <a:extLst>
              <a:ext uri="{FF2B5EF4-FFF2-40B4-BE49-F238E27FC236}">
                <a16:creationId xmlns:a16="http://schemas.microsoft.com/office/drawing/2014/main" id="{B1E2DA5A-3660-4B76-A113-FBDAEA07A4DC}"/>
              </a:ext>
            </a:extLst>
          </p:cNvPr>
          <p:cNvSpPr>
            <a:spLocks noGrp="1"/>
          </p:cNvSpPr>
          <p:nvPr/>
        </p:nvSpPr>
        <p:spPr>
          <a:xfrm>
            <a:off x="8496300" y="9296400"/>
            <a:ext cx="1828800" cy="95"/>
          </a:xfrm>
          <a:custGeom>
            <a:avLst/>
            <a:gdLst/>
            <a:ahLst/>
            <a:cxnLst/>
            <a:rect l="0" t="0" r="0" b="0"/>
            <a:pathLst>
              <a:path w="1828800" h="9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0954">
            <a:solidFill>
              <a:srgbClr val="6384A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81" name="1581_path">
            <a:extLst>
              <a:ext uri="{FF2B5EF4-FFF2-40B4-BE49-F238E27FC236}">
                <a16:creationId xmlns:a16="http://schemas.microsoft.com/office/drawing/2014/main" id="{B31912C1-8888-42A3-90C3-FB4E046CFCE1}"/>
              </a:ext>
            </a:extLst>
          </p:cNvPr>
          <p:cNvSpPr>
            <a:spLocks noGrp="1"/>
          </p:cNvSpPr>
          <p:nvPr/>
        </p:nvSpPr>
        <p:spPr>
          <a:xfrm>
            <a:off x="10325100" y="9010650"/>
            <a:ext cx="95" cy="285750"/>
          </a:xfrm>
          <a:custGeom>
            <a:avLst/>
            <a:gdLst/>
            <a:ahLst/>
            <a:cxnLst/>
            <a:rect l="0" t="0" r="0" b="0"/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6384A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82" name="1582_path">
            <a:extLst>
              <a:ext uri="{FF2B5EF4-FFF2-40B4-BE49-F238E27FC236}">
                <a16:creationId xmlns:a16="http://schemas.microsoft.com/office/drawing/2014/main" id="{9734E6EF-AD81-4397-BBCA-B8494E5C7525}"/>
              </a:ext>
            </a:extLst>
          </p:cNvPr>
          <p:cNvSpPr>
            <a:spLocks noGrp="1"/>
          </p:cNvSpPr>
          <p:nvPr/>
        </p:nvSpPr>
        <p:spPr>
          <a:xfrm>
            <a:off x="10293096" y="9010650"/>
            <a:ext cx="64008" cy="66675"/>
          </a:xfrm>
          <a:custGeom>
            <a:avLst/>
            <a:gdLst/>
            <a:ahLst/>
            <a:cxnLst/>
            <a:rect l="0" t="0" r="0" b="0"/>
            <a:pathLst>
              <a:path w="64008" h="66675">
                <a:moveTo>
                  <a:pt x="32004" y="0"/>
                </a:moveTo>
                <a:lnTo>
                  <a:pt x="0" y="66675"/>
                </a:lnTo>
                <a:lnTo>
                  <a:pt x="64008" y="66675"/>
                </a:lnTo>
                <a:close/>
              </a:path>
            </a:pathLst>
          </a:custGeom>
          <a:solidFill>
            <a:srgbClr val="6384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3" name="1583_path">
            <a:extLst>
              <a:ext uri="{FF2B5EF4-FFF2-40B4-BE49-F238E27FC236}">
                <a16:creationId xmlns:a16="http://schemas.microsoft.com/office/drawing/2014/main" id="{2A68A9C1-6A5E-412E-85CA-6AC74B8AC0A4}"/>
              </a:ext>
            </a:extLst>
          </p:cNvPr>
          <p:cNvSpPr>
            <a:spLocks noGrp="1"/>
          </p:cNvSpPr>
          <p:nvPr/>
        </p:nvSpPr>
        <p:spPr>
          <a:xfrm>
            <a:off x="7372350" y="9496425"/>
            <a:ext cx="2590800" cy="95"/>
          </a:xfrm>
          <a:custGeom>
            <a:avLst/>
            <a:gdLst/>
            <a:ahLst/>
            <a:cxnLst/>
            <a:rect l="0" t="0" r="0" b="0"/>
            <a:pathLst>
              <a:path w="2590800" h="95">
                <a:moveTo>
                  <a:pt x="2590800" y="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6384A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84" name="1584_path">
            <a:extLst>
              <a:ext uri="{FF2B5EF4-FFF2-40B4-BE49-F238E27FC236}">
                <a16:creationId xmlns:a16="http://schemas.microsoft.com/office/drawing/2014/main" id="{807FD6FD-FBC7-431A-BE2E-4C0D74FC5525}"/>
              </a:ext>
            </a:extLst>
          </p:cNvPr>
          <p:cNvSpPr>
            <a:spLocks noGrp="1"/>
          </p:cNvSpPr>
          <p:nvPr/>
        </p:nvSpPr>
        <p:spPr>
          <a:xfrm>
            <a:off x="7372350" y="9464421"/>
            <a:ext cx="66675" cy="64008"/>
          </a:xfrm>
          <a:custGeom>
            <a:avLst/>
            <a:gdLst/>
            <a:ahLst/>
            <a:cxnLst/>
            <a:rect l="0" t="0" r="0" b="0"/>
            <a:pathLst>
              <a:path w="66675" h="64008">
                <a:moveTo>
                  <a:pt x="0" y="32004"/>
                </a:moveTo>
                <a:lnTo>
                  <a:pt x="66675" y="64008"/>
                </a:lnTo>
                <a:lnTo>
                  <a:pt x="66675" y="0"/>
                </a:lnTo>
                <a:close/>
              </a:path>
            </a:pathLst>
          </a:custGeom>
          <a:solidFill>
            <a:srgbClr val="6384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5" name="1585_rect">
            <a:extLst>
              <a:ext uri="{FF2B5EF4-FFF2-40B4-BE49-F238E27FC236}">
                <a16:creationId xmlns:a16="http://schemas.microsoft.com/office/drawing/2014/main" id="{5D558E2C-FF22-4569-A20B-A77B7E7574CE}"/>
              </a:ext>
            </a:extLst>
          </p:cNvPr>
          <p:cNvSpPr>
            <a:spLocks noGrp="1"/>
          </p:cNvSpPr>
          <p:nvPr/>
        </p:nvSpPr>
        <p:spPr>
          <a:xfrm>
            <a:off x="7991475" y="9391650"/>
            <a:ext cx="1943100" cy="200025"/>
          </a:xfrm>
          <a:prstGeom prst="rect">
            <a:avLst/>
          </a:prstGeom>
          <a:solidFill>
            <a:srgbClr val="EDF8F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6" name="1586_textbox">
            <a:extLst>
              <a:ext uri="{FF2B5EF4-FFF2-40B4-BE49-F238E27FC236}">
                <a16:creationId xmlns:a16="http://schemas.microsoft.com/office/drawing/2014/main" id="{8C5B7B7B-35C8-4597-A314-E502EFB35B53}"/>
              </a:ext>
            </a:extLst>
          </p:cNvPr>
          <p:cNvSpPr>
            <a:spLocks noGrp="1"/>
          </p:cNvSpPr>
          <p:nvPr/>
        </p:nvSpPr>
        <p:spPr>
          <a:xfrm>
            <a:off x="8039100" y="9382125"/>
            <a:ext cx="197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insufficient evidence → anchor</a:t>
            </a:r>
          </a:p>
        </p:txBody>
      </p:sp>
      <p:sp>
        <p:nvSpPr>
          <p:cNvPr id="1587" name="symbol_1586::1587_textbox">
            <a:extLst>
              <a:ext uri="{FF2B5EF4-FFF2-40B4-BE49-F238E27FC236}">
                <a16:creationId xmlns:a16="http://schemas.microsoft.com/office/drawing/2014/main" id="{863A19DD-E2B5-41E7-BFAD-E727391D4019}"/>
              </a:ext>
            </a:extLst>
          </p:cNvPr>
          <p:cNvSpPr>
            <a:spLocks noGrp="1"/>
          </p:cNvSpPr>
          <p:nvPr/>
        </p:nvSpPr>
        <p:spPr>
          <a:xfrm>
            <a:off x="9086850" y="9629775"/>
            <a:ext cx="142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88" name="symbol_1586::1588_textbox">
            <a:extLst>
              <a:ext uri="{FF2B5EF4-FFF2-40B4-BE49-F238E27FC236}">
                <a16:creationId xmlns:a16="http://schemas.microsoft.com/office/drawing/2014/main" id="{BFFC6858-5176-4AF5-A214-848F50D3A2AD}"/>
              </a:ext>
            </a:extLst>
          </p:cNvPr>
          <p:cNvSpPr>
            <a:spLocks noGrp="1"/>
          </p:cNvSpPr>
          <p:nvPr/>
        </p:nvSpPr>
        <p:spPr>
          <a:xfrm>
            <a:off x="9191625" y="9732740"/>
            <a:ext cx="428625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final</a:t>
            </a:r>
          </a:p>
        </p:txBody>
      </p:sp>
      <p:sp>
        <p:nvSpPr>
          <p:cNvPr id="1589" name="1589_textbox">
            <a:extLst>
              <a:ext uri="{FF2B5EF4-FFF2-40B4-BE49-F238E27FC236}">
                <a16:creationId xmlns:a16="http://schemas.microsoft.com/office/drawing/2014/main" id="{498BE477-6F39-4A22-8D0C-11FBE7DA0FC2}"/>
              </a:ext>
            </a:extLst>
          </p:cNvPr>
          <p:cNvSpPr>
            <a:spLocks noGrp="1"/>
          </p:cNvSpPr>
          <p:nvPr/>
        </p:nvSpPr>
        <p:spPr>
          <a:xfrm>
            <a:off x="9505950" y="9667875"/>
            <a:ext cx="171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=</a:t>
            </a:r>
          </a:p>
        </p:txBody>
      </p:sp>
      <p:sp>
        <p:nvSpPr>
          <p:cNvPr id="1590" name="symbol_1589::1590_textbox">
            <a:extLst>
              <a:ext uri="{FF2B5EF4-FFF2-40B4-BE49-F238E27FC236}">
                <a16:creationId xmlns:a16="http://schemas.microsoft.com/office/drawing/2014/main" id="{B8913D0A-515C-4DA7-B3DD-31B177E035ED}"/>
              </a:ext>
            </a:extLst>
          </p:cNvPr>
          <p:cNvSpPr>
            <a:spLocks noGrp="1"/>
          </p:cNvSpPr>
          <p:nvPr/>
        </p:nvSpPr>
        <p:spPr>
          <a:xfrm>
            <a:off x="9705975" y="9629775"/>
            <a:ext cx="142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591" name="symbol_1589::1591_textbox">
            <a:extLst>
              <a:ext uri="{FF2B5EF4-FFF2-40B4-BE49-F238E27FC236}">
                <a16:creationId xmlns:a16="http://schemas.microsoft.com/office/drawing/2014/main" id="{16F72C88-E3D7-4A9C-9DDE-CB970A41D2A9}"/>
              </a:ext>
            </a:extLst>
          </p:cNvPr>
          <p:cNvSpPr>
            <a:spLocks noGrp="1"/>
          </p:cNvSpPr>
          <p:nvPr/>
        </p:nvSpPr>
        <p:spPr>
          <a:xfrm>
            <a:off x="9810750" y="9732740"/>
            <a:ext cx="190500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592" name="1592_textbox">
            <a:extLst>
              <a:ext uri="{FF2B5EF4-FFF2-40B4-BE49-F238E27FC236}">
                <a16:creationId xmlns:a16="http://schemas.microsoft.com/office/drawing/2014/main" id="{57AE3DFD-CBAD-4D51-B469-C231D27EDD92}"/>
              </a:ext>
            </a:extLst>
          </p:cNvPr>
          <p:cNvSpPr>
            <a:spLocks noGrp="1"/>
          </p:cNvSpPr>
          <p:nvPr/>
        </p:nvSpPr>
        <p:spPr>
          <a:xfrm>
            <a:off x="9944100" y="9667875"/>
            <a:ext cx="171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1593" name="symbol_1592::1593_textbox">
            <a:extLst>
              <a:ext uri="{FF2B5EF4-FFF2-40B4-BE49-F238E27FC236}">
                <a16:creationId xmlns:a16="http://schemas.microsoft.com/office/drawing/2014/main" id="{03722E1C-D3A2-4F9F-981A-B930CAB09A69}"/>
              </a:ext>
            </a:extLst>
          </p:cNvPr>
          <p:cNvSpPr>
            <a:spLocks noGrp="1"/>
          </p:cNvSpPr>
          <p:nvPr/>
        </p:nvSpPr>
        <p:spPr>
          <a:xfrm>
            <a:off x="10134600" y="9629775"/>
            <a:ext cx="180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C</a:t>
            </a:r>
          </a:p>
        </p:txBody>
      </p:sp>
      <p:sp>
        <p:nvSpPr>
          <p:cNvPr id="1594" name="symbol_1592::1594_textbox">
            <a:extLst>
              <a:ext uri="{FF2B5EF4-FFF2-40B4-BE49-F238E27FC236}">
                <a16:creationId xmlns:a16="http://schemas.microsoft.com/office/drawing/2014/main" id="{781F3E17-AB20-4E1D-BC02-AF0555EA4B8D}"/>
              </a:ext>
            </a:extLst>
          </p:cNvPr>
          <p:cNvSpPr>
            <a:spLocks noGrp="1"/>
          </p:cNvSpPr>
          <p:nvPr/>
        </p:nvSpPr>
        <p:spPr>
          <a:xfrm>
            <a:off x="10277475" y="9732740"/>
            <a:ext cx="190500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1595" name="symbol_1594::1595_textbox">
            <a:extLst>
              <a:ext uri="{FF2B5EF4-FFF2-40B4-BE49-F238E27FC236}">
                <a16:creationId xmlns:a16="http://schemas.microsoft.com/office/drawing/2014/main" id="{48A0C3E6-1793-461D-BF3C-8B6441C1CE09}"/>
              </a:ext>
            </a:extLst>
          </p:cNvPr>
          <p:cNvSpPr>
            <a:spLocks noGrp="1"/>
          </p:cNvSpPr>
          <p:nvPr/>
        </p:nvSpPr>
        <p:spPr>
          <a:xfrm>
            <a:off x="10401300" y="9629775"/>
            <a:ext cx="161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g</a:t>
            </a:r>
          </a:p>
        </p:txBody>
      </p:sp>
      <p:sp>
        <p:nvSpPr>
          <p:cNvPr id="1596" name="symbol_1594::1596_textbox">
            <a:extLst>
              <a:ext uri="{FF2B5EF4-FFF2-40B4-BE49-F238E27FC236}">
                <a16:creationId xmlns:a16="http://schemas.microsoft.com/office/drawing/2014/main" id="{BD06EF9C-E9DC-4093-98C7-0658DE492F89}"/>
              </a:ext>
            </a:extLst>
          </p:cNvPr>
          <p:cNvSpPr>
            <a:spLocks noGrp="1"/>
          </p:cNvSpPr>
          <p:nvPr/>
        </p:nvSpPr>
        <p:spPr>
          <a:xfrm>
            <a:off x="10525125" y="9732740"/>
            <a:ext cx="190500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1597" name="1597_textbox">
            <a:extLst>
              <a:ext uri="{FF2B5EF4-FFF2-40B4-BE49-F238E27FC236}">
                <a16:creationId xmlns:a16="http://schemas.microsoft.com/office/drawing/2014/main" id="{885ADB14-F2F0-4EC5-899A-BCBFC954AC7E}"/>
              </a:ext>
            </a:extLst>
          </p:cNvPr>
          <p:cNvSpPr>
            <a:spLocks noGrp="1"/>
          </p:cNvSpPr>
          <p:nvPr/>
        </p:nvSpPr>
        <p:spPr>
          <a:xfrm>
            <a:off x="10620375" y="9658350"/>
            <a:ext cx="276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(x)</a:t>
            </a:r>
          </a:p>
        </p:txBody>
      </p:sp>
      <p:sp>
        <p:nvSpPr>
          <p:cNvPr id="1598" name="symbol_1597::1598_textbox">
            <a:extLst>
              <a:ext uri="{FF2B5EF4-FFF2-40B4-BE49-F238E27FC236}">
                <a16:creationId xmlns:a16="http://schemas.microsoft.com/office/drawing/2014/main" id="{73C0D4A7-3D2C-4E6F-BCA3-0F28A9077703}"/>
              </a:ext>
            </a:extLst>
          </p:cNvPr>
          <p:cNvSpPr>
            <a:spLocks noGrp="1"/>
          </p:cNvSpPr>
          <p:nvPr/>
        </p:nvSpPr>
        <p:spPr>
          <a:xfrm>
            <a:off x="10877550" y="9629775"/>
            <a:ext cx="180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α</a:t>
            </a:r>
          </a:p>
        </p:txBody>
      </p:sp>
      <p:sp>
        <p:nvSpPr>
          <p:cNvPr id="1599" name="symbol_1597::1599_textbox">
            <a:extLst>
              <a:ext uri="{FF2B5EF4-FFF2-40B4-BE49-F238E27FC236}">
                <a16:creationId xmlns:a16="http://schemas.microsoft.com/office/drawing/2014/main" id="{A3F69CEE-530B-4AE7-BC4B-B8A698AD248E}"/>
              </a:ext>
            </a:extLst>
          </p:cNvPr>
          <p:cNvSpPr>
            <a:spLocks noGrp="1"/>
          </p:cNvSpPr>
          <p:nvPr/>
        </p:nvSpPr>
        <p:spPr>
          <a:xfrm>
            <a:off x="11020425" y="9732740"/>
            <a:ext cx="190500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t</a:t>
            </a:r>
          </a:p>
        </p:txBody>
      </p:sp>
      <p:sp>
        <p:nvSpPr>
          <p:cNvPr id="1600" name="1600_textbox">
            <a:extLst>
              <a:ext uri="{FF2B5EF4-FFF2-40B4-BE49-F238E27FC236}">
                <a16:creationId xmlns:a16="http://schemas.microsoft.com/office/drawing/2014/main" id="{445634E7-717A-48D0-BBF2-810151BD3CBA}"/>
              </a:ext>
            </a:extLst>
          </p:cNvPr>
          <p:cNvSpPr>
            <a:spLocks noGrp="1"/>
          </p:cNvSpPr>
          <p:nvPr/>
        </p:nvSpPr>
        <p:spPr>
          <a:xfrm>
            <a:off x="11144250" y="9658350"/>
            <a:ext cx="123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(</a:t>
            </a:r>
          </a:p>
        </p:txBody>
      </p:sp>
      <p:sp>
        <p:nvSpPr>
          <p:cNvPr id="1601" name="symbol_1600::1601_textbox">
            <a:extLst>
              <a:ext uri="{FF2B5EF4-FFF2-40B4-BE49-F238E27FC236}">
                <a16:creationId xmlns:a16="http://schemas.microsoft.com/office/drawing/2014/main" id="{BECEFB30-1AF2-4764-B7F7-A18172197D44}"/>
              </a:ext>
            </a:extLst>
          </p:cNvPr>
          <p:cNvSpPr>
            <a:spLocks noGrp="1"/>
          </p:cNvSpPr>
          <p:nvPr/>
        </p:nvSpPr>
        <p:spPr>
          <a:xfrm>
            <a:off x="11258550" y="9629775"/>
            <a:ext cx="142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602" name="symbol_1600::1602_textbox">
            <a:extLst>
              <a:ext uri="{FF2B5EF4-FFF2-40B4-BE49-F238E27FC236}">
                <a16:creationId xmlns:a16="http://schemas.microsoft.com/office/drawing/2014/main" id="{9A3400B8-FA68-4D39-8B31-B304C713671C}"/>
              </a:ext>
            </a:extLst>
          </p:cNvPr>
          <p:cNvSpPr>
            <a:spLocks noGrp="1"/>
          </p:cNvSpPr>
          <p:nvPr/>
        </p:nvSpPr>
        <p:spPr>
          <a:xfrm>
            <a:off x="11363325" y="9732740"/>
            <a:ext cx="257175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raw</a:t>
            </a:r>
          </a:p>
        </p:txBody>
      </p:sp>
      <p:sp>
        <p:nvSpPr>
          <p:cNvPr id="1603" name="1603_textbox">
            <a:extLst>
              <a:ext uri="{FF2B5EF4-FFF2-40B4-BE49-F238E27FC236}">
                <a16:creationId xmlns:a16="http://schemas.microsoft.com/office/drawing/2014/main" id="{41484542-B5CC-413D-B67F-34275463E919}"/>
              </a:ext>
            </a:extLst>
          </p:cNvPr>
          <p:cNvSpPr>
            <a:spLocks noGrp="1"/>
          </p:cNvSpPr>
          <p:nvPr/>
        </p:nvSpPr>
        <p:spPr>
          <a:xfrm>
            <a:off x="11620500" y="9667875"/>
            <a:ext cx="161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−</a:t>
            </a:r>
          </a:p>
        </p:txBody>
      </p:sp>
      <p:sp>
        <p:nvSpPr>
          <p:cNvPr id="1604" name="symbol_1603::1604_textbox">
            <a:extLst>
              <a:ext uri="{FF2B5EF4-FFF2-40B4-BE49-F238E27FC236}">
                <a16:creationId xmlns:a16="http://schemas.microsoft.com/office/drawing/2014/main" id="{009D6AA9-ACB8-43B6-A838-DDBB01AEC3F0}"/>
              </a:ext>
            </a:extLst>
          </p:cNvPr>
          <p:cNvSpPr>
            <a:spLocks noGrp="1"/>
          </p:cNvSpPr>
          <p:nvPr/>
        </p:nvSpPr>
        <p:spPr>
          <a:xfrm>
            <a:off x="11811000" y="9629775"/>
            <a:ext cx="142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ŷ</a:t>
            </a:r>
          </a:p>
        </p:txBody>
      </p:sp>
      <p:sp>
        <p:nvSpPr>
          <p:cNvPr id="1605" name="symbol_1603::1605_textbox">
            <a:extLst>
              <a:ext uri="{FF2B5EF4-FFF2-40B4-BE49-F238E27FC236}">
                <a16:creationId xmlns:a16="http://schemas.microsoft.com/office/drawing/2014/main" id="{097C322C-9069-4DA6-8B59-16ABAFD3D661}"/>
              </a:ext>
            </a:extLst>
          </p:cNvPr>
          <p:cNvSpPr>
            <a:spLocks noGrp="1"/>
          </p:cNvSpPr>
          <p:nvPr/>
        </p:nvSpPr>
        <p:spPr>
          <a:xfrm>
            <a:off x="11915775" y="9732740"/>
            <a:ext cx="190500" cy="153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121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A</a:t>
            </a:r>
          </a:p>
        </p:txBody>
      </p:sp>
      <p:sp>
        <p:nvSpPr>
          <p:cNvPr id="1606" name="1606_textbox">
            <a:extLst>
              <a:ext uri="{FF2B5EF4-FFF2-40B4-BE49-F238E27FC236}">
                <a16:creationId xmlns:a16="http://schemas.microsoft.com/office/drawing/2014/main" id="{29B04D73-E9E3-41B2-9B9F-65B3A6B7BAF4}"/>
              </a:ext>
            </a:extLst>
          </p:cNvPr>
          <p:cNvSpPr>
            <a:spLocks noGrp="1"/>
          </p:cNvSpPr>
          <p:nvPr/>
        </p:nvSpPr>
        <p:spPr>
          <a:xfrm>
            <a:off x="12096750" y="9658350"/>
            <a:ext cx="123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0">
                <a:solidFill>
                  <a:srgbClr val="203C61"/>
                </a:solidFill>
                <a:latin typeface="Nimbus Roman"/>
                <a:ea typeface="Nimbus Roman"/>
                <a:cs typeface="Nimbus Roman"/>
              </a:rPr>
              <a:t>)</a:t>
            </a:r>
          </a:p>
        </p:txBody>
      </p:sp>
      <p:sp>
        <p:nvSpPr>
          <p:cNvPr id="1607" name="1607_textbox">
            <a:extLst>
              <a:ext uri="{FF2B5EF4-FFF2-40B4-BE49-F238E27FC236}">
                <a16:creationId xmlns:a16="http://schemas.microsoft.com/office/drawing/2014/main" id="{4CA6DF36-ACF4-4020-87D7-4DC8B6506A11}"/>
              </a:ext>
            </a:extLst>
          </p:cNvPr>
          <p:cNvSpPr>
            <a:spLocks noGrp="1"/>
          </p:cNvSpPr>
          <p:nvPr/>
        </p:nvSpPr>
        <p:spPr>
          <a:xfrm>
            <a:off x="9877425" y="9906000"/>
            <a:ext cx="2266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gₜ(x) = 1 for classification</a:t>
            </a:r>
          </a:p>
        </p:txBody>
      </p:sp>
      <p:sp>
        <p:nvSpPr>
          <p:cNvPr id="1608" name="1608_rect">
            <a:extLst>
              <a:ext uri="{FF2B5EF4-FFF2-40B4-BE49-F238E27FC236}">
                <a16:creationId xmlns:a16="http://schemas.microsoft.com/office/drawing/2014/main" id="{F6A99B33-1661-4A59-B6AE-FD3FCFE5B95A}"/>
              </a:ext>
            </a:extLst>
          </p:cNvPr>
          <p:cNvSpPr>
            <a:spLocks noGrp="1"/>
          </p:cNvSpPr>
          <p:nvPr/>
        </p:nvSpPr>
        <p:spPr>
          <a:xfrm>
            <a:off x="95250" y="10372725"/>
            <a:ext cx="12306300" cy="400050"/>
          </a:xfrm>
          <a:prstGeom prst="rect">
            <a:avLst/>
          </a:prstGeom>
          <a:solidFill>
            <a:srgbClr val="FFFFFF"/>
          </a:solidFill>
          <a:ln w="12383">
            <a:solidFill>
              <a:srgbClr val="8DAF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609" name="1609_textbox">
            <a:extLst>
              <a:ext uri="{FF2B5EF4-FFF2-40B4-BE49-F238E27FC236}">
                <a16:creationId xmlns:a16="http://schemas.microsoft.com/office/drawing/2014/main" id="{112F846D-8EA0-4923-85D7-EAD2EC22DDAB}"/>
              </a:ext>
            </a:extLst>
          </p:cNvPr>
          <p:cNvSpPr>
            <a:spLocks noGrp="1"/>
          </p:cNvSpPr>
          <p:nvPr/>
        </p:nvSpPr>
        <p:spPr>
          <a:xfrm>
            <a:off x="171450" y="1045845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75" b="1" i="0">
                <a:solidFill>
                  <a:srgbClr val="18252F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275" b="1" i="0">
                <a:solidFill>
                  <a:srgbClr val="18252F"/>
                </a:solidFill>
                <a:latin typeface="Nimbus Sans Narrow"/>
                <a:ea typeface="Nimbus Sans Narrow"/>
                <a:cs typeface="Nimbus Sans Narrow"/>
              </a:rPr>
              <a:t>Evaluation:</a:t>
            </a:r>
          </a:p>
        </p:txBody>
      </p:sp>
      <p:sp>
        <p:nvSpPr>
          <p:cNvPr id="1610" name="1610_textbox">
            <a:extLst>
              <a:ext uri="{FF2B5EF4-FFF2-40B4-BE49-F238E27FC236}">
                <a16:creationId xmlns:a16="http://schemas.microsoft.com/office/drawing/2014/main" id="{ACCC40F7-2F76-40D0-AB0C-28BE10CA29FD}"/>
              </a:ext>
            </a:extLst>
          </p:cNvPr>
          <p:cNvSpPr>
            <a:spLocks noGrp="1"/>
          </p:cNvSpPr>
          <p:nvPr/>
        </p:nvSpPr>
        <p:spPr>
          <a:xfrm>
            <a:off x="1162050" y="10458450"/>
            <a:ext cx="1447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rPr>
              <a:t>Matbench · 13 tasks</a:t>
            </a:r>
          </a:p>
        </p:txBody>
      </p:sp>
      <p:sp>
        <p:nvSpPr>
          <p:cNvPr id="1611" name="1611_textbox">
            <a:extLst>
              <a:ext uri="{FF2B5EF4-FFF2-40B4-BE49-F238E27FC236}">
                <a16:creationId xmlns:a16="http://schemas.microsoft.com/office/drawing/2014/main" id="{4363881B-2961-4D85-AF24-16F54541D66B}"/>
              </a:ext>
            </a:extLst>
          </p:cNvPr>
          <p:cNvSpPr>
            <a:spLocks noGrp="1"/>
          </p:cNvSpPr>
          <p:nvPr/>
        </p:nvSpPr>
        <p:spPr>
          <a:xfrm>
            <a:off x="2609850" y="10458450"/>
            <a:ext cx="1238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|</a:t>
            </a:r>
          </a:p>
        </p:txBody>
      </p:sp>
      <p:sp>
        <p:nvSpPr>
          <p:cNvPr id="1612" name="1612_textbox">
            <a:extLst>
              <a:ext uri="{FF2B5EF4-FFF2-40B4-BE49-F238E27FC236}">
                <a16:creationId xmlns:a16="http://schemas.microsoft.com/office/drawing/2014/main" id="{D8C4A2E7-EB3B-4984-BF59-1AB28BA66A5A}"/>
              </a:ext>
            </a:extLst>
          </p:cNvPr>
          <p:cNvSpPr>
            <a:spLocks noGrp="1"/>
          </p:cNvSpPr>
          <p:nvPr/>
        </p:nvSpPr>
        <p:spPr>
          <a:xfrm>
            <a:off x="2800350" y="10458450"/>
            <a:ext cx="2762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rPr>
              <a:t>matched Stage 1 / No-cross-expert / Full</a:t>
            </a:r>
          </a:p>
        </p:txBody>
      </p:sp>
      <p:sp>
        <p:nvSpPr>
          <p:cNvPr id="1613" name="1613_textbox">
            <a:extLst>
              <a:ext uri="{FF2B5EF4-FFF2-40B4-BE49-F238E27FC236}">
                <a16:creationId xmlns:a16="http://schemas.microsoft.com/office/drawing/2014/main" id="{AB1F1BCC-9E7D-4046-878E-6A5DBFE57C20}"/>
              </a:ext>
            </a:extLst>
          </p:cNvPr>
          <p:cNvSpPr>
            <a:spLocks noGrp="1"/>
          </p:cNvSpPr>
          <p:nvPr/>
        </p:nvSpPr>
        <p:spPr>
          <a:xfrm>
            <a:off x="5591175" y="10458450"/>
            <a:ext cx="133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|</a:t>
            </a:r>
          </a:p>
        </p:txBody>
      </p:sp>
      <p:sp>
        <p:nvSpPr>
          <p:cNvPr id="1614" name="1614_textbox">
            <a:extLst>
              <a:ext uri="{FF2B5EF4-FFF2-40B4-BE49-F238E27FC236}">
                <a16:creationId xmlns:a16="http://schemas.microsoft.com/office/drawing/2014/main" id="{5FE9F016-4EBC-475E-B0E3-B13CAA4B3F2F}"/>
              </a:ext>
            </a:extLst>
          </p:cNvPr>
          <p:cNvSpPr>
            <a:spLocks noGrp="1"/>
          </p:cNvSpPr>
          <p:nvPr/>
        </p:nvSpPr>
        <p:spPr>
          <a:xfrm>
            <a:off x="5848350" y="1045845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rPr>
              <a:t>JARVIS-DFT</a:t>
            </a:r>
          </a:p>
        </p:txBody>
      </p:sp>
      <p:sp>
        <p:nvSpPr>
          <p:cNvPr id="1615" name="1615_textbox">
            <a:extLst>
              <a:ext uri="{FF2B5EF4-FFF2-40B4-BE49-F238E27FC236}">
                <a16:creationId xmlns:a16="http://schemas.microsoft.com/office/drawing/2014/main" id="{3261B1D0-4A70-420F-BBAB-EC74B1E9F75C}"/>
              </a:ext>
            </a:extLst>
          </p:cNvPr>
          <p:cNvSpPr>
            <a:spLocks noGrp="1"/>
          </p:cNvSpPr>
          <p:nvPr/>
        </p:nvSpPr>
        <p:spPr>
          <a:xfrm>
            <a:off x="7115175" y="10458450"/>
            <a:ext cx="1238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|</a:t>
            </a:r>
          </a:p>
        </p:txBody>
      </p:sp>
      <p:sp>
        <p:nvSpPr>
          <p:cNvPr id="1616" name="1616_textbox">
            <a:extLst>
              <a:ext uri="{FF2B5EF4-FFF2-40B4-BE49-F238E27FC236}">
                <a16:creationId xmlns:a16="http://schemas.microsoft.com/office/drawing/2014/main" id="{4F0C5198-3638-4F63-8ED4-1E4173CE94EA}"/>
              </a:ext>
            </a:extLst>
          </p:cNvPr>
          <p:cNvSpPr>
            <a:spLocks noGrp="1"/>
          </p:cNvSpPr>
          <p:nvPr/>
        </p:nvSpPr>
        <p:spPr>
          <a:xfrm>
            <a:off x="7353300" y="10458450"/>
            <a:ext cx="1990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rPr>
              <a:t>zero-shot DS2-248 · Core-23</a:t>
            </a:r>
          </a:p>
        </p:txBody>
      </p:sp>
      <p:sp>
        <p:nvSpPr>
          <p:cNvPr id="1617" name="1617_textbox">
            <a:extLst>
              <a:ext uri="{FF2B5EF4-FFF2-40B4-BE49-F238E27FC236}">
                <a16:creationId xmlns:a16="http://schemas.microsoft.com/office/drawing/2014/main" id="{8BDAECE7-2C79-4236-87E3-D6DBD4E29257}"/>
              </a:ext>
            </a:extLst>
          </p:cNvPr>
          <p:cNvSpPr>
            <a:spLocks noGrp="1"/>
          </p:cNvSpPr>
          <p:nvPr/>
        </p:nvSpPr>
        <p:spPr>
          <a:xfrm>
            <a:off x="9382125" y="10458450"/>
            <a:ext cx="1238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|</a:t>
            </a:r>
          </a:p>
        </p:txBody>
      </p:sp>
      <p:sp>
        <p:nvSpPr>
          <p:cNvPr id="1618" name="1618_textbox">
            <a:extLst>
              <a:ext uri="{FF2B5EF4-FFF2-40B4-BE49-F238E27FC236}">
                <a16:creationId xmlns:a16="http://schemas.microsoft.com/office/drawing/2014/main" id="{7587FFC8-D555-4275-AC0B-EDDC3DAAF965}"/>
              </a:ext>
            </a:extLst>
          </p:cNvPr>
          <p:cNvSpPr>
            <a:spLocks noGrp="1"/>
          </p:cNvSpPr>
          <p:nvPr/>
        </p:nvSpPr>
        <p:spPr>
          <a:xfrm>
            <a:off x="9667875" y="10458450"/>
            <a:ext cx="2514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050" b="0" i="0">
                <a:solidFill>
                  <a:srgbClr val="2F5078"/>
                </a:solidFill>
                <a:latin typeface="Nimbus Sans Narrow"/>
                <a:ea typeface="Nimbus Sans Narrow"/>
                <a:cs typeface="Nimbus Sans Narrow"/>
              </a:rPr>
              <a:t>~5% labels HEA-95 · B2-18</a:t>
            </a:r>
          </a:p>
        </p:txBody>
      </p:sp>
      <p:sp>
        <p:nvSpPr>
          <p:cNvPr id="1619" name="1619_textbox">
            <a:extLst>
              <a:ext uri="{FF2B5EF4-FFF2-40B4-BE49-F238E27FC236}">
                <a16:creationId xmlns:a16="http://schemas.microsoft.com/office/drawing/2014/main" id="{D7D5A43D-7FEC-4E96-84CA-3DCD8518B440}"/>
              </a:ext>
            </a:extLst>
          </p:cNvPr>
          <p:cNvSpPr>
            <a:spLocks noGrp="1"/>
          </p:cNvSpPr>
          <p:nvPr/>
        </p:nvSpPr>
        <p:spPr>
          <a:xfrm>
            <a:off x="123825" y="10868025"/>
            <a:ext cx="409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03C61"/>
                </a:solidFill>
                <a:latin typeface="Nimbus Sans"/>
                <a:ea typeface="Nimbus Sans"/>
                <a:cs typeface="Nimbus Sans"/>
              </a:rPr>
              <a:t>Key:</a:t>
            </a:r>
          </a:p>
        </p:txBody>
      </p:sp>
      <p:sp>
        <p:nvSpPr>
          <p:cNvPr id="1620" name="snow_1619::1620_path">
            <a:extLst>
              <a:ext uri="{FF2B5EF4-FFF2-40B4-BE49-F238E27FC236}">
                <a16:creationId xmlns:a16="http://schemas.microsoft.com/office/drawing/2014/main" id="{C00F5D89-8C04-4E67-BE8A-C1FD4446EF03}"/>
              </a:ext>
            </a:extLst>
          </p:cNvPr>
          <p:cNvSpPr>
            <a:spLocks noGrp="1"/>
          </p:cNvSpPr>
          <p:nvPr/>
        </p:nvSpPr>
        <p:spPr>
          <a:xfrm>
            <a:off x="738188" y="10987088"/>
            <a:ext cx="71438" cy="95"/>
          </a:xfrm>
          <a:custGeom>
            <a:avLst/>
            <a:gdLst/>
            <a:ahLst/>
            <a:cxnLst/>
            <a:rect l="0" t="0" r="0" b="0"/>
            <a:pathLst>
              <a:path w="71438" h="95">
                <a:moveTo>
                  <a:pt x="0" y="0"/>
                </a:moveTo>
                <a:lnTo>
                  <a:pt x="71438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1" name="snow_1619::1621_path">
            <a:extLst>
              <a:ext uri="{FF2B5EF4-FFF2-40B4-BE49-F238E27FC236}">
                <a16:creationId xmlns:a16="http://schemas.microsoft.com/office/drawing/2014/main" id="{9623E958-B8B7-445F-8811-50C748445743}"/>
              </a:ext>
            </a:extLst>
          </p:cNvPr>
          <p:cNvSpPr>
            <a:spLocks noGrp="1"/>
          </p:cNvSpPr>
          <p:nvPr/>
        </p:nvSpPr>
        <p:spPr>
          <a:xfrm>
            <a:off x="782479" y="10965620"/>
            <a:ext cx="18859" cy="21468"/>
          </a:xfrm>
          <a:custGeom>
            <a:avLst/>
            <a:gdLst/>
            <a:ahLst/>
            <a:cxnLst/>
            <a:rect l="0" t="0" r="0" b="0"/>
            <a:pathLst>
              <a:path w="18859" h="21468">
                <a:moveTo>
                  <a:pt x="0" y="21468"/>
                </a:moveTo>
                <a:lnTo>
                  <a:pt x="18859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2" name="snow_1619::1622_path">
            <a:extLst>
              <a:ext uri="{FF2B5EF4-FFF2-40B4-BE49-F238E27FC236}">
                <a16:creationId xmlns:a16="http://schemas.microsoft.com/office/drawing/2014/main" id="{CE6CB38F-8828-4FA1-A072-7CA08B87F9F7}"/>
              </a:ext>
            </a:extLst>
          </p:cNvPr>
          <p:cNvSpPr>
            <a:spLocks noGrp="1"/>
          </p:cNvSpPr>
          <p:nvPr/>
        </p:nvSpPr>
        <p:spPr>
          <a:xfrm>
            <a:off x="782479" y="10987088"/>
            <a:ext cx="18859" cy="21468"/>
          </a:xfrm>
          <a:custGeom>
            <a:avLst/>
            <a:gdLst/>
            <a:ahLst/>
            <a:cxnLst/>
            <a:rect l="0" t="0" r="0" b="0"/>
            <a:pathLst>
              <a:path w="18859" h="21468">
                <a:moveTo>
                  <a:pt x="0" y="0"/>
                </a:moveTo>
                <a:lnTo>
                  <a:pt x="18859" y="21468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3" name="snow_1619::1623_path">
            <a:extLst>
              <a:ext uri="{FF2B5EF4-FFF2-40B4-BE49-F238E27FC236}">
                <a16:creationId xmlns:a16="http://schemas.microsoft.com/office/drawing/2014/main" id="{C3EB7768-7010-4AB6-B24D-54FF79D28237}"/>
              </a:ext>
            </a:extLst>
          </p:cNvPr>
          <p:cNvSpPr>
            <a:spLocks noGrp="1"/>
          </p:cNvSpPr>
          <p:nvPr/>
        </p:nvSpPr>
        <p:spPr>
          <a:xfrm>
            <a:off x="738188" y="10987088"/>
            <a:ext cx="35719" cy="61867"/>
          </a:xfrm>
          <a:custGeom>
            <a:avLst/>
            <a:gdLst/>
            <a:ahLst/>
            <a:cxnLst/>
            <a:rect l="0" t="0" r="0" b="0"/>
            <a:pathLst>
              <a:path w="35719" h="61867">
                <a:moveTo>
                  <a:pt x="0" y="0"/>
                </a:moveTo>
                <a:lnTo>
                  <a:pt x="35719" y="61867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4" name="snow_1619::1624_path">
            <a:extLst>
              <a:ext uri="{FF2B5EF4-FFF2-40B4-BE49-F238E27FC236}">
                <a16:creationId xmlns:a16="http://schemas.microsoft.com/office/drawing/2014/main" id="{9CB759D0-D9E7-4F6B-B694-750BB1F2AEEA}"/>
              </a:ext>
            </a:extLst>
          </p:cNvPr>
          <p:cNvSpPr>
            <a:spLocks noGrp="1"/>
          </p:cNvSpPr>
          <p:nvPr/>
        </p:nvSpPr>
        <p:spPr>
          <a:xfrm>
            <a:off x="760333" y="11025445"/>
            <a:ext cx="28021" cy="5598"/>
          </a:xfrm>
          <a:custGeom>
            <a:avLst/>
            <a:gdLst/>
            <a:ahLst/>
            <a:cxnLst/>
            <a:rect l="0" t="0" r="0" b="0"/>
            <a:pathLst>
              <a:path w="28021" h="5598">
                <a:moveTo>
                  <a:pt x="0" y="0"/>
                </a:moveTo>
                <a:lnTo>
                  <a:pt x="28021" y="5598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5" name="snow_1619::1625_path">
            <a:extLst>
              <a:ext uri="{FF2B5EF4-FFF2-40B4-BE49-F238E27FC236}">
                <a16:creationId xmlns:a16="http://schemas.microsoft.com/office/drawing/2014/main" id="{978B8519-A6F2-4FC3-B919-7AAD457F0837}"/>
              </a:ext>
            </a:extLst>
          </p:cNvPr>
          <p:cNvSpPr>
            <a:spLocks noGrp="1"/>
          </p:cNvSpPr>
          <p:nvPr/>
        </p:nvSpPr>
        <p:spPr>
          <a:xfrm>
            <a:off x="751171" y="11025445"/>
            <a:ext cx="9162" cy="27066"/>
          </a:xfrm>
          <a:custGeom>
            <a:avLst/>
            <a:gdLst/>
            <a:ahLst/>
            <a:cxnLst/>
            <a:rect l="0" t="0" r="0" b="0"/>
            <a:pathLst>
              <a:path w="9162" h="27066">
                <a:moveTo>
                  <a:pt x="9162" y="0"/>
                </a:moveTo>
                <a:lnTo>
                  <a:pt x="0" y="27066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6" name="snow_1619::1626_path">
            <a:extLst>
              <a:ext uri="{FF2B5EF4-FFF2-40B4-BE49-F238E27FC236}">
                <a16:creationId xmlns:a16="http://schemas.microsoft.com/office/drawing/2014/main" id="{58B21B3E-4C2E-4B13-B6D9-9A9B68C86899}"/>
              </a:ext>
            </a:extLst>
          </p:cNvPr>
          <p:cNvSpPr>
            <a:spLocks noGrp="1"/>
          </p:cNvSpPr>
          <p:nvPr/>
        </p:nvSpPr>
        <p:spPr>
          <a:xfrm>
            <a:off x="702469" y="10987088"/>
            <a:ext cx="35719" cy="61867"/>
          </a:xfrm>
          <a:custGeom>
            <a:avLst/>
            <a:gdLst/>
            <a:ahLst/>
            <a:cxnLst/>
            <a:rect l="0" t="0" r="0" b="0"/>
            <a:pathLst>
              <a:path w="35719" h="61867">
                <a:moveTo>
                  <a:pt x="35719" y="0"/>
                </a:moveTo>
                <a:lnTo>
                  <a:pt x="0" y="61867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7" name="snow_1619::1627_path">
            <a:extLst>
              <a:ext uri="{FF2B5EF4-FFF2-40B4-BE49-F238E27FC236}">
                <a16:creationId xmlns:a16="http://schemas.microsoft.com/office/drawing/2014/main" id="{17B0AB9E-683A-4465-84C0-612233D728C6}"/>
              </a:ext>
            </a:extLst>
          </p:cNvPr>
          <p:cNvSpPr>
            <a:spLocks noGrp="1"/>
          </p:cNvSpPr>
          <p:nvPr/>
        </p:nvSpPr>
        <p:spPr>
          <a:xfrm>
            <a:off x="716042" y="11025445"/>
            <a:ext cx="9162" cy="27066"/>
          </a:xfrm>
          <a:custGeom>
            <a:avLst/>
            <a:gdLst/>
            <a:ahLst/>
            <a:cxnLst/>
            <a:rect l="0" t="0" r="0" b="0"/>
            <a:pathLst>
              <a:path w="9162" h="27066">
                <a:moveTo>
                  <a:pt x="0" y="0"/>
                </a:moveTo>
                <a:lnTo>
                  <a:pt x="9162" y="27066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8" name="snow_1619::1628_path">
            <a:extLst>
              <a:ext uri="{FF2B5EF4-FFF2-40B4-BE49-F238E27FC236}">
                <a16:creationId xmlns:a16="http://schemas.microsoft.com/office/drawing/2014/main" id="{0ABD6173-4FCE-44DB-81D4-313389038379}"/>
              </a:ext>
            </a:extLst>
          </p:cNvPr>
          <p:cNvSpPr>
            <a:spLocks noGrp="1"/>
          </p:cNvSpPr>
          <p:nvPr/>
        </p:nvSpPr>
        <p:spPr>
          <a:xfrm>
            <a:off x="688021" y="11025445"/>
            <a:ext cx="28021" cy="5598"/>
          </a:xfrm>
          <a:custGeom>
            <a:avLst/>
            <a:gdLst/>
            <a:ahLst/>
            <a:cxnLst/>
            <a:rect l="0" t="0" r="0" b="0"/>
            <a:pathLst>
              <a:path w="28021" h="5598">
                <a:moveTo>
                  <a:pt x="28021" y="0"/>
                </a:moveTo>
                <a:lnTo>
                  <a:pt x="0" y="5598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9" name="snow_1619::1629_path">
            <a:extLst>
              <a:ext uri="{FF2B5EF4-FFF2-40B4-BE49-F238E27FC236}">
                <a16:creationId xmlns:a16="http://schemas.microsoft.com/office/drawing/2014/main" id="{4F552800-B065-427A-8D31-BCC9A2D48079}"/>
              </a:ext>
            </a:extLst>
          </p:cNvPr>
          <p:cNvSpPr>
            <a:spLocks noGrp="1"/>
          </p:cNvSpPr>
          <p:nvPr/>
        </p:nvSpPr>
        <p:spPr>
          <a:xfrm>
            <a:off x="666750" y="10987088"/>
            <a:ext cx="71438" cy="95"/>
          </a:xfrm>
          <a:custGeom>
            <a:avLst/>
            <a:gdLst/>
            <a:ahLst/>
            <a:cxnLst/>
            <a:rect l="0" t="0" r="0" b="0"/>
            <a:pathLst>
              <a:path w="71438" h="95">
                <a:moveTo>
                  <a:pt x="71438" y="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0" name="snow_1619::1630_path">
            <a:extLst>
              <a:ext uri="{FF2B5EF4-FFF2-40B4-BE49-F238E27FC236}">
                <a16:creationId xmlns:a16="http://schemas.microsoft.com/office/drawing/2014/main" id="{FEAEEC5A-EBD9-4F05-8E24-AEB6473FEC19}"/>
              </a:ext>
            </a:extLst>
          </p:cNvPr>
          <p:cNvSpPr>
            <a:spLocks noGrp="1"/>
          </p:cNvSpPr>
          <p:nvPr/>
        </p:nvSpPr>
        <p:spPr>
          <a:xfrm>
            <a:off x="675037" y="10987088"/>
            <a:ext cx="18859" cy="21468"/>
          </a:xfrm>
          <a:custGeom>
            <a:avLst/>
            <a:gdLst/>
            <a:ahLst/>
            <a:cxnLst/>
            <a:rect l="0" t="0" r="0" b="0"/>
            <a:pathLst>
              <a:path w="18859" h="21468">
                <a:moveTo>
                  <a:pt x="18859" y="0"/>
                </a:moveTo>
                <a:lnTo>
                  <a:pt x="0" y="21468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1" name="snow_1619::1631_path">
            <a:extLst>
              <a:ext uri="{FF2B5EF4-FFF2-40B4-BE49-F238E27FC236}">
                <a16:creationId xmlns:a16="http://schemas.microsoft.com/office/drawing/2014/main" id="{0570A365-F281-446B-A84B-775DBDBBFAAA}"/>
              </a:ext>
            </a:extLst>
          </p:cNvPr>
          <p:cNvSpPr>
            <a:spLocks noGrp="1"/>
          </p:cNvSpPr>
          <p:nvPr/>
        </p:nvSpPr>
        <p:spPr>
          <a:xfrm>
            <a:off x="675037" y="10965620"/>
            <a:ext cx="18859" cy="21468"/>
          </a:xfrm>
          <a:custGeom>
            <a:avLst/>
            <a:gdLst/>
            <a:ahLst/>
            <a:cxnLst/>
            <a:rect l="0" t="0" r="0" b="0"/>
            <a:pathLst>
              <a:path w="18859" h="21468">
                <a:moveTo>
                  <a:pt x="18859" y="21468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2" name="snow_1619::1632_path">
            <a:extLst>
              <a:ext uri="{FF2B5EF4-FFF2-40B4-BE49-F238E27FC236}">
                <a16:creationId xmlns:a16="http://schemas.microsoft.com/office/drawing/2014/main" id="{51C3605F-3B87-48EF-9792-BC8F19C5DB12}"/>
              </a:ext>
            </a:extLst>
          </p:cNvPr>
          <p:cNvSpPr>
            <a:spLocks noGrp="1"/>
          </p:cNvSpPr>
          <p:nvPr/>
        </p:nvSpPr>
        <p:spPr>
          <a:xfrm>
            <a:off x="702469" y="10925221"/>
            <a:ext cx="35719" cy="61867"/>
          </a:xfrm>
          <a:custGeom>
            <a:avLst/>
            <a:gdLst/>
            <a:ahLst/>
            <a:cxnLst/>
            <a:rect l="0" t="0" r="0" b="0"/>
            <a:pathLst>
              <a:path w="35719" h="61867">
                <a:moveTo>
                  <a:pt x="35719" y="61867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3" name="snow_1619::1633_path">
            <a:extLst>
              <a:ext uri="{FF2B5EF4-FFF2-40B4-BE49-F238E27FC236}">
                <a16:creationId xmlns:a16="http://schemas.microsoft.com/office/drawing/2014/main" id="{6691FE29-DA84-4BD1-975C-EFF577E7E914}"/>
              </a:ext>
            </a:extLst>
          </p:cNvPr>
          <p:cNvSpPr>
            <a:spLocks noGrp="1"/>
          </p:cNvSpPr>
          <p:nvPr/>
        </p:nvSpPr>
        <p:spPr>
          <a:xfrm>
            <a:off x="688021" y="10943132"/>
            <a:ext cx="28021" cy="5598"/>
          </a:xfrm>
          <a:custGeom>
            <a:avLst/>
            <a:gdLst/>
            <a:ahLst/>
            <a:cxnLst/>
            <a:rect l="0" t="0" r="0" b="0"/>
            <a:pathLst>
              <a:path w="28021" h="5598">
                <a:moveTo>
                  <a:pt x="28021" y="5598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4" name="snow_1619::1634_path">
            <a:extLst>
              <a:ext uri="{FF2B5EF4-FFF2-40B4-BE49-F238E27FC236}">
                <a16:creationId xmlns:a16="http://schemas.microsoft.com/office/drawing/2014/main" id="{7D069584-6CF9-45B1-A067-9CA34EF0ECD7}"/>
              </a:ext>
            </a:extLst>
          </p:cNvPr>
          <p:cNvSpPr>
            <a:spLocks noGrp="1"/>
          </p:cNvSpPr>
          <p:nvPr/>
        </p:nvSpPr>
        <p:spPr>
          <a:xfrm>
            <a:off x="716042" y="10921664"/>
            <a:ext cx="9162" cy="27066"/>
          </a:xfrm>
          <a:custGeom>
            <a:avLst/>
            <a:gdLst/>
            <a:ahLst/>
            <a:cxnLst/>
            <a:rect l="0" t="0" r="0" b="0"/>
            <a:pathLst>
              <a:path w="9162" h="27066">
                <a:moveTo>
                  <a:pt x="0" y="27066"/>
                </a:moveTo>
                <a:lnTo>
                  <a:pt x="9162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5" name="snow_1619::1635_path">
            <a:extLst>
              <a:ext uri="{FF2B5EF4-FFF2-40B4-BE49-F238E27FC236}">
                <a16:creationId xmlns:a16="http://schemas.microsoft.com/office/drawing/2014/main" id="{DBB962F9-07AA-4EAD-B51A-DD30E36DD4AF}"/>
              </a:ext>
            </a:extLst>
          </p:cNvPr>
          <p:cNvSpPr>
            <a:spLocks noGrp="1"/>
          </p:cNvSpPr>
          <p:nvPr/>
        </p:nvSpPr>
        <p:spPr>
          <a:xfrm>
            <a:off x="738188" y="10925221"/>
            <a:ext cx="35719" cy="61867"/>
          </a:xfrm>
          <a:custGeom>
            <a:avLst/>
            <a:gdLst/>
            <a:ahLst/>
            <a:cxnLst/>
            <a:rect l="0" t="0" r="0" b="0"/>
            <a:pathLst>
              <a:path w="35719" h="61867">
                <a:moveTo>
                  <a:pt x="0" y="61867"/>
                </a:moveTo>
                <a:lnTo>
                  <a:pt x="35719" y="0"/>
                </a:lnTo>
              </a:path>
            </a:pathLst>
          </a:custGeom>
          <a:noFill/>
          <a:ln w="13335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6" name="snow_1619::1636_path">
            <a:extLst>
              <a:ext uri="{FF2B5EF4-FFF2-40B4-BE49-F238E27FC236}">
                <a16:creationId xmlns:a16="http://schemas.microsoft.com/office/drawing/2014/main" id="{4D5F105C-682C-4879-A2FD-90F10A1D8A52}"/>
              </a:ext>
            </a:extLst>
          </p:cNvPr>
          <p:cNvSpPr>
            <a:spLocks noGrp="1"/>
          </p:cNvSpPr>
          <p:nvPr/>
        </p:nvSpPr>
        <p:spPr>
          <a:xfrm>
            <a:off x="751171" y="10921664"/>
            <a:ext cx="9162" cy="27066"/>
          </a:xfrm>
          <a:custGeom>
            <a:avLst/>
            <a:gdLst/>
            <a:ahLst/>
            <a:cxnLst/>
            <a:rect l="0" t="0" r="0" b="0"/>
            <a:pathLst>
              <a:path w="9162" h="27066">
                <a:moveTo>
                  <a:pt x="9162" y="27066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7" name="snow_1619::1637_path">
            <a:extLst>
              <a:ext uri="{FF2B5EF4-FFF2-40B4-BE49-F238E27FC236}">
                <a16:creationId xmlns:a16="http://schemas.microsoft.com/office/drawing/2014/main" id="{47E1C789-21FA-4073-87F8-EE0E5E33B418}"/>
              </a:ext>
            </a:extLst>
          </p:cNvPr>
          <p:cNvSpPr>
            <a:spLocks noGrp="1"/>
          </p:cNvSpPr>
          <p:nvPr/>
        </p:nvSpPr>
        <p:spPr>
          <a:xfrm>
            <a:off x="760333" y="10943132"/>
            <a:ext cx="28021" cy="5598"/>
          </a:xfrm>
          <a:custGeom>
            <a:avLst/>
            <a:gdLst/>
            <a:ahLst/>
            <a:cxnLst/>
            <a:rect l="0" t="0" r="0" b="0"/>
            <a:pathLst>
              <a:path w="28021" h="5598">
                <a:moveTo>
                  <a:pt x="0" y="5598"/>
                </a:moveTo>
                <a:lnTo>
                  <a:pt x="28021" y="0"/>
                </a:lnTo>
              </a:path>
            </a:pathLst>
          </a:custGeom>
          <a:noFill/>
          <a:ln w="10478">
            <a:solidFill>
              <a:srgbClr val="0668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8" name="1638_textbox">
            <a:extLst>
              <a:ext uri="{FF2B5EF4-FFF2-40B4-BE49-F238E27FC236}">
                <a16:creationId xmlns:a16="http://schemas.microsoft.com/office/drawing/2014/main" id="{47A4AB4F-CC46-4B48-9D18-880C794B4E84}"/>
              </a:ext>
            </a:extLst>
          </p:cNvPr>
          <p:cNvSpPr>
            <a:spLocks noGrp="1"/>
          </p:cNvSpPr>
          <p:nvPr/>
        </p:nvSpPr>
        <p:spPr>
          <a:xfrm>
            <a:off x="923925" y="10915650"/>
            <a:ext cx="600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Frozen</a:t>
            </a:r>
          </a:p>
        </p:txBody>
      </p:sp>
      <p:sp>
        <p:nvSpPr>
          <p:cNvPr id="1639" name="flame_1638::1639_path">
            <a:extLst>
              <a:ext uri="{FF2B5EF4-FFF2-40B4-BE49-F238E27FC236}">
                <a16:creationId xmlns:a16="http://schemas.microsoft.com/office/drawing/2014/main" id="{9563CDC2-E951-4A74-B971-89A226DE0385}"/>
              </a:ext>
            </a:extLst>
          </p:cNvPr>
          <p:cNvSpPr>
            <a:spLocks noGrp="1"/>
          </p:cNvSpPr>
          <p:nvPr/>
        </p:nvSpPr>
        <p:spPr>
          <a:xfrm>
            <a:off x="1619250" y="10896600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71438" y="0"/>
                </a:moveTo>
                <a:lnTo>
                  <a:pt x="101441" y="40005"/>
                </a:lnTo>
                <a:lnTo>
                  <a:pt x="95726" y="61436"/>
                </a:lnTo>
                <a:lnTo>
                  <a:pt x="122873" y="40005"/>
                </a:lnTo>
                <a:lnTo>
                  <a:pt x="142875" y="81439"/>
                </a:lnTo>
                <a:lnTo>
                  <a:pt x="130016" y="121444"/>
                </a:lnTo>
                <a:lnTo>
                  <a:pt x="98584" y="142875"/>
                </a:lnTo>
                <a:lnTo>
                  <a:pt x="55721" y="142875"/>
                </a:lnTo>
                <a:lnTo>
                  <a:pt x="18574" y="121444"/>
                </a:lnTo>
                <a:lnTo>
                  <a:pt x="0" y="91440"/>
                </a:lnTo>
                <a:lnTo>
                  <a:pt x="28575" y="47149"/>
                </a:lnTo>
                <a:lnTo>
                  <a:pt x="37148" y="78581"/>
                </a:lnTo>
                <a:lnTo>
                  <a:pt x="60008" y="55721"/>
                </a:lnTo>
                <a:close/>
              </a:path>
            </a:pathLst>
          </a:custGeom>
          <a:solidFill>
            <a:srgbClr val="E9561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0" name="flame_1638::1640_path">
            <a:extLst>
              <a:ext uri="{FF2B5EF4-FFF2-40B4-BE49-F238E27FC236}">
                <a16:creationId xmlns:a16="http://schemas.microsoft.com/office/drawing/2014/main" id="{1BEFBAF9-BD25-4AE1-AE9E-3CCBC35F053D}"/>
              </a:ext>
            </a:extLst>
          </p:cNvPr>
          <p:cNvSpPr>
            <a:spLocks noGrp="1"/>
          </p:cNvSpPr>
          <p:nvPr/>
        </p:nvSpPr>
        <p:spPr>
          <a:xfrm>
            <a:off x="1674971" y="10970895"/>
            <a:ext cx="44291" cy="65723"/>
          </a:xfrm>
          <a:custGeom>
            <a:avLst/>
            <a:gdLst/>
            <a:ahLst/>
            <a:cxnLst/>
            <a:rect l="0" t="0" r="0" b="0"/>
            <a:pathLst>
              <a:path w="44291" h="65723">
                <a:moveTo>
                  <a:pt x="25718" y="0"/>
                </a:moveTo>
                <a:lnTo>
                  <a:pt x="44291" y="37148"/>
                </a:lnTo>
                <a:lnTo>
                  <a:pt x="32861" y="65723"/>
                </a:lnTo>
                <a:lnTo>
                  <a:pt x="4286" y="52864"/>
                </a:lnTo>
                <a:lnTo>
                  <a:pt x="0" y="34290"/>
                </a:lnTo>
                <a:close/>
              </a:path>
            </a:pathLst>
          </a:cu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1" name="1641_textbox">
            <a:extLst>
              <a:ext uri="{FF2B5EF4-FFF2-40B4-BE49-F238E27FC236}">
                <a16:creationId xmlns:a16="http://schemas.microsoft.com/office/drawing/2014/main" id="{93A43948-D799-427D-BC8E-3B879EB91247}"/>
              </a:ext>
            </a:extLst>
          </p:cNvPr>
          <p:cNvSpPr>
            <a:spLocks noGrp="1"/>
          </p:cNvSpPr>
          <p:nvPr/>
        </p:nvSpPr>
        <p:spPr>
          <a:xfrm>
            <a:off x="1876425" y="109156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Trainable</a:t>
            </a:r>
          </a:p>
        </p:txBody>
      </p:sp>
      <p:sp>
        <p:nvSpPr>
          <p:cNvPr id="1642" name="lock_1641::1642_ellipse">
            <a:extLst>
              <a:ext uri="{FF2B5EF4-FFF2-40B4-BE49-F238E27FC236}">
                <a16:creationId xmlns:a16="http://schemas.microsoft.com/office/drawing/2014/main" id="{93803914-101D-433E-89B5-D4162A2C63E5}"/>
              </a:ext>
            </a:extLst>
          </p:cNvPr>
          <p:cNvSpPr>
            <a:spLocks noGrp="1"/>
          </p:cNvSpPr>
          <p:nvPr/>
        </p:nvSpPr>
        <p:spPr>
          <a:xfrm>
            <a:off x="2689441" y="10906125"/>
            <a:ext cx="67323" cy="126682"/>
          </a:xfrm>
          <a:prstGeom prst="ellipse">
            <a:avLst/>
          </a:prstGeom>
          <a:noFill/>
          <a:ln w="21717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3" name="lock_1641::1643_roundRect">
            <a:extLst>
              <a:ext uri="{FF2B5EF4-FFF2-40B4-BE49-F238E27FC236}">
                <a16:creationId xmlns:a16="http://schemas.microsoft.com/office/drawing/2014/main" id="{C9C2E205-41AE-4BEE-AD86-6E8555CA4959}"/>
              </a:ext>
            </a:extLst>
          </p:cNvPr>
          <p:cNvSpPr>
            <a:spLocks noGrp="1"/>
          </p:cNvSpPr>
          <p:nvPr/>
        </p:nvSpPr>
        <p:spPr>
          <a:xfrm>
            <a:off x="2667000" y="10978515"/>
            <a:ext cx="112205" cy="108585"/>
          </a:xfrm>
          <a:prstGeom prst="roundRect">
            <a:avLst>
              <a:gd name="adj" fmla="val 12281"/>
            </a:avLst>
          </a:prstGeom>
          <a:solidFill>
            <a:srgbClr val="203C61"/>
          </a:solidFill>
          <a:ln w="2858">
            <a:solidFill>
              <a:srgbClr val="203C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4" name="lock_1641::1644_ellipse">
            <a:extLst>
              <a:ext uri="{FF2B5EF4-FFF2-40B4-BE49-F238E27FC236}">
                <a16:creationId xmlns:a16="http://schemas.microsoft.com/office/drawing/2014/main" id="{96D29FE2-F483-4A48-8027-23DA50103F7E}"/>
              </a:ext>
            </a:extLst>
          </p:cNvPr>
          <p:cNvSpPr>
            <a:spLocks noGrp="1"/>
          </p:cNvSpPr>
          <p:nvPr/>
        </p:nvSpPr>
        <p:spPr>
          <a:xfrm>
            <a:off x="2711882" y="11009281"/>
            <a:ext cx="22441" cy="28956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5" name="lock_1641::1645_rect">
            <a:extLst>
              <a:ext uri="{FF2B5EF4-FFF2-40B4-BE49-F238E27FC236}">
                <a16:creationId xmlns:a16="http://schemas.microsoft.com/office/drawing/2014/main" id="{8CAF8D30-70C9-4CA3-93AF-9CF561A931EA}"/>
              </a:ext>
            </a:extLst>
          </p:cNvPr>
          <p:cNvSpPr>
            <a:spLocks noGrp="1"/>
          </p:cNvSpPr>
          <p:nvPr/>
        </p:nvSpPr>
        <p:spPr>
          <a:xfrm>
            <a:off x="2718053" y="11029188"/>
            <a:ext cx="10098" cy="30766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6" name="1646_textbox">
            <a:extLst>
              <a:ext uri="{FF2B5EF4-FFF2-40B4-BE49-F238E27FC236}">
                <a16:creationId xmlns:a16="http://schemas.microsoft.com/office/drawing/2014/main" id="{2A7844CA-75AE-493A-B814-D0A6E7777B85}"/>
              </a:ext>
            </a:extLst>
          </p:cNvPr>
          <p:cNvSpPr>
            <a:spLocks noGrp="1"/>
          </p:cNvSpPr>
          <p:nvPr/>
        </p:nvSpPr>
        <p:spPr>
          <a:xfrm>
            <a:off x="2943225" y="10915650"/>
            <a:ext cx="5810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Locked</a:t>
            </a:r>
          </a:p>
        </p:txBody>
      </p:sp>
      <p:sp>
        <p:nvSpPr>
          <p:cNvPr id="1647" name="1647_rect">
            <a:extLst>
              <a:ext uri="{FF2B5EF4-FFF2-40B4-BE49-F238E27FC236}">
                <a16:creationId xmlns:a16="http://schemas.microsoft.com/office/drawing/2014/main" id="{40F9090C-2806-4038-8DD4-7E1FF61B77F3}"/>
              </a:ext>
            </a:extLst>
          </p:cNvPr>
          <p:cNvSpPr>
            <a:spLocks noGrp="1"/>
          </p:cNvSpPr>
          <p:nvPr/>
        </p:nvSpPr>
        <p:spPr>
          <a:xfrm>
            <a:off x="3609975" y="10925175"/>
            <a:ext cx="133350" cy="161925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8" name="1648_path">
            <a:extLst>
              <a:ext uri="{FF2B5EF4-FFF2-40B4-BE49-F238E27FC236}">
                <a16:creationId xmlns:a16="http://schemas.microsoft.com/office/drawing/2014/main" id="{16446E04-2B33-4738-966C-0794A4457605}"/>
              </a:ext>
            </a:extLst>
          </p:cNvPr>
          <p:cNvSpPr>
            <a:spLocks noGrp="1"/>
          </p:cNvSpPr>
          <p:nvPr/>
        </p:nvSpPr>
        <p:spPr>
          <a:xfrm>
            <a:off x="3629025" y="10944225"/>
            <a:ext cx="95250" cy="123825"/>
          </a:xfrm>
          <a:custGeom>
            <a:avLst/>
            <a:gdLst/>
            <a:ahLst/>
            <a:cxnLst/>
            <a:rect l="0" t="0" r="0" b="0"/>
            <a:pathLst>
              <a:path w="95250" h="123825">
                <a:moveTo>
                  <a:pt x="0" y="0"/>
                </a:moveTo>
                <a:lnTo>
                  <a:pt x="95250" y="123825"/>
                </a:lnTo>
              </a:path>
            </a:pathLst>
          </a:custGeom>
          <a:noFill/>
          <a:ln w="18098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9" name="1649_path">
            <a:extLst>
              <a:ext uri="{FF2B5EF4-FFF2-40B4-BE49-F238E27FC236}">
                <a16:creationId xmlns:a16="http://schemas.microsoft.com/office/drawing/2014/main" id="{DD27FABB-0F14-4803-A7DD-55963D46332B}"/>
              </a:ext>
            </a:extLst>
          </p:cNvPr>
          <p:cNvSpPr>
            <a:spLocks noGrp="1"/>
          </p:cNvSpPr>
          <p:nvPr/>
        </p:nvSpPr>
        <p:spPr>
          <a:xfrm>
            <a:off x="3629025" y="10944225"/>
            <a:ext cx="95250" cy="123825"/>
          </a:xfrm>
          <a:custGeom>
            <a:avLst/>
            <a:gdLst/>
            <a:ahLst/>
            <a:cxnLst/>
            <a:rect l="0" t="0" r="0" b="0"/>
            <a:pathLst>
              <a:path w="95250" h="123825">
                <a:moveTo>
                  <a:pt x="95250" y="0"/>
                </a:moveTo>
                <a:lnTo>
                  <a:pt x="0" y="123825"/>
                </a:lnTo>
              </a:path>
            </a:pathLst>
          </a:custGeom>
          <a:noFill/>
          <a:ln w="18098">
            <a:solidFill>
              <a:srgbClr val="E956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0" name="1650_textbox">
            <a:extLst>
              <a:ext uri="{FF2B5EF4-FFF2-40B4-BE49-F238E27FC236}">
                <a16:creationId xmlns:a16="http://schemas.microsoft.com/office/drawing/2014/main" id="{2AE47AA0-6667-4AC8-9629-9EC67FC98EE4}"/>
              </a:ext>
            </a:extLst>
          </p:cNvPr>
          <p:cNvSpPr>
            <a:spLocks noGrp="1"/>
          </p:cNvSpPr>
          <p:nvPr/>
        </p:nvSpPr>
        <p:spPr>
          <a:xfrm>
            <a:off x="3895725" y="10915650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Masked</a:t>
            </a:r>
          </a:p>
        </p:txBody>
      </p:sp>
      <p:sp>
        <p:nvSpPr>
          <p:cNvPr id="1651" name="1651_rect">
            <a:extLst>
              <a:ext uri="{FF2B5EF4-FFF2-40B4-BE49-F238E27FC236}">
                <a16:creationId xmlns:a16="http://schemas.microsoft.com/office/drawing/2014/main" id="{1AD68E57-C9A1-4ECF-95C4-00F350498C25}"/>
              </a:ext>
            </a:extLst>
          </p:cNvPr>
          <p:cNvSpPr>
            <a:spLocks noGrp="1"/>
          </p:cNvSpPr>
          <p:nvPr/>
        </p:nvSpPr>
        <p:spPr>
          <a:xfrm>
            <a:off x="4514850" y="10925175"/>
            <a:ext cx="180975" cy="161925"/>
          </a:xfrm>
          <a:prstGeom prst="rect">
            <a:avLst/>
          </a:prstGeom>
          <a:solidFill>
            <a:srgbClr val="E7CA6D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2" name="1652_textbox">
            <a:extLst>
              <a:ext uri="{FF2B5EF4-FFF2-40B4-BE49-F238E27FC236}">
                <a16:creationId xmlns:a16="http://schemas.microsoft.com/office/drawing/2014/main" id="{4429CEB4-B612-4CA1-92B3-4A0E5E0A0291}"/>
              </a:ext>
            </a:extLst>
          </p:cNvPr>
          <p:cNvSpPr>
            <a:spLocks noGrp="1"/>
          </p:cNvSpPr>
          <p:nvPr/>
        </p:nvSpPr>
        <p:spPr>
          <a:xfrm>
            <a:off x="4791075" y="10915650"/>
            <a:ext cx="657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Anchor</a:t>
            </a:r>
          </a:p>
        </p:txBody>
      </p:sp>
      <p:sp>
        <p:nvSpPr>
          <p:cNvPr id="1653" name="1653_rect">
            <a:extLst>
              <a:ext uri="{FF2B5EF4-FFF2-40B4-BE49-F238E27FC236}">
                <a16:creationId xmlns:a16="http://schemas.microsoft.com/office/drawing/2014/main" id="{A99BC966-0682-4EA1-AFF4-64305B5DDC22}"/>
              </a:ext>
            </a:extLst>
          </p:cNvPr>
          <p:cNvSpPr>
            <a:spLocks noGrp="1"/>
          </p:cNvSpPr>
          <p:nvPr/>
        </p:nvSpPr>
        <p:spPr>
          <a:xfrm>
            <a:off x="5476875" y="10925175"/>
            <a:ext cx="180975" cy="161925"/>
          </a:xfrm>
          <a:prstGeom prst="rect">
            <a:avLst/>
          </a:prstGeom>
          <a:solidFill>
            <a:srgbClr val="ACD0E1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4" name="1654_textbox">
            <a:extLst>
              <a:ext uri="{FF2B5EF4-FFF2-40B4-BE49-F238E27FC236}">
                <a16:creationId xmlns:a16="http://schemas.microsoft.com/office/drawing/2014/main" id="{31B92E16-E76F-4797-A02B-A3C84E0B3E69}"/>
              </a:ext>
            </a:extLst>
          </p:cNvPr>
          <p:cNvSpPr>
            <a:spLocks noGrp="1"/>
          </p:cNvSpPr>
          <p:nvPr/>
        </p:nvSpPr>
        <p:spPr>
          <a:xfrm>
            <a:off x="5772150" y="109156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38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l">
              <a:buNone/>
              <a:def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Sample</a:t>
            </a:r>
          </a:p>
        </p:txBody>
      </p:sp>
      <p:sp>
        <p:nvSpPr>
          <p:cNvPr id="1655" name="1655_rect">
            <a:extLst>
              <a:ext uri="{FF2B5EF4-FFF2-40B4-BE49-F238E27FC236}">
                <a16:creationId xmlns:a16="http://schemas.microsoft.com/office/drawing/2014/main" id="{F95644CB-1684-4175-BCFD-9794A83B2FAA}"/>
              </a:ext>
            </a:extLst>
          </p:cNvPr>
          <p:cNvSpPr>
            <a:spLocks noGrp="1"/>
          </p:cNvSpPr>
          <p:nvPr/>
        </p:nvSpPr>
        <p:spPr>
          <a:xfrm>
            <a:off x="6257925" y="10925175"/>
            <a:ext cx="180975" cy="161925"/>
          </a:xfrm>
          <a:prstGeom prst="rect">
            <a:avLst/>
          </a:prstGeom>
          <a:solidFill>
            <a:srgbClr val="ACDACD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6" name="1656_textbox">
            <a:extLst>
              <a:ext uri="{FF2B5EF4-FFF2-40B4-BE49-F238E27FC236}">
                <a16:creationId xmlns:a16="http://schemas.microsoft.com/office/drawing/2014/main" id="{2EEDBFED-6FE8-4E07-A11A-10DDDDEA57AF}"/>
              </a:ext>
            </a:extLst>
          </p:cNvPr>
          <p:cNvSpPr>
            <a:spLocks noGrp="1"/>
          </p:cNvSpPr>
          <p:nvPr/>
        </p:nvSpPr>
        <p:spPr>
          <a:xfrm>
            <a:off x="6553200" y="109156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38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l">
              <a:buNone/>
              <a:def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38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Relation</a:t>
            </a:r>
          </a:p>
        </p:txBody>
      </p:sp>
      <p:sp>
        <p:nvSpPr>
          <p:cNvPr id="1657" name="1657_rect">
            <a:extLst>
              <a:ext uri="{FF2B5EF4-FFF2-40B4-BE49-F238E27FC236}">
                <a16:creationId xmlns:a16="http://schemas.microsoft.com/office/drawing/2014/main" id="{0CB336AF-64F6-4930-A8F0-956E2D2623F6}"/>
              </a:ext>
            </a:extLst>
          </p:cNvPr>
          <p:cNvSpPr>
            <a:spLocks noGrp="1"/>
          </p:cNvSpPr>
          <p:nvPr/>
        </p:nvSpPr>
        <p:spPr>
          <a:xfrm>
            <a:off x="7677150" y="10925175"/>
            <a:ext cx="180975" cy="161925"/>
          </a:xfrm>
          <a:prstGeom prst="rect">
            <a:avLst/>
          </a:prstGeom>
          <a:solidFill>
            <a:srgbClr val="EDC2A0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8" name="1658_textbox">
            <a:extLst>
              <a:ext uri="{FF2B5EF4-FFF2-40B4-BE49-F238E27FC236}">
                <a16:creationId xmlns:a16="http://schemas.microsoft.com/office/drawing/2014/main" id="{FC115CBC-50D5-4ABD-A319-C5CB18BEF311}"/>
              </a:ext>
            </a:extLst>
          </p:cNvPr>
          <p:cNvSpPr>
            <a:spLocks noGrp="1"/>
          </p:cNvSpPr>
          <p:nvPr/>
        </p:nvSpPr>
        <p:spPr>
          <a:xfrm>
            <a:off x="7972425" y="10915650"/>
            <a:ext cx="1190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Adapters / heads</a:t>
            </a:r>
          </a:p>
        </p:txBody>
      </p:sp>
      <p:sp>
        <p:nvSpPr>
          <p:cNvPr id="1659" name="1659_rect">
            <a:extLst>
              <a:ext uri="{FF2B5EF4-FFF2-40B4-BE49-F238E27FC236}">
                <a16:creationId xmlns:a16="http://schemas.microsoft.com/office/drawing/2014/main" id="{4C4839A7-D845-4B9A-ADFD-F2C62D707A9E}"/>
              </a:ext>
            </a:extLst>
          </p:cNvPr>
          <p:cNvSpPr>
            <a:spLocks noGrp="1"/>
          </p:cNvSpPr>
          <p:nvPr/>
        </p:nvSpPr>
        <p:spPr>
          <a:xfrm>
            <a:off x="9277350" y="10925175"/>
            <a:ext cx="180975" cy="161925"/>
          </a:xfrm>
          <a:prstGeom prst="rect">
            <a:avLst/>
          </a:prstGeom>
          <a:solidFill>
            <a:srgbClr val="C8B9D4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0" name="1660_textbox">
            <a:extLst>
              <a:ext uri="{FF2B5EF4-FFF2-40B4-BE49-F238E27FC236}">
                <a16:creationId xmlns:a16="http://schemas.microsoft.com/office/drawing/2014/main" id="{0DDCBBA4-8E2D-4460-864E-2D24864618E4}"/>
              </a:ext>
            </a:extLst>
          </p:cNvPr>
          <p:cNvSpPr>
            <a:spLocks noGrp="1"/>
          </p:cNvSpPr>
          <p:nvPr/>
        </p:nvSpPr>
        <p:spPr>
          <a:xfrm>
            <a:off x="9563100" y="1091565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Embedding / route</a:t>
            </a:r>
          </a:p>
        </p:txBody>
      </p:sp>
      <p:sp>
        <p:nvSpPr>
          <p:cNvPr id="1661" name="1661_rect">
            <a:extLst>
              <a:ext uri="{FF2B5EF4-FFF2-40B4-BE49-F238E27FC236}">
                <a16:creationId xmlns:a16="http://schemas.microsoft.com/office/drawing/2014/main" id="{34EAC7C2-D194-4274-8998-F75A0EEAC961}"/>
              </a:ext>
            </a:extLst>
          </p:cNvPr>
          <p:cNvSpPr>
            <a:spLocks noGrp="1"/>
          </p:cNvSpPr>
          <p:nvPr/>
        </p:nvSpPr>
        <p:spPr>
          <a:xfrm>
            <a:off x="11058525" y="10925175"/>
            <a:ext cx="180975" cy="161925"/>
          </a:xfrm>
          <a:prstGeom prst="rect">
            <a:avLst/>
          </a:prstGeom>
          <a:solidFill>
            <a:srgbClr val="FFFFFF"/>
          </a:solidFill>
          <a:ln w="13335">
            <a:solidFill>
              <a:srgbClr val="5076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2" name="1662_textbox">
            <a:extLst>
              <a:ext uri="{FF2B5EF4-FFF2-40B4-BE49-F238E27FC236}">
                <a16:creationId xmlns:a16="http://schemas.microsoft.com/office/drawing/2014/main" id="{4AF9EDBD-21D5-419E-B8BB-E4BD565ABAA0}"/>
              </a:ext>
            </a:extLst>
          </p:cNvPr>
          <p:cNvSpPr>
            <a:spLocks noGrp="1"/>
          </p:cNvSpPr>
          <p:nvPr/>
        </p:nvSpPr>
        <p:spPr>
          <a:xfrm>
            <a:off x="11382375" y="109156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Safety control</a:t>
            </a:r>
          </a:p>
        </p:txBody>
      </p:sp>
      <p:sp>
        <p:nvSpPr>
          <p:cNvPr id="1663" name="1663_textbox">
            <a:extLst>
              <a:ext uri="{FF2B5EF4-FFF2-40B4-BE49-F238E27FC236}">
                <a16:creationId xmlns:a16="http://schemas.microsoft.com/office/drawing/2014/main" id="{A9DBE5CD-FF38-49B5-A36E-3DBAB78347D7}"/>
              </a:ext>
            </a:extLst>
          </p:cNvPr>
          <p:cNvSpPr>
            <a:spLocks noGrp="1"/>
          </p:cNvSpPr>
          <p:nvPr/>
        </p:nvSpPr>
        <p:spPr>
          <a:xfrm>
            <a:off x="9591675" y="11277600"/>
            <a:ext cx="27336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526F8D"/>
                </a:solidFill>
                <a:latin typeface="Nimbus Sans Narrow"/>
                <a:ea typeface="Nimbus Sans Narrow"/>
                <a:cs typeface="Nimbus Sans Narrow"/>
              </a:defRPr>
            </a:pPr>
            <a:endParaRPr lang="en" sz="900" b="0" i="0" dirty="0">
              <a:solidFill>
                <a:srgbClr val="526F8D"/>
              </a:solidFill>
              <a:latin typeface="Nimbus Sans Narrow"/>
              <a:ea typeface="Nimbus Sans Narrow"/>
              <a:cs typeface="Nimbus Sans Narrow"/>
            </a:endParaRPr>
          </a:p>
        </p:txBody>
      </p:sp>
      <p:cxnSp>
        <p:nvCxnSpPr>
          <p:cNvPr id="3446" name="直线箭头连接符 1782">
            <a:extLst>
              <a:ext uri="{FF2B5EF4-FFF2-40B4-BE49-F238E27FC236}">
                <a16:creationId xmlns:a16="http://schemas.microsoft.com/office/drawing/2014/main" id="{457D6707-BC5D-4EB1-806E-793E7B970297}"/>
              </a:ext>
            </a:extLst>
          </p:cNvPr>
          <p:cNvCxnSpPr/>
          <p:nvPr/>
        </p:nvCxnSpPr>
        <p:spPr>
          <a:xfrm>
            <a:off x="2089203" y="1478484"/>
            <a:ext cx="30739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7" name="直线箭头连接符 1783">
            <a:extLst>
              <a:ext uri="{FF2B5EF4-FFF2-40B4-BE49-F238E27FC236}">
                <a16:creationId xmlns:a16="http://schemas.microsoft.com/office/drawing/2014/main" id="{99247CC3-2797-4B9B-8B10-51BD66E86CB8}"/>
              </a:ext>
            </a:extLst>
          </p:cNvPr>
          <p:cNvCxnSpPr/>
          <p:nvPr/>
        </p:nvCxnSpPr>
        <p:spPr>
          <a:xfrm>
            <a:off x="2089203" y="2246757"/>
            <a:ext cx="30739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8" name="直线箭头连接符 1784">
            <a:extLst>
              <a:ext uri="{FF2B5EF4-FFF2-40B4-BE49-F238E27FC236}">
                <a16:creationId xmlns:a16="http://schemas.microsoft.com/office/drawing/2014/main" id="{B80F2B40-DCEB-413E-9496-A00C51C57E9E}"/>
              </a:ext>
            </a:extLst>
          </p:cNvPr>
          <p:cNvCxnSpPr/>
          <p:nvPr/>
        </p:nvCxnSpPr>
        <p:spPr>
          <a:xfrm>
            <a:off x="2089203" y="3082710"/>
            <a:ext cx="30739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9" name="直线箭头连接符 1786">
            <a:extLst>
              <a:ext uri="{FF2B5EF4-FFF2-40B4-BE49-F238E27FC236}">
                <a16:creationId xmlns:a16="http://schemas.microsoft.com/office/drawing/2014/main" id="{1E4410AC-BD03-4713-8C12-C3601F5B7990}"/>
              </a:ext>
            </a:extLst>
          </p:cNvPr>
          <p:cNvCxnSpPr/>
          <p:nvPr/>
        </p:nvCxnSpPr>
        <p:spPr>
          <a:xfrm>
            <a:off x="1152525" y="1427512"/>
            <a:ext cx="22225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0" name="直线箭头连接符 1787">
            <a:extLst>
              <a:ext uri="{FF2B5EF4-FFF2-40B4-BE49-F238E27FC236}">
                <a16:creationId xmlns:a16="http://schemas.microsoft.com/office/drawing/2014/main" id="{4C967ECB-13BE-4BBD-B226-70FEAB0AAD23}"/>
              </a:ext>
            </a:extLst>
          </p:cNvPr>
          <p:cNvCxnSpPr/>
          <p:nvPr/>
        </p:nvCxnSpPr>
        <p:spPr>
          <a:xfrm>
            <a:off x="1152525" y="2219325"/>
            <a:ext cx="22225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1" name="直线箭头连接符 1788">
            <a:extLst>
              <a:ext uri="{FF2B5EF4-FFF2-40B4-BE49-F238E27FC236}">
                <a16:creationId xmlns:a16="http://schemas.microsoft.com/office/drawing/2014/main" id="{2F3DD83E-88A7-4373-A1D2-BF1B6517D21C}"/>
              </a:ext>
            </a:extLst>
          </p:cNvPr>
          <p:cNvCxnSpPr/>
          <p:nvPr/>
        </p:nvCxnSpPr>
        <p:spPr>
          <a:xfrm>
            <a:off x="1152525" y="3105150"/>
            <a:ext cx="22225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2" name="直线箭头连接符 1794">
            <a:extLst>
              <a:ext uri="{FF2B5EF4-FFF2-40B4-BE49-F238E27FC236}">
                <a16:creationId xmlns:a16="http://schemas.microsoft.com/office/drawing/2014/main" id="{D5E3373E-E25D-4B3E-BDB7-1C9D21F438F1}"/>
              </a:ext>
            </a:extLst>
          </p:cNvPr>
          <p:cNvCxnSpPr/>
          <p:nvPr/>
        </p:nvCxnSpPr>
        <p:spPr>
          <a:xfrm>
            <a:off x="3835992" y="2277444"/>
            <a:ext cx="273803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3" name="直线箭头连接符 1796">
            <a:extLst>
              <a:ext uri="{FF2B5EF4-FFF2-40B4-BE49-F238E27FC236}">
                <a16:creationId xmlns:a16="http://schemas.microsoft.com/office/drawing/2014/main" id="{FF78957E-5FB2-488D-8861-04702060721B}"/>
              </a:ext>
            </a:extLst>
          </p:cNvPr>
          <p:cNvCxnSpPr/>
          <p:nvPr/>
        </p:nvCxnSpPr>
        <p:spPr>
          <a:xfrm>
            <a:off x="4349858" y="2266950"/>
            <a:ext cx="253139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4" name="直线箭头连接符 1797">
            <a:extLst>
              <a:ext uri="{FF2B5EF4-FFF2-40B4-BE49-F238E27FC236}">
                <a16:creationId xmlns:a16="http://schemas.microsoft.com/office/drawing/2014/main" id="{759E9B25-B848-45F5-8868-B2945E6729C6}"/>
              </a:ext>
            </a:extLst>
          </p:cNvPr>
          <p:cNvCxnSpPr/>
          <p:nvPr/>
        </p:nvCxnSpPr>
        <p:spPr>
          <a:xfrm>
            <a:off x="5127357" y="2266950"/>
            <a:ext cx="253139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5" name="直线箭头连接符 1799">
            <a:extLst>
              <a:ext uri="{FF2B5EF4-FFF2-40B4-BE49-F238E27FC236}">
                <a16:creationId xmlns:a16="http://schemas.microsoft.com/office/drawing/2014/main" id="{79CA9629-31E0-4C5D-AA46-76142AC02575}"/>
              </a:ext>
            </a:extLst>
          </p:cNvPr>
          <p:cNvCxnSpPr/>
          <p:nvPr/>
        </p:nvCxnSpPr>
        <p:spPr>
          <a:xfrm>
            <a:off x="7098224" y="1900540"/>
            <a:ext cx="351295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6" name="直线箭头连接符 1801">
            <a:extLst>
              <a:ext uri="{FF2B5EF4-FFF2-40B4-BE49-F238E27FC236}">
                <a16:creationId xmlns:a16="http://schemas.microsoft.com/office/drawing/2014/main" id="{6083B4DB-1038-446A-8E41-A12D02C35101}"/>
              </a:ext>
            </a:extLst>
          </p:cNvPr>
          <p:cNvCxnSpPr/>
          <p:nvPr/>
        </p:nvCxnSpPr>
        <p:spPr>
          <a:xfrm>
            <a:off x="7085309" y="2838995"/>
            <a:ext cx="351295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7" name="肘形连接符 1803">
            <a:extLst>
              <a:ext uri="{FF2B5EF4-FFF2-40B4-BE49-F238E27FC236}">
                <a16:creationId xmlns:a16="http://schemas.microsoft.com/office/drawing/2014/main" id="{2455A0C4-E381-42F2-8064-2595AB33C73D}"/>
              </a:ext>
            </a:extLst>
          </p:cNvPr>
          <p:cNvCxnSpPr>
            <a:endCxn id="596" idx="0"/>
          </p:cNvCxnSpPr>
          <p:nvPr/>
        </p:nvCxnSpPr>
        <p:spPr>
          <a:xfrm rot="10800000" flipV="1">
            <a:off x="10439400" y="2903548"/>
            <a:ext cx="863600" cy="12540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8" name="直线箭头连接符 1811">
            <a:extLst>
              <a:ext uri="{FF2B5EF4-FFF2-40B4-BE49-F238E27FC236}">
                <a16:creationId xmlns:a16="http://schemas.microsoft.com/office/drawing/2014/main" id="{FECD05D0-0CF9-4576-ACE3-92EBC797D039}"/>
              </a:ext>
            </a:extLst>
          </p:cNvPr>
          <p:cNvCxnSpPr>
            <a:stCxn id="596" idx="3"/>
            <a:endCxn id="616" idx="2"/>
          </p:cNvCxnSpPr>
          <p:nvPr/>
        </p:nvCxnSpPr>
        <p:spPr>
          <a:xfrm flipV="1">
            <a:off x="11420475" y="3238500"/>
            <a:ext cx="161925" cy="4763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9" name="直线箭头连接符 1814">
            <a:extLst>
              <a:ext uri="{FF2B5EF4-FFF2-40B4-BE49-F238E27FC236}">
                <a16:creationId xmlns:a16="http://schemas.microsoft.com/office/drawing/2014/main" id="{4648846A-6626-4094-A5D2-6875636DF0D9}"/>
              </a:ext>
            </a:extLst>
          </p:cNvPr>
          <p:cNvCxnSpPr/>
          <p:nvPr/>
        </p:nvCxnSpPr>
        <p:spPr>
          <a:xfrm>
            <a:off x="11857496" y="3246309"/>
            <a:ext cx="351295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0" name="890_textbox">
            <a:extLst>
              <a:ext uri="{FF2B5EF4-FFF2-40B4-BE49-F238E27FC236}">
                <a16:creationId xmlns:a16="http://schemas.microsoft.com/office/drawing/2014/main" id="{3BA68579-9DDA-4C96-9673-7871036D027A}"/>
              </a:ext>
            </a:extLst>
          </p:cNvPr>
          <p:cNvSpPr>
            <a:spLocks noGrp="1"/>
          </p:cNvSpPr>
          <p:nvPr/>
        </p:nvSpPr>
        <p:spPr>
          <a:xfrm>
            <a:off x="5649869" y="6375056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>
            <a:pPr algn="ctr">
              <a:buNone/>
              <a:defRPr sz="1125" b="0" i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125" b="0" i="0" dirty="0">
                <a:solidFill>
                  <a:srgbClr val="203C61"/>
                </a:solidFill>
                <a:latin typeface="Nimbus Sans Narrow"/>
                <a:ea typeface="Nimbus Sans Narrow"/>
                <a:cs typeface="Nimbus Sans Narrow"/>
              </a:rPr>
              <a:t>Relation-augmented branch</a:t>
            </a:r>
          </a:p>
        </p:txBody>
      </p:sp>
    </p:spTree>
    <p:extLst>
      <p:ext uri="{BB962C8B-B14F-4D97-AF65-F5344CB8AC3E}">
        <p14:creationId xmlns:p14="http://schemas.microsoft.com/office/powerpoint/2010/main" val="988699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Macintosh PowerPoint</Application>
  <DocSecurity>0</DocSecurity>
  <PresentationFormat>自定义</PresentationFormat>
  <Paragraphs>280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Nimbus Roman</vt:lpstr>
      <vt:lpstr>Nimbus Sans</vt:lpstr>
      <vt:lpstr>Nimbus Sans Narrow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yuxia guan</cp:lastModifiedBy>
  <cp:revision>2</cp:revision>
  <dcterms:created xsi:type="dcterms:W3CDTF">2026-10-09T14:30:27Z</dcterms:created>
  <dcterms:modified xsi:type="dcterms:W3CDTF">2026-10-12T04:22:42Z</dcterms:modified>
</cp:coreProperties>
</file>